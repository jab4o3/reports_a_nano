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738" r:id="rId2"/>
    <p:sldMasterId id="2147483702" r:id="rId3"/>
    <p:sldMasterId id="2147483714" r:id="rId4"/>
  </p:sldMasterIdLst>
  <p:notesMasterIdLst>
    <p:notesMasterId r:id="rId25"/>
  </p:notesMasterIdLst>
  <p:handoutMasterIdLst>
    <p:handoutMasterId r:id="rId26"/>
  </p:handoutMasterIdLst>
  <p:sldIdLst>
    <p:sldId id="256" r:id="rId5"/>
    <p:sldId id="325" r:id="rId6"/>
    <p:sldId id="326" r:id="rId7"/>
    <p:sldId id="283" r:id="rId8"/>
    <p:sldId id="327" r:id="rId9"/>
    <p:sldId id="319" r:id="rId10"/>
    <p:sldId id="328" r:id="rId11"/>
    <p:sldId id="329" r:id="rId12"/>
    <p:sldId id="330" r:id="rId13"/>
    <p:sldId id="331" r:id="rId14"/>
    <p:sldId id="332" r:id="rId15"/>
    <p:sldId id="333" r:id="rId16"/>
    <p:sldId id="334" r:id="rId17"/>
    <p:sldId id="335" r:id="rId18"/>
    <p:sldId id="336" r:id="rId19"/>
    <p:sldId id="323" r:id="rId20"/>
    <p:sldId id="322" r:id="rId21"/>
    <p:sldId id="338" r:id="rId22"/>
    <p:sldId id="337" r:id="rId23"/>
    <p:sldId id="33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C87"/>
    <a:srgbClr val="44546A"/>
    <a:srgbClr val="CFD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54B228-D6AC-1234-F07B-E39D5A7213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a:extLst>
              <a:ext uri="{FF2B5EF4-FFF2-40B4-BE49-F238E27FC236}">
                <a16:creationId xmlns:a16="http://schemas.microsoft.com/office/drawing/2014/main" id="{94649AB5-E716-B092-E7B6-3711CFCF08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88245A-DF20-4648-8DEA-5EEF7F9EF1B5}" type="datetimeFigureOut">
              <a:rPr lang="en-NL" smtClean="0"/>
              <a:t>21 Jan 2026</a:t>
            </a:fld>
            <a:endParaRPr lang="en-NL"/>
          </a:p>
        </p:txBody>
      </p:sp>
      <p:sp>
        <p:nvSpPr>
          <p:cNvPr id="4" name="Footer Placeholder 3">
            <a:extLst>
              <a:ext uri="{FF2B5EF4-FFF2-40B4-BE49-F238E27FC236}">
                <a16:creationId xmlns:a16="http://schemas.microsoft.com/office/drawing/2014/main" id="{5998C3A5-960E-6749-E76C-93683BF93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5" name="Slide Number Placeholder 4">
            <a:extLst>
              <a:ext uri="{FF2B5EF4-FFF2-40B4-BE49-F238E27FC236}">
                <a16:creationId xmlns:a16="http://schemas.microsoft.com/office/drawing/2014/main" id="{14AB393B-8819-9298-880B-71F9AFDF42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6E841F-B2D9-4A74-98E9-89F62221D6C9}" type="slidenum">
              <a:rPr lang="en-NL" smtClean="0"/>
              <a:t>‹#›</a:t>
            </a:fld>
            <a:endParaRPr lang="en-NL"/>
          </a:p>
        </p:txBody>
      </p:sp>
    </p:spTree>
    <p:extLst>
      <p:ext uri="{BB962C8B-B14F-4D97-AF65-F5344CB8AC3E}">
        <p14:creationId xmlns:p14="http://schemas.microsoft.com/office/powerpoint/2010/main" val="2154680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89EEE-78C3-47ED-9B8C-CC5637E83F9E}" type="datetimeFigureOut">
              <a:rPr lang="en-NL" smtClean="0"/>
              <a:t>21 Jan 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31E3D-0C33-46E2-9D47-2F079CA6FAED}" type="slidenum">
              <a:rPr lang="en-NL" smtClean="0"/>
              <a:t>‹#›</a:t>
            </a:fld>
            <a:endParaRPr lang="en-NL"/>
          </a:p>
        </p:txBody>
      </p:sp>
      <p:pic>
        <p:nvPicPr>
          <p:cNvPr id="1026" name="Picture 2" descr="Saxion - Wikipedia">
            <a:extLst>
              <a:ext uri="{FF2B5EF4-FFF2-40B4-BE49-F238E27FC236}">
                <a16:creationId xmlns:a16="http://schemas.microsoft.com/office/drawing/2014/main" id="{0E63148C-964E-46FD-5B23-FDB1A4BC3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91" y="8482980"/>
            <a:ext cx="1816542" cy="661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31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NV centers are photoluminescent imperfections in diamonds, which means they emit light. </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2</a:t>
            </a:fld>
            <a:endParaRPr lang="en-NL"/>
          </a:p>
        </p:txBody>
      </p:sp>
    </p:spTree>
    <p:extLst>
      <p:ext uri="{BB962C8B-B14F-4D97-AF65-F5344CB8AC3E}">
        <p14:creationId xmlns:p14="http://schemas.microsoft.com/office/powerpoint/2010/main" val="81160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CW-ODMR and T1 relate to photodetection (pulsed vs CW). Mention Rabi is the future goal of the setup</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3</a:t>
            </a:fld>
            <a:endParaRPr lang="en-NL"/>
          </a:p>
        </p:txBody>
      </p:sp>
    </p:spTree>
    <p:extLst>
      <p:ext uri="{BB962C8B-B14F-4D97-AF65-F5344CB8AC3E}">
        <p14:creationId xmlns:p14="http://schemas.microsoft.com/office/powerpoint/2010/main" val="1892362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project was originally supposed to be mostly about integrating the blue blocks with the lock-in amplifier, but after the midterm company visit the project has been mostly about the photodetector</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4</a:t>
            </a:fld>
            <a:endParaRPr lang="en-NL"/>
          </a:p>
        </p:txBody>
      </p:sp>
    </p:spTree>
    <p:extLst>
      <p:ext uri="{BB962C8B-B14F-4D97-AF65-F5344CB8AC3E}">
        <p14:creationId xmlns:p14="http://schemas.microsoft.com/office/powerpoint/2010/main" val="3114969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importance of R1 and C1</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6</a:t>
            </a:fld>
            <a:endParaRPr lang="en-NL"/>
          </a:p>
        </p:txBody>
      </p:sp>
    </p:spTree>
    <p:extLst>
      <p:ext uri="{BB962C8B-B14F-4D97-AF65-F5344CB8AC3E}">
        <p14:creationId xmlns:p14="http://schemas.microsoft.com/office/powerpoint/2010/main" val="473936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0413F-4CBC-41E4-4A83-C335888AD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FB91B-0A2E-8843-C523-32BF5BF18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EC201-3D45-0E97-3C0F-AB0AB655CDC6}"/>
              </a:ext>
            </a:extLst>
          </p:cNvPr>
          <p:cNvSpPr>
            <a:spLocks noGrp="1"/>
          </p:cNvSpPr>
          <p:nvPr>
            <p:ph type="body" idx="1"/>
          </p:nvPr>
        </p:nvSpPr>
        <p:spPr/>
        <p:txBody>
          <a:bodyPr/>
          <a:lstStyle/>
          <a:p>
            <a:r>
              <a:rPr lang="en-US" dirty="0"/>
              <a:t>Explain why photovoltaic mode was chosen</a:t>
            </a:r>
            <a:endParaRPr lang="en-NL" dirty="0"/>
          </a:p>
        </p:txBody>
      </p:sp>
      <p:sp>
        <p:nvSpPr>
          <p:cNvPr id="4" name="Slide Number Placeholder 3">
            <a:extLst>
              <a:ext uri="{FF2B5EF4-FFF2-40B4-BE49-F238E27FC236}">
                <a16:creationId xmlns:a16="http://schemas.microsoft.com/office/drawing/2014/main" id="{D07C4588-B7F9-40D0-4A8D-1B212D6F5618}"/>
              </a:ext>
            </a:extLst>
          </p:cNvPr>
          <p:cNvSpPr>
            <a:spLocks noGrp="1"/>
          </p:cNvSpPr>
          <p:nvPr>
            <p:ph type="sldNum" sz="quarter" idx="5"/>
          </p:nvPr>
        </p:nvSpPr>
        <p:spPr/>
        <p:txBody>
          <a:bodyPr/>
          <a:lstStyle/>
          <a:p>
            <a:fld id="{A9231E3D-0C33-46E2-9D47-2F079CA6FAED}" type="slidenum">
              <a:rPr lang="en-NL" smtClean="0"/>
              <a:t>7</a:t>
            </a:fld>
            <a:endParaRPr lang="en-NL"/>
          </a:p>
        </p:txBody>
      </p:sp>
    </p:spTree>
    <p:extLst>
      <p:ext uri="{BB962C8B-B14F-4D97-AF65-F5344CB8AC3E}">
        <p14:creationId xmlns:p14="http://schemas.microsoft.com/office/powerpoint/2010/main" val="2321871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4FDAF-F7D6-2F96-DBBD-2F1AD8BFF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F549B-88BA-7F9F-253E-0C21F14B66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5733E-65BB-1F0C-9941-B0E43E9CCB23}"/>
              </a:ext>
            </a:extLst>
          </p:cNvPr>
          <p:cNvSpPr>
            <a:spLocks noGrp="1"/>
          </p:cNvSpPr>
          <p:nvPr>
            <p:ph type="body" idx="1"/>
          </p:nvPr>
        </p:nvSpPr>
        <p:spPr/>
        <p:txBody>
          <a:bodyPr/>
          <a:lstStyle/>
          <a:p>
            <a:r>
              <a:rPr lang="en-US" dirty="0"/>
              <a:t>Say this was the original topology that was provided and several others were considered (e.g. inverting with input resistor/capacitor), but there was not enough literature on them</a:t>
            </a:r>
            <a:endParaRPr lang="en-NL" dirty="0"/>
          </a:p>
        </p:txBody>
      </p:sp>
      <p:sp>
        <p:nvSpPr>
          <p:cNvPr id="4" name="Slide Number Placeholder 3">
            <a:extLst>
              <a:ext uri="{FF2B5EF4-FFF2-40B4-BE49-F238E27FC236}">
                <a16:creationId xmlns:a16="http://schemas.microsoft.com/office/drawing/2014/main" id="{DCA659B7-7396-4561-11A1-3752E06D59F7}"/>
              </a:ext>
            </a:extLst>
          </p:cNvPr>
          <p:cNvSpPr>
            <a:spLocks noGrp="1"/>
          </p:cNvSpPr>
          <p:nvPr>
            <p:ph type="sldNum" sz="quarter" idx="5"/>
          </p:nvPr>
        </p:nvSpPr>
        <p:spPr/>
        <p:txBody>
          <a:bodyPr/>
          <a:lstStyle/>
          <a:p>
            <a:fld id="{A9231E3D-0C33-46E2-9D47-2F079CA6FAED}" type="slidenum">
              <a:rPr lang="en-NL" smtClean="0"/>
              <a:t>8</a:t>
            </a:fld>
            <a:endParaRPr lang="en-NL"/>
          </a:p>
        </p:txBody>
      </p:sp>
    </p:spTree>
    <p:extLst>
      <p:ext uri="{BB962C8B-B14F-4D97-AF65-F5344CB8AC3E}">
        <p14:creationId xmlns:p14="http://schemas.microsoft.com/office/powerpoint/2010/main" val="2896332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C1 reduces the bandwidth and the bootstrap buffer reduces the need for C1, thus increasing the bandwidth</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9</a:t>
            </a:fld>
            <a:endParaRPr lang="en-NL"/>
          </a:p>
        </p:txBody>
      </p:sp>
    </p:spTree>
    <p:extLst>
      <p:ext uri="{BB962C8B-B14F-4D97-AF65-F5344CB8AC3E}">
        <p14:creationId xmlns:p14="http://schemas.microsoft.com/office/powerpoint/2010/main" val="3934787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graphs</a:t>
            </a:r>
          </a:p>
        </p:txBody>
      </p:sp>
      <p:sp>
        <p:nvSpPr>
          <p:cNvPr id="4" name="Slide Number Placeholder 3"/>
          <p:cNvSpPr>
            <a:spLocks noGrp="1"/>
          </p:cNvSpPr>
          <p:nvPr>
            <p:ph type="sldNum" sz="quarter" idx="5"/>
          </p:nvPr>
        </p:nvSpPr>
        <p:spPr/>
        <p:txBody>
          <a:bodyPr/>
          <a:lstStyle/>
          <a:p>
            <a:fld id="{A9231E3D-0C33-46E2-9D47-2F079CA6FAED}" type="slidenum">
              <a:rPr lang="en-NL" smtClean="0"/>
              <a:t>10</a:t>
            </a:fld>
            <a:endParaRPr lang="en-NL"/>
          </a:p>
        </p:txBody>
      </p:sp>
    </p:spTree>
    <p:extLst>
      <p:ext uri="{BB962C8B-B14F-4D97-AF65-F5344CB8AC3E}">
        <p14:creationId xmlns:p14="http://schemas.microsoft.com/office/powerpoint/2010/main" val="1070677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T1 and CW-ODMR detectors</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15</a:t>
            </a:fld>
            <a:endParaRPr lang="en-NL"/>
          </a:p>
        </p:txBody>
      </p:sp>
    </p:spTree>
    <p:extLst>
      <p:ext uri="{BB962C8B-B14F-4D97-AF65-F5344CB8AC3E}">
        <p14:creationId xmlns:p14="http://schemas.microsoft.com/office/powerpoint/2010/main" val="29467948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92548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4">
            <a:extLst>
              <a:ext uri="{FF2B5EF4-FFF2-40B4-BE49-F238E27FC236}">
                <a16:creationId xmlns:a16="http://schemas.microsoft.com/office/drawing/2014/main" id="{F6D47D91-28BC-55BF-2739-3F9A78DF6B6A}"/>
              </a:ext>
            </a:extLst>
          </p:cNvPr>
          <p:cNvSpPr txBox="1">
            <a:spLocks/>
          </p:cNvSpPr>
          <p:nvPr userDrawn="1"/>
        </p:nvSpPr>
        <p:spPr>
          <a:xfrm>
            <a:off x="3351012" y="6290144"/>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899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a:t>Click to edit Master title style</a:t>
            </a:r>
            <a:endParaRPr lang="nl-NL" dirty="0"/>
          </a:p>
        </p:txBody>
      </p:sp>
      <p:sp>
        <p:nvSpPr>
          <p:cNvPr id="5" name="Slide Number Placeholder 4">
            <a:extLst>
              <a:ext uri="{FF2B5EF4-FFF2-40B4-BE49-F238E27FC236}">
                <a16:creationId xmlns:a16="http://schemas.microsoft.com/office/drawing/2014/main" id="{D72FB8A8-7DD0-E186-D775-7D9506BF185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268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Slide Number Placeholder 4">
            <a:extLst>
              <a:ext uri="{FF2B5EF4-FFF2-40B4-BE49-F238E27FC236}">
                <a16:creationId xmlns:a16="http://schemas.microsoft.com/office/drawing/2014/main" id="{9A3B2ADD-C079-742F-DAC3-51B12A42B42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36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85692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1408233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372566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
        <p:nvSpPr>
          <p:cNvPr id="4" name="Slide Number Placeholder 4">
            <a:extLst>
              <a:ext uri="{FF2B5EF4-FFF2-40B4-BE49-F238E27FC236}">
                <a16:creationId xmlns:a16="http://schemas.microsoft.com/office/drawing/2014/main" id="{F4692744-804B-DFC9-319F-465F6DD7697E}"/>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914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77624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3" name="Slide Number Placeholder 4">
            <a:extLst>
              <a:ext uri="{FF2B5EF4-FFF2-40B4-BE49-F238E27FC236}">
                <a16:creationId xmlns:a16="http://schemas.microsoft.com/office/drawing/2014/main" id="{DBDA2182-9B89-9AA7-EEBC-6365B9ED2A65}"/>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345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Slide Number Placeholder 4">
            <a:extLst>
              <a:ext uri="{FF2B5EF4-FFF2-40B4-BE49-F238E27FC236}">
                <a16:creationId xmlns:a16="http://schemas.microsoft.com/office/drawing/2014/main" id="{64790D4B-F150-51B2-1ADB-22B1B21D3657}"/>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3915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809584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1377594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1235898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4251615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0492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020692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1888252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3181934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646083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solidFill>
                  <a:schemeClr val="bg1"/>
                </a:solidFill>
              </a:defRPr>
            </a:lvl1pPr>
          </a:lstStyle>
          <a:p>
            <a:r>
              <a:rPr lang="en-US" dirty="0"/>
              <a:t>Click to edit Master title style</a:t>
            </a:r>
            <a:endParaRPr lang="en-NL" dirty="0"/>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339244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90874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733725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38169998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Tree>
    <p:extLst>
      <p:ext uri="{BB962C8B-B14F-4D97-AF65-F5344CB8AC3E}">
        <p14:creationId xmlns:p14="http://schemas.microsoft.com/office/powerpoint/2010/main" val="36099311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dirty="0"/>
              <a:t>Click to edit Master title style</a:t>
            </a:r>
            <a:endParaRPr lang="nl-NL" dirty="0"/>
          </a:p>
        </p:txBody>
      </p:sp>
    </p:spTree>
    <p:extLst>
      <p:ext uri="{BB962C8B-B14F-4D97-AF65-F5344CB8AC3E}">
        <p14:creationId xmlns:p14="http://schemas.microsoft.com/office/powerpoint/2010/main" val="32401124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0304751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41607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70685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12670309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4189214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5358282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17705217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33733011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2996912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34467716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22859855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8697320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15175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710370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28182065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42372041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dirty="0"/>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024346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 y="2624137"/>
            <a:ext cx="3932237" cy="1600200"/>
          </a:xfrm>
        </p:spPr>
        <p:txBody>
          <a:bodyPr anchor="b"/>
          <a:lstStyle>
            <a:lvl1pPr>
              <a:defRPr sz="3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9976352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4ABE-69B1-7BC8-F6AB-8778CF79B652}"/>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84AF2EC8-F5E4-567F-7044-BDD1109B7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F9AD05-7FFB-C789-87EF-31CFFF5301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859F0F1-C85D-2B09-E153-47B69EF08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BBF8C5-9BEA-FB3D-0D30-2002AA7F88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92C61F1-DAF6-435E-6343-3112BDAC475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3A8770E-0A61-C90B-9660-9A14DA18FF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6357C3-9B31-ECF5-2544-B7F29F246F7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150042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608789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dirty="0"/>
              <a:t>Click to edit Master title style</a:t>
            </a:r>
            <a:endParaRPr lang="en-NL" dirty="0"/>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64127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932882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3" name="Afbeelding 12">
            <a:extLst>
              <a:ext uri="{FF2B5EF4-FFF2-40B4-BE49-F238E27FC236}">
                <a16:creationId xmlns:a16="http://schemas.microsoft.com/office/drawing/2014/main" id="{43513369-5699-4CCE-93DA-0A9354F633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443051"/>
            <a:ext cx="2416626" cy="881095"/>
          </a:xfrm>
          <a:prstGeom prst="rect">
            <a:avLst/>
          </a:prstGeom>
        </p:spPr>
      </p:pic>
    </p:spTree>
    <p:extLst>
      <p:ext uri="{BB962C8B-B14F-4D97-AF65-F5344CB8AC3E}">
        <p14:creationId xmlns:p14="http://schemas.microsoft.com/office/powerpoint/2010/main" val="22301944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594100"/>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3920362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82D7232F-6567-4478-A980-A756C72F99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
        <p:nvSpPr>
          <p:cNvPr id="2" name="Titel 1">
            <a:extLst>
              <a:ext uri="{FF2B5EF4-FFF2-40B4-BE49-F238E27FC236}">
                <a16:creationId xmlns:a16="http://schemas.microsoft.com/office/drawing/2014/main" id="{9B1726F7-A1D1-4F7D-A6A9-F4BE37A8413B}"/>
              </a:ext>
            </a:extLst>
          </p:cNvPr>
          <p:cNvSpPr>
            <a:spLocks noGrp="1"/>
          </p:cNvSpPr>
          <p:nvPr>
            <p:ph type="title"/>
          </p:nvPr>
        </p:nvSpPr>
        <p:spPr>
          <a:xfrm>
            <a:off x="540000" y="500284"/>
            <a:ext cx="11096477"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901B3125-4D60-4C8B-8468-32E19AAC1687}"/>
              </a:ext>
            </a:extLst>
          </p:cNvPr>
          <p:cNvSpPr>
            <a:spLocks noGrp="1"/>
          </p:cNvSpPr>
          <p:nvPr>
            <p:ph type="body" sz="quarter" idx="10"/>
          </p:nvPr>
        </p:nvSpPr>
        <p:spPr>
          <a:xfrm>
            <a:off x="540000" y="2520001"/>
            <a:ext cx="11080750" cy="30643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57701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F59E5169-77CD-422C-B61A-44FA12564C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
        <p:nvSpPr>
          <p:cNvPr id="2" name="Titel 1">
            <a:extLst>
              <a:ext uri="{FF2B5EF4-FFF2-40B4-BE49-F238E27FC236}">
                <a16:creationId xmlns:a16="http://schemas.microsoft.com/office/drawing/2014/main" id="{C814A899-67D6-40BC-8EE2-7F21AD2D624C}"/>
              </a:ext>
            </a:extLst>
          </p:cNvPr>
          <p:cNvSpPr>
            <a:spLocks noGrp="1"/>
          </p:cNvSpPr>
          <p:nvPr>
            <p:ph type="title"/>
          </p:nvPr>
        </p:nvSpPr>
        <p:spPr>
          <a:xfrm>
            <a:off x="540000" y="540000"/>
            <a:ext cx="11142324" cy="1435507"/>
          </a:xfrm>
        </p:spPr>
        <p:txBody>
          <a:bodyPr/>
          <a:lstStyle>
            <a:lvl1pPr>
              <a:defRPr>
                <a:solidFill>
                  <a:schemeClr val="bg1"/>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D237381A-A174-44E9-B0E4-503D67E36DC3}"/>
              </a:ext>
            </a:extLst>
          </p:cNvPr>
          <p:cNvSpPr>
            <a:spLocks noGrp="1"/>
          </p:cNvSpPr>
          <p:nvPr>
            <p:ph type="body" sz="quarter" idx="10"/>
          </p:nvPr>
        </p:nvSpPr>
        <p:spPr>
          <a:xfrm>
            <a:off x="540000" y="2520000"/>
            <a:ext cx="11142324" cy="315106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1520401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9" name="Afbeelding 8">
            <a:extLst>
              <a:ext uri="{FF2B5EF4-FFF2-40B4-BE49-F238E27FC236}">
                <a16:creationId xmlns:a16="http://schemas.microsoft.com/office/drawing/2014/main" id="{D6DC7D93-812A-44EF-8162-A5D520F00F1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Tree>
    <p:extLst>
      <p:ext uri="{BB962C8B-B14F-4D97-AF65-F5344CB8AC3E}">
        <p14:creationId xmlns:p14="http://schemas.microsoft.com/office/powerpoint/2010/main" val="7416370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5" name="Afbeelding 14">
            <a:extLst>
              <a:ext uri="{FF2B5EF4-FFF2-40B4-BE49-F238E27FC236}">
                <a16:creationId xmlns:a16="http://schemas.microsoft.com/office/drawing/2014/main" id="{6659DCAD-DB1A-4352-8836-E929632DDE7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Tree>
    <p:extLst>
      <p:ext uri="{BB962C8B-B14F-4D97-AF65-F5344CB8AC3E}">
        <p14:creationId xmlns:p14="http://schemas.microsoft.com/office/powerpoint/2010/main" val="26236311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1" y="0"/>
            <a:ext cx="8111065"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7" name="Afbeelding 6">
            <a:extLst>
              <a:ext uri="{FF2B5EF4-FFF2-40B4-BE49-F238E27FC236}">
                <a16:creationId xmlns:a16="http://schemas.microsoft.com/office/drawing/2014/main" id="{669C65DB-15A3-40B1-BBEC-ED2A1BA173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8" name="Rechthoek 7">
            <a:extLst>
              <a:ext uri="{FF2B5EF4-FFF2-40B4-BE49-F238E27FC236}">
                <a16:creationId xmlns:a16="http://schemas.microsoft.com/office/drawing/2014/main" id="{6878B443-A221-472B-9B31-D2923602B620}"/>
              </a:ext>
            </a:extLst>
          </p:cNvPr>
          <p:cNvSpPr/>
          <p:nvPr/>
        </p:nvSpPr>
        <p:spPr>
          <a:xfrm>
            <a:off x="8111066"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5" name="Titel 4">
            <a:extLst>
              <a:ext uri="{FF2B5EF4-FFF2-40B4-BE49-F238E27FC236}">
                <a16:creationId xmlns:a16="http://schemas.microsoft.com/office/drawing/2014/main" id="{3BC222D1-C306-4567-A343-C722A1158F2B}"/>
              </a:ext>
            </a:extLst>
          </p:cNvPr>
          <p:cNvSpPr>
            <a:spLocks noGrp="1"/>
          </p:cNvSpPr>
          <p:nvPr>
            <p:ph type="title"/>
          </p:nvPr>
        </p:nvSpPr>
        <p:spPr>
          <a:xfrm>
            <a:off x="8435064" y="828742"/>
            <a:ext cx="3432935" cy="4318445"/>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35402933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7" name="Afbeelding 6">
            <a:extLst>
              <a:ext uri="{FF2B5EF4-FFF2-40B4-BE49-F238E27FC236}">
                <a16:creationId xmlns:a16="http://schemas.microsoft.com/office/drawing/2014/main" id="{9BAC8430-1514-4873-ABE5-EA31EA5A06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3357614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AEB84E45-4AEA-4831-9B87-14B3517136B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2" name="Slide Number Placeholder 4">
            <a:extLst>
              <a:ext uri="{FF2B5EF4-FFF2-40B4-BE49-F238E27FC236}">
                <a16:creationId xmlns:a16="http://schemas.microsoft.com/office/drawing/2014/main" id="{EC19DED4-6C40-E918-74F2-5A9021C18362}"/>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5143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EC08955C-C1E9-4B08-A66E-790BD8E5EB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4534142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1_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Tijdelijke aanduiding voor datum 3"/>
          <p:cNvSpPr>
            <a:spLocks noGrp="1"/>
          </p:cNvSpPr>
          <p:nvPr>
            <p:ph type="dt" sz="half" idx="10"/>
          </p:nvPr>
        </p:nvSpPr>
        <p:spPr/>
        <p:txBody>
          <a:bodyPr/>
          <a:lstStyle/>
          <a:p>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82B4C31-D587-489A-9E91-35D0F767D5C0}" type="slidenum">
              <a:rPr lang="nl-NL" smtClean="0"/>
              <a:t>‹#›</a:t>
            </a:fld>
            <a:endParaRPr lang="nl-NL"/>
          </a:p>
        </p:txBody>
      </p:sp>
    </p:spTree>
    <p:extLst>
      <p:ext uri="{BB962C8B-B14F-4D97-AF65-F5344CB8AC3E}">
        <p14:creationId xmlns:p14="http://schemas.microsoft.com/office/powerpoint/2010/main" val="34415077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3" y="3"/>
            <a:ext cx="12191996" cy="685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356"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356"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6" name="Tekstvak 5">
            <a:extLst>
              <a:ext uri="{FF2B5EF4-FFF2-40B4-BE49-F238E27FC236}">
                <a16:creationId xmlns:a16="http://schemas.microsoft.com/office/drawing/2014/main" id="{9287665F-62CD-4131-9BD9-8FAAA949A596}"/>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a:t>
            </a:r>
          </a:p>
        </p:txBody>
      </p:sp>
      <p:pic>
        <p:nvPicPr>
          <p:cNvPr id="10" name="Afbeelding 9">
            <a:extLst>
              <a:ext uri="{FF2B5EF4-FFF2-40B4-BE49-F238E27FC236}">
                <a16:creationId xmlns:a16="http://schemas.microsoft.com/office/drawing/2014/main" id="{12CF3485-17FB-471E-8577-1BDF378BC7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13739561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eldia - groen">
    <p:spTree>
      <p:nvGrpSpPr>
        <p:cNvPr id="1" name=""/>
        <p:cNvGrpSpPr/>
        <p:nvPr/>
      </p:nvGrpSpPr>
      <p:grpSpPr>
        <a:xfrm>
          <a:off x="0" y="0"/>
          <a:ext cx="0" cy="0"/>
          <a:chOff x="0" y="0"/>
          <a:chExt cx="0" cy="0"/>
        </a:xfrm>
      </p:grpSpPr>
      <p:sp>
        <p:nvSpPr>
          <p:cNvPr id="4" name="Rectangle 3"/>
          <p:cNvSpPr/>
          <p:nvPr/>
        </p:nvSpPr>
        <p:spPr>
          <a:xfrm>
            <a:off x="1" y="3"/>
            <a:ext cx="822491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8131127" y="0"/>
            <a:ext cx="406603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bg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7"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000" cy="298223"/>
          </a:xfrm>
          <a:prstGeom prst="rect">
            <a:avLst/>
          </a:prstGeom>
        </p:spPr>
        <p:txBody>
          <a:bodyPr>
            <a:normAutofit/>
          </a:bodyPr>
          <a:lstStyle>
            <a:lvl1pPr marL="0" indent="0">
              <a:buFontTx/>
              <a:buNone/>
              <a:defRPr sz="1600" baseline="0">
                <a:solidFill>
                  <a:schemeClr val="bg1"/>
                </a:solidFill>
              </a:defRPr>
            </a:lvl1pPr>
          </a:lstStyle>
          <a:p>
            <a:r>
              <a:rPr lang="nl-NL"/>
              <a:t>Voor- en achternaam</a:t>
            </a:r>
          </a:p>
        </p:txBody>
      </p:sp>
      <p:sp>
        <p:nvSpPr>
          <p:cNvPr id="8"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39347" cy="304800"/>
          </a:xfrm>
          <a:prstGeom prst="rect">
            <a:avLst/>
          </a:prstGeom>
        </p:spPr>
        <p:txBody>
          <a:bodyPr>
            <a:normAutofit/>
          </a:bodyPr>
          <a:lstStyle>
            <a:lvl1pPr marL="0" indent="0">
              <a:buFontTx/>
              <a:buNone/>
              <a:defRPr sz="1600" baseline="0">
                <a:solidFill>
                  <a:schemeClr val="bg1"/>
                </a:solidFill>
              </a:defRPr>
            </a:lvl1pPr>
          </a:lstStyle>
          <a:p>
            <a:r>
              <a:rPr lang="nl-NL"/>
              <a:t>Datum</a:t>
            </a:r>
          </a:p>
        </p:txBody>
      </p:sp>
      <p:sp>
        <p:nvSpPr>
          <p:cNvPr id="9" name="Tekstvak 8">
            <a:extLst>
              <a:ext uri="{FF2B5EF4-FFF2-40B4-BE49-F238E27FC236}">
                <a16:creationId xmlns:a16="http://schemas.microsoft.com/office/drawing/2014/main" id="{CF62E955-F76A-4DE8-A1BB-8B59F2C0B567}"/>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TITELDIA-GROEN</a:t>
            </a:r>
          </a:p>
        </p:txBody>
      </p:sp>
      <p:pic>
        <p:nvPicPr>
          <p:cNvPr id="15" name="Afbeelding 14">
            <a:extLst>
              <a:ext uri="{FF2B5EF4-FFF2-40B4-BE49-F238E27FC236}">
                <a16:creationId xmlns:a16="http://schemas.microsoft.com/office/drawing/2014/main" id="{B1A9597E-956D-4D57-9D06-941C499C519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1559" y="5461202"/>
            <a:ext cx="2842299" cy="1100335"/>
          </a:xfrm>
          <a:prstGeom prst="rect">
            <a:avLst/>
          </a:prstGeom>
        </p:spPr>
      </p:pic>
    </p:spTree>
    <p:extLst>
      <p:ext uri="{BB962C8B-B14F-4D97-AF65-F5344CB8AC3E}">
        <p14:creationId xmlns:p14="http://schemas.microsoft.com/office/powerpoint/2010/main" val="35503672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eldia met foto">
    <p:spTree>
      <p:nvGrpSpPr>
        <p:cNvPr id="1" name=""/>
        <p:cNvGrpSpPr/>
        <p:nvPr/>
      </p:nvGrpSpPr>
      <p:grpSpPr>
        <a:xfrm>
          <a:off x="0" y="0"/>
          <a:ext cx="0" cy="0"/>
          <a:chOff x="0" y="0"/>
          <a:chExt cx="0" cy="0"/>
        </a:xfrm>
      </p:grpSpPr>
      <p:sp>
        <p:nvSpPr>
          <p:cNvPr id="4" name="Rectangle 3"/>
          <p:cNvSpPr/>
          <p:nvPr/>
        </p:nvSpPr>
        <p:spPr>
          <a:xfrm>
            <a:off x="-1" y="3"/>
            <a:ext cx="8203476"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Picture Placeholder 7"/>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9"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653" cy="298223"/>
          </a:xfrm>
          <a:prstGeom prst="rect">
            <a:avLst/>
          </a:prstGeom>
        </p:spPr>
        <p:txBody>
          <a:bodyPr>
            <a:normAutofit/>
          </a:bodyPr>
          <a:lstStyle>
            <a:lvl1pPr marL="0" indent="0">
              <a:buFontTx/>
              <a:buNone/>
              <a:defRPr sz="1600" baseline="0">
                <a:solidFill>
                  <a:srgbClr val="009C82"/>
                </a:solidFill>
              </a:defRPr>
            </a:lvl1pPr>
          </a:lstStyle>
          <a:p>
            <a:r>
              <a:rPr lang="nl-NL"/>
              <a:t>Voor- en achternaam</a:t>
            </a:r>
          </a:p>
        </p:txBody>
      </p:sp>
      <p:sp>
        <p:nvSpPr>
          <p:cNvPr id="10"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40000" cy="304800"/>
          </a:xfrm>
          <a:prstGeom prst="rect">
            <a:avLst/>
          </a:prstGeom>
        </p:spPr>
        <p:txBody>
          <a:bodyPr>
            <a:normAutofit/>
          </a:bodyPr>
          <a:lstStyle>
            <a:lvl1pPr marL="0" indent="0">
              <a:buFontTx/>
              <a:buNone/>
              <a:defRPr sz="1600" baseline="0">
                <a:solidFill>
                  <a:srgbClr val="009C82"/>
                </a:solidFill>
              </a:defRPr>
            </a:lvl1pPr>
          </a:lstStyle>
          <a:p>
            <a:r>
              <a:rPr lang="nl-NL"/>
              <a:t>Datum</a:t>
            </a:r>
          </a:p>
        </p:txBody>
      </p:sp>
      <p:sp>
        <p:nvSpPr>
          <p:cNvPr id="12" name="Tekstvak 11">
            <a:extLst>
              <a:ext uri="{FF2B5EF4-FFF2-40B4-BE49-F238E27FC236}">
                <a16:creationId xmlns:a16="http://schemas.microsoft.com/office/drawing/2014/main" id="{CCE6B724-6B58-4515-B463-84D4E794F73B}"/>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 MET FOTO</a:t>
            </a:r>
          </a:p>
        </p:txBody>
      </p:sp>
      <p:sp>
        <p:nvSpPr>
          <p:cNvPr id="14" name="Tekstvak 13">
            <a:extLst>
              <a:ext uri="{FF2B5EF4-FFF2-40B4-BE49-F238E27FC236}">
                <a16:creationId xmlns:a16="http://schemas.microsoft.com/office/drawing/2014/main" id="{A8F674CA-F8DA-462E-A15C-CDBF6BC504E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15" name="Afbeelding 14">
            <a:extLst>
              <a:ext uri="{FF2B5EF4-FFF2-40B4-BE49-F238E27FC236}">
                <a16:creationId xmlns:a16="http://schemas.microsoft.com/office/drawing/2014/main" id="{A8A007AA-B55B-4E9D-A2F8-666B46E418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8AFAFDC3-00F9-47CD-8BCB-D1616EBC9E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8" name="Afbeelding 17">
            <a:extLst>
              <a:ext uri="{FF2B5EF4-FFF2-40B4-BE49-F238E27FC236}">
                <a16:creationId xmlns:a16="http://schemas.microsoft.com/office/drawing/2014/main" id="{5C8AFDF8-1E85-4372-95AE-14A33EA128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9" name="Afbeelding 18">
            <a:extLst>
              <a:ext uri="{FF2B5EF4-FFF2-40B4-BE49-F238E27FC236}">
                <a16:creationId xmlns:a16="http://schemas.microsoft.com/office/drawing/2014/main" id="{DCC2A9E9-C804-4EB0-B3AD-C5402F1A15B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382265204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5" name="Tekstvak 4">
            <a:extLst>
              <a:ext uri="{FF2B5EF4-FFF2-40B4-BE49-F238E27FC236}">
                <a16:creationId xmlns:a16="http://schemas.microsoft.com/office/drawing/2014/main" id="{83CAAD80-5083-4E39-80FC-83B1EBE8A58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a:t>
            </a:r>
          </a:p>
        </p:txBody>
      </p:sp>
    </p:spTree>
    <p:extLst>
      <p:ext uri="{BB962C8B-B14F-4D97-AF65-F5344CB8AC3E}">
        <p14:creationId xmlns:p14="http://schemas.microsoft.com/office/powerpoint/2010/main" val="114978590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el en object (w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Tekstvak 5">
            <a:extLst>
              <a:ext uri="{FF2B5EF4-FFF2-40B4-BE49-F238E27FC236}">
                <a16:creationId xmlns:a16="http://schemas.microsoft.com/office/drawing/2014/main" id="{E631A57E-AFC2-43F7-8E0B-1D68531D3ABF}"/>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a:t>
            </a:r>
          </a:p>
        </p:txBody>
      </p:sp>
    </p:spTree>
    <p:extLst>
      <p:ext uri="{BB962C8B-B14F-4D97-AF65-F5344CB8AC3E}">
        <p14:creationId xmlns:p14="http://schemas.microsoft.com/office/powerpoint/2010/main" val="7134578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el en object (wit+1/3 foto)">
    <p:spTree>
      <p:nvGrpSpPr>
        <p:cNvPr id="1" name=""/>
        <p:cNvGrpSpPr/>
        <p:nvPr/>
      </p:nvGrpSpPr>
      <p:grpSpPr>
        <a:xfrm>
          <a:off x="0" y="0"/>
          <a:ext cx="0" cy="0"/>
          <a:chOff x="0" y="0"/>
          <a:chExt cx="0" cy="0"/>
        </a:xfrm>
      </p:grpSpPr>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0" name="Picture Placeholder 7">
            <a:extLst>
              <a:ext uri="{FF2B5EF4-FFF2-40B4-BE49-F238E27FC236}">
                <a16:creationId xmlns:a16="http://schemas.microsoft.com/office/drawing/2014/main" id="{6892B8C9-9FB2-4773-A4FB-95DC8AA4747A}"/>
              </a:ext>
            </a:extLst>
          </p:cNvPr>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title"/>
          </p:nvPr>
        </p:nvSpPr>
        <p:spPr>
          <a:xfrm>
            <a:off x="670986" y="1026000"/>
            <a:ext cx="7122865" cy="666000"/>
          </a:xfrm>
        </p:spPr>
        <p:txBody>
          <a:body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1" name="Tekstvak 10">
            <a:extLst>
              <a:ext uri="{FF2B5EF4-FFF2-40B4-BE49-F238E27FC236}">
                <a16:creationId xmlns:a16="http://schemas.microsoft.com/office/drawing/2014/main" id="{7A595EE6-BDA6-43DD-955F-79046DE607D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(wit+1/3 foto)</a:t>
            </a:r>
          </a:p>
        </p:txBody>
      </p:sp>
      <p:pic>
        <p:nvPicPr>
          <p:cNvPr id="13" name="Afbeelding 12">
            <a:extLst>
              <a:ext uri="{FF2B5EF4-FFF2-40B4-BE49-F238E27FC236}">
                <a16:creationId xmlns:a16="http://schemas.microsoft.com/office/drawing/2014/main" id="{C029E682-A8BB-47FD-A325-4DFA434539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38D7D234-8261-4EA0-B56C-D8D99B2E30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89B0BBB-4ADE-4546-9C32-E55E68427B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5" name="Tekstvak 14">
            <a:extLst>
              <a:ext uri="{FF2B5EF4-FFF2-40B4-BE49-F238E27FC236}">
                <a16:creationId xmlns:a16="http://schemas.microsoft.com/office/drawing/2014/main" id="{A4CF239C-5E61-4154-A6FE-1FDBBAB3A7B9}"/>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1800331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el en object (wit+2/3 foto)">
    <p:spTree>
      <p:nvGrpSpPr>
        <p:cNvPr id="1" name=""/>
        <p:cNvGrpSpPr/>
        <p:nvPr/>
      </p:nvGrpSpPr>
      <p:grpSpPr>
        <a:xfrm>
          <a:off x="0" y="0"/>
          <a:ext cx="0" cy="0"/>
          <a:chOff x="0" y="0"/>
          <a:chExt cx="0" cy="0"/>
        </a:xfrm>
      </p:grpSpPr>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1" name="Tekstvak 10">
            <a:extLst>
              <a:ext uri="{FF2B5EF4-FFF2-40B4-BE49-F238E27FC236}">
                <a16:creationId xmlns:a16="http://schemas.microsoft.com/office/drawing/2014/main" id="{E4520427-BA8E-4D38-95EF-C9120025EE0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(wit+2/3 foto)</a:t>
            </a:r>
          </a:p>
        </p:txBody>
      </p:sp>
      <p:pic>
        <p:nvPicPr>
          <p:cNvPr id="13" name="Afbeelding 12">
            <a:extLst>
              <a:ext uri="{FF2B5EF4-FFF2-40B4-BE49-F238E27FC236}">
                <a16:creationId xmlns:a16="http://schemas.microsoft.com/office/drawing/2014/main" id="{45BB2FBE-FC88-42C6-9174-5B42C6FFF5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DFF4EBA5-603A-445C-8AD1-3851C6AF8F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5" name="Afbeelding 14">
            <a:extLst>
              <a:ext uri="{FF2B5EF4-FFF2-40B4-BE49-F238E27FC236}">
                <a16:creationId xmlns:a16="http://schemas.microsoft.com/office/drawing/2014/main" id="{5842EA36-C2FD-4BE7-A75F-AF0D849969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6" name="Tekstvak 15">
            <a:extLst>
              <a:ext uri="{FF2B5EF4-FFF2-40B4-BE49-F238E27FC236}">
                <a16:creationId xmlns:a16="http://schemas.microsoft.com/office/drawing/2014/main" id="{8B6077C4-AF02-4848-AD0D-4DD038E4E57A}"/>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3" name="Titel 2">
            <a:extLst>
              <a:ext uri="{FF2B5EF4-FFF2-40B4-BE49-F238E27FC236}">
                <a16:creationId xmlns:a16="http://schemas.microsoft.com/office/drawing/2014/main" id="{572574B8-641E-4642-A1D6-57EB1E59FBC1}"/>
              </a:ext>
            </a:extLst>
          </p:cNvPr>
          <p:cNvSpPr>
            <a:spLocks noGrp="1"/>
          </p:cNvSpPr>
          <p:nvPr>
            <p:ph type="title"/>
          </p:nvPr>
        </p:nvSpPr>
        <p:spPr>
          <a:xfrm>
            <a:off x="672000" y="1026000"/>
            <a:ext cx="3121374" cy="666000"/>
          </a:xfrm>
        </p:spPr>
        <p:txBody>
          <a:bodyPr/>
          <a:lstStyle/>
          <a:p>
            <a:r>
              <a:rPr lang="en-US"/>
              <a:t>Click to edit Master title style</a:t>
            </a:r>
            <a:endParaRPr lang="en-GB"/>
          </a:p>
        </p:txBody>
      </p:sp>
      <p:sp>
        <p:nvSpPr>
          <p:cNvPr id="12" name="Tijdelijke aanduiding voor inhoud 2">
            <a:extLst>
              <a:ext uri="{FF2B5EF4-FFF2-40B4-BE49-F238E27FC236}">
                <a16:creationId xmlns:a16="http://schemas.microsoft.com/office/drawing/2014/main" id="{41D107AE-6AC5-4E94-825B-476C4EB5AD0E}"/>
              </a:ext>
            </a:extLst>
          </p:cNvPr>
          <p:cNvSpPr>
            <a:spLocks noGrp="1"/>
          </p:cNvSpPr>
          <p:nvPr>
            <p:ph idx="1"/>
          </p:nvPr>
        </p:nvSpPr>
        <p:spPr>
          <a:xfrm>
            <a:off x="670987" y="1764000"/>
            <a:ext cx="3121374"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801922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el en object (groen)">
    <p:spTree>
      <p:nvGrpSpPr>
        <p:cNvPr id="1" name=""/>
        <p:cNvGrpSpPr/>
        <p:nvPr/>
      </p:nvGrpSpPr>
      <p:grpSpPr>
        <a:xfrm>
          <a:off x="0" y="0"/>
          <a:ext cx="0" cy="0"/>
          <a:chOff x="0" y="0"/>
          <a:chExt cx="0" cy="0"/>
        </a:xfrm>
      </p:grpSpPr>
      <p:sp>
        <p:nvSpPr>
          <p:cNvPr id="4" name="Rechthoek 3"/>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chemeClr val="bg1"/>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86EBFDE8-B5CE-401E-8469-26933AAE4F33}"/>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a:t>
            </a:r>
          </a:p>
        </p:txBody>
      </p:sp>
      <p:pic>
        <p:nvPicPr>
          <p:cNvPr id="13" name="Afbeelding 12">
            <a:extLst>
              <a:ext uri="{FF2B5EF4-FFF2-40B4-BE49-F238E27FC236}">
                <a16:creationId xmlns:a16="http://schemas.microsoft.com/office/drawing/2014/main" id="{D25D200E-0D89-4918-8FEC-8C4416C12CC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122188501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el en object (groen+1/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a:xfrm>
            <a:off x="670986" y="1026000"/>
            <a:ext cx="7122865" cy="666000"/>
          </a:xfrm>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8225369" y="0"/>
            <a:ext cx="3966633"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4C1CB270-3104-4523-AB85-86B0C678E631}"/>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(groen+1/3 foto)</a:t>
            </a:r>
          </a:p>
        </p:txBody>
      </p:sp>
      <p:pic>
        <p:nvPicPr>
          <p:cNvPr id="15" name="Afbeelding 14">
            <a:extLst>
              <a:ext uri="{FF2B5EF4-FFF2-40B4-BE49-F238E27FC236}">
                <a16:creationId xmlns:a16="http://schemas.microsoft.com/office/drawing/2014/main" id="{44AFC8A0-D9D9-4FDC-AA0B-3AC152C587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27B4DFB2-E726-48CA-BF58-470D84AEE4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78BF8541-7B2F-4AF1-98D2-F872725BD3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5024C2AF-5528-434F-92BD-EC588604F841}"/>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20" name="Afbeelding 19">
            <a:extLst>
              <a:ext uri="{FF2B5EF4-FFF2-40B4-BE49-F238E27FC236}">
                <a16:creationId xmlns:a16="http://schemas.microsoft.com/office/drawing/2014/main" id="{26F5C812-23F5-4050-AC64-729B0E48218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234187516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el en object (groen+2/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F710D2C9-CBE6-4CD7-81BB-91DEE2FE371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(groen+2/3 foto)</a:t>
            </a:r>
          </a:p>
        </p:txBody>
      </p:sp>
      <p:pic>
        <p:nvPicPr>
          <p:cNvPr id="15" name="Afbeelding 14">
            <a:extLst>
              <a:ext uri="{FF2B5EF4-FFF2-40B4-BE49-F238E27FC236}">
                <a16:creationId xmlns:a16="http://schemas.microsoft.com/office/drawing/2014/main" id="{AD136605-3DEF-465E-8B56-319FC4B68D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0250544-D823-418F-966E-C7D8943C20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2968F752-43C6-425E-9342-5E238901A72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46267936-07FE-4EFB-8513-36D66146933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14" name="Titel 2">
            <a:extLst>
              <a:ext uri="{FF2B5EF4-FFF2-40B4-BE49-F238E27FC236}">
                <a16:creationId xmlns:a16="http://schemas.microsoft.com/office/drawing/2014/main" id="{E59E2A4A-E906-40C2-9FE4-8D70A8B6AF0E}"/>
              </a:ext>
            </a:extLst>
          </p:cNvPr>
          <p:cNvSpPr>
            <a:spLocks noGrp="1"/>
          </p:cNvSpPr>
          <p:nvPr>
            <p:ph type="title"/>
          </p:nvPr>
        </p:nvSpPr>
        <p:spPr>
          <a:xfrm>
            <a:off x="672000" y="1026000"/>
            <a:ext cx="3121374" cy="666000"/>
          </a:xfrm>
        </p:spPr>
        <p:txBody>
          <a:bodyPr/>
          <a:lstStyle>
            <a:lvl1pPr>
              <a:defRPr>
                <a:solidFill>
                  <a:schemeClr val="bg1"/>
                </a:solidFill>
              </a:defRPr>
            </a:lvl1pPr>
          </a:lstStyle>
          <a:p>
            <a:r>
              <a:rPr lang="en-US"/>
              <a:t>Click to edit Master title style</a:t>
            </a:r>
            <a:endParaRPr lang="en-GB"/>
          </a:p>
        </p:txBody>
      </p:sp>
      <p:sp>
        <p:nvSpPr>
          <p:cNvPr id="20" name="Tijdelijke aanduiding voor inhoud 2">
            <a:extLst>
              <a:ext uri="{FF2B5EF4-FFF2-40B4-BE49-F238E27FC236}">
                <a16:creationId xmlns:a16="http://schemas.microsoft.com/office/drawing/2014/main" id="{3439CB3E-A9D4-4E2D-922F-65E21A0AFD96}"/>
              </a:ext>
            </a:extLst>
          </p:cNvPr>
          <p:cNvSpPr>
            <a:spLocks noGrp="1"/>
          </p:cNvSpPr>
          <p:nvPr>
            <p:ph idx="1"/>
          </p:nvPr>
        </p:nvSpPr>
        <p:spPr>
          <a:xfrm>
            <a:off x="670987" y="1764000"/>
            <a:ext cx="3121374"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Afbeelding 21">
            <a:extLst>
              <a:ext uri="{FF2B5EF4-FFF2-40B4-BE49-F238E27FC236}">
                <a16:creationId xmlns:a16="http://schemas.microsoft.com/office/drawing/2014/main" id="{37035787-6F0F-49E5-9360-6DDB5D5A46E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337061404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Grote 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a:lvl1pPr>
          </a:lstStyle>
          <a:p>
            <a:r>
              <a:rPr lang="nl-NL"/>
              <a:t>Klik op het </a:t>
            </a:r>
            <a:br>
              <a:rPr lang="nl-NL"/>
            </a:br>
            <a:r>
              <a:rPr lang="nl-NL"/>
              <a:t>afbeeldingspictogram en </a:t>
            </a:r>
            <a:br>
              <a:rPr lang="nl-NL"/>
            </a:br>
            <a:r>
              <a:rPr lang="nl-NL"/>
              <a:t>voeg je eigen foto in.</a:t>
            </a:r>
          </a:p>
          <a:p>
            <a:endParaRPr lang="nl-NL"/>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ijdelijke aanduiding voor afbeelding 7"/>
          <p:cNvSpPr>
            <a:spLocks noGrp="1"/>
          </p:cNvSpPr>
          <p:nvPr>
            <p:ph type="pic" sz="quarter" idx="11" hasCustomPrompt="1"/>
          </p:nvPr>
        </p:nvSpPr>
        <p:spPr>
          <a:xfrm>
            <a:off x="302400" y="6202800"/>
            <a:ext cx="1152000" cy="446400"/>
          </a:xfrm>
          <a:blipFill>
            <a:blip r:embed="rId2"/>
            <a:stretch>
              <a:fillRect/>
            </a:stretch>
          </a:blipFill>
        </p:spPr>
        <p:txBody>
          <a:bodyPr/>
          <a:lstStyle>
            <a:lvl1pPr marL="0" indent="0">
              <a:buNone/>
              <a:defRPr/>
            </a:lvl1pPr>
          </a:lstStyle>
          <a:p>
            <a:r>
              <a:rPr lang="nl-NL"/>
              <a:t> </a:t>
            </a:r>
          </a:p>
        </p:txBody>
      </p:sp>
      <p:sp>
        <p:nvSpPr>
          <p:cNvPr id="11" name="Tekstvak 10">
            <a:extLst>
              <a:ext uri="{FF2B5EF4-FFF2-40B4-BE49-F238E27FC236}">
                <a16:creationId xmlns:a16="http://schemas.microsoft.com/office/drawing/2014/main" id="{A817D2C3-502A-4EA4-8566-1A465E14F8A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Grote foto</a:t>
            </a:r>
          </a:p>
        </p:txBody>
      </p:sp>
      <p:pic>
        <p:nvPicPr>
          <p:cNvPr id="12" name="Afbeelding 11">
            <a:extLst>
              <a:ext uri="{FF2B5EF4-FFF2-40B4-BE49-F238E27FC236}">
                <a16:creationId xmlns:a16="http://schemas.microsoft.com/office/drawing/2014/main" id="{648CED8D-9F18-460A-A1D9-D9742331D7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3" name="Afbeelding 12">
            <a:extLst>
              <a:ext uri="{FF2B5EF4-FFF2-40B4-BE49-F238E27FC236}">
                <a16:creationId xmlns:a16="http://schemas.microsoft.com/office/drawing/2014/main" id="{C95B1336-E4CD-4D66-9B53-2E2B09B439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734EEF8F-C0DB-44F7-80E9-6F24D5F4CA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0" name="Tekstvak 9">
            <a:extLst>
              <a:ext uri="{FF2B5EF4-FFF2-40B4-BE49-F238E27FC236}">
                <a16:creationId xmlns:a16="http://schemas.microsoft.com/office/drawing/2014/main" id="{7488985C-F0AB-45E1-B334-177AE6C9DAD3}"/>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317424032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670900" y="4406903"/>
            <a:ext cx="10418317" cy="1362075"/>
          </a:xfrm>
        </p:spPr>
        <p:txBody>
          <a:bodyPr anchor="t"/>
          <a:lstStyle>
            <a:lvl1pPr algn="l">
              <a:defRPr sz="4000" b="1" cap="all"/>
            </a:lvl1pPr>
          </a:lstStyle>
          <a:p>
            <a:r>
              <a:rPr lang="en-US"/>
              <a:t>Click to edit Master title style</a:t>
            </a:r>
          </a:p>
        </p:txBody>
      </p:sp>
      <p:sp>
        <p:nvSpPr>
          <p:cNvPr id="3" name="Tijdelijke aanduiding voor tekst 2"/>
          <p:cNvSpPr>
            <a:spLocks noGrp="1"/>
          </p:cNvSpPr>
          <p:nvPr>
            <p:ph type="body" idx="1"/>
          </p:nvPr>
        </p:nvSpPr>
        <p:spPr>
          <a:xfrm>
            <a:off x="670985" y="2906713"/>
            <a:ext cx="104170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39D60296-2A65-4A38-BB67-4A38E7380A8E}"/>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sectiekop</a:t>
            </a:r>
          </a:p>
        </p:txBody>
      </p:sp>
    </p:spTree>
    <p:extLst>
      <p:ext uri="{BB962C8B-B14F-4D97-AF65-F5344CB8AC3E}">
        <p14:creationId xmlns:p14="http://schemas.microsoft.com/office/powerpoint/2010/main" val="2239772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670983" y="1736728"/>
            <a:ext cx="4992000"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inhoud 3"/>
          <p:cNvSpPr>
            <a:spLocks noGrp="1"/>
          </p:cNvSpPr>
          <p:nvPr>
            <p:ph sz="half" idx="2"/>
          </p:nvPr>
        </p:nvSpPr>
        <p:spPr>
          <a:xfrm>
            <a:off x="6096002" y="1736728"/>
            <a:ext cx="4993217"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el 1"/>
          <p:cNvSpPr>
            <a:spLocks noGrp="1"/>
          </p:cNvSpPr>
          <p:nvPr>
            <p:ph type="title"/>
          </p:nvPr>
        </p:nvSpPr>
        <p:spPr>
          <a:xfrm>
            <a:off x="670984" y="1026000"/>
            <a:ext cx="10417016" cy="666000"/>
          </a:xfrm>
        </p:spPr>
        <p:txBody>
          <a:bodyPr/>
          <a:lstStyle/>
          <a:p>
            <a:r>
              <a:rPr lang="en-US"/>
              <a:t>Click to edit Master title style</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ekstvak 7">
            <a:extLst>
              <a:ext uri="{FF2B5EF4-FFF2-40B4-BE49-F238E27FC236}">
                <a16:creationId xmlns:a16="http://schemas.microsoft.com/office/drawing/2014/main" id="{CC5EE97F-CAC9-44A7-ACC8-8F1AF103AAD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van twee</a:t>
            </a:r>
          </a:p>
        </p:txBody>
      </p:sp>
    </p:spTree>
    <p:extLst>
      <p:ext uri="{BB962C8B-B14F-4D97-AF65-F5344CB8AC3E}">
        <p14:creationId xmlns:p14="http://schemas.microsoft.com/office/powerpoint/2010/main" val="12706514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t>Click to edit Master title style</a:t>
            </a:r>
          </a:p>
        </p:txBody>
      </p:sp>
      <p:sp>
        <p:nvSpPr>
          <p:cNvPr id="3" name="Tijdelijke aanduiding voor tekst 2"/>
          <p:cNvSpPr>
            <a:spLocks noGrp="1"/>
          </p:cNvSpPr>
          <p:nvPr>
            <p:ph type="body" idx="1" hasCustomPrompt="1"/>
          </p:nvPr>
        </p:nvSpPr>
        <p:spPr>
          <a:xfrm>
            <a:off x="672000" y="1736725"/>
            <a:ext cx="4992000"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4" name="Tijdelijke aanduiding voor inhoud 3"/>
          <p:cNvSpPr>
            <a:spLocks noGrp="1"/>
          </p:cNvSpPr>
          <p:nvPr>
            <p:ph sz="half" idx="2"/>
          </p:nvPr>
        </p:nvSpPr>
        <p:spPr>
          <a:xfrm>
            <a:off x="672000" y="2174878"/>
            <a:ext cx="4992000"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jdelijke aanduiding voor tekst 4"/>
          <p:cNvSpPr>
            <a:spLocks noGrp="1"/>
          </p:cNvSpPr>
          <p:nvPr>
            <p:ph type="body" sz="quarter" idx="3" hasCustomPrompt="1"/>
          </p:nvPr>
        </p:nvSpPr>
        <p:spPr>
          <a:xfrm>
            <a:off x="6096003" y="1736725"/>
            <a:ext cx="4993216"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6" name="Tijdelijke aanduiding voor inhoud 5"/>
          <p:cNvSpPr>
            <a:spLocks noGrp="1"/>
          </p:cNvSpPr>
          <p:nvPr>
            <p:ph sz="quarter" idx="4"/>
          </p:nvPr>
        </p:nvSpPr>
        <p:spPr>
          <a:xfrm>
            <a:off x="6096001" y="2174878"/>
            <a:ext cx="4993216"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jdelijke aanduiding voor dianummer 5"/>
          <p:cNvSpPr>
            <a:spLocks noGrp="1"/>
          </p:cNvSpPr>
          <p:nvPr>
            <p:ph type="sldNum" sz="quarter" idx="10"/>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9" name="Tekstvak 8">
            <a:extLst>
              <a:ext uri="{FF2B5EF4-FFF2-40B4-BE49-F238E27FC236}">
                <a16:creationId xmlns:a16="http://schemas.microsoft.com/office/drawing/2014/main" id="{DF31D87E-EA1A-432A-AFBF-FF7B5E69CE1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vergelijking</a:t>
            </a:r>
          </a:p>
        </p:txBody>
      </p:sp>
    </p:spTree>
    <p:extLst>
      <p:ext uri="{BB962C8B-B14F-4D97-AF65-F5344CB8AC3E}">
        <p14:creationId xmlns:p14="http://schemas.microsoft.com/office/powerpoint/2010/main" val="34456573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4" name="Titel 1"/>
          <p:cNvSpPr>
            <a:spLocks noGrp="1"/>
          </p:cNvSpPr>
          <p:nvPr>
            <p:ph type="title"/>
          </p:nvPr>
        </p:nvSpPr>
        <p:spPr>
          <a:xfrm>
            <a:off x="670984" y="1026000"/>
            <a:ext cx="10417016" cy="666000"/>
          </a:xfrm>
        </p:spPr>
        <p:txBody>
          <a:bodyPr/>
          <a:lstStyle/>
          <a:p>
            <a:r>
              <a:rPr lang="en-US"/>
              <a:t>Click to edit Master title style</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5DADD9A8-7A38-4589-B5A1-997790D855A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Alleen titel</a:t>
            </a:r>
          </a:p>
        </p:txBody>
      </p:sp>
    </p:spTree>
    <p:extLst>
      <p:ext uri="{BB962C8B-B14F-4D97-AF65-F5344CB8AC3E}">
        <p14:creationId xmlns:p14="http://schemas.microsoft.com/office/powerpoint/2010/main" val="26948776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3"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Tekstvak 3">
            <a:extLst>
              <a:ext uri="{FF2B5EF4-FFF2-40B4-BE49-F238E27FC236}">
                <a16:creationId xmlns:a16="http://schemas.microsoft.com/office/drawing/2014/main" id="{26814762-C25A-44C2-B67B-1AC52F96244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leeg</a:t>
            </a:r>
          </a:p>
        </p:txBody>
      </p:sp>
    </p:spTree>
    <p:extLst>
      <p:ext uri="{BB962C8B-B14F-4D97-AF65-F5344CB8AC3E}">
        <p14:creationId xmlns:p14="http://schemas.microsoft.com/office/powerpoint/2010/main" val="389904748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70986" y="1016002"/>
            <a:ext cx="3949700" cy="720725"/>
          </a:xfrm>
        </p:spPr>
        <p:txBody>
          <a:bodyPr anchor="b"/>
          <a:lstStyle>
            <a:lvl1pPr algn="l">
              <a:defRPr sz="2000" b="1"/>
            </a:lvl1pPr>
          </a:lstStyle>
          <a:p>
            <a:r>
              <a:rPr lang="en-US"/>
              <a:t>Click to edit Master title style</a:t>
            </a:r>
          </a:p>
        </p:txBody>
      </p:sp>
      <p:sp>
        <p:nvSpPr>
          <p:cNvPr id="3" name="Tijdelijke aanduiding voor inhoud 2"/>
          <p:cNvSpPr>
            <a:spLocks noGrp="1"/>
          </p:cNvSpPr>
          <p:nvPr>
            <p:ph idx="1"/>
          </p:nvPr>
        </p:nvSpPr>
        <p:spPr>
          <a:xfrm>
            <a:off x="4766735" y="1016001"/>
            <a:ext cx="6322484" cy="4897439"/>
          </a:xfrm>
        </p:spPr>
        <p:txBody>
          <a:bodyPr>
            <a:normAutofit/>
          </a:bodyPr>
          <a:lstStyle>
            <a:lvl1pPr>
              <a:defRPr sz="2300"/>
            </a:lvl1pPr>
            <a:lvl2pPr>
              <a:defRPr sz="2300"/>
            </a:lvl2pPr>
            <a:lvl3pPr>
              <a:defRPr sz="2300"/>
            </a:lvl3pPr>
            <a:lvl4pPr>
              <a:defRPr sz="2300"/>
            </a:lvl4pPr>
            <a:lvl5pPr>
              <a:defRPr sz="23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tekst 3"/>
          <p:cNvSpPr>
            <a:spLocks noGrp="1"/>
          </p:cNvSpPr>
          <p:nvPr>
            <p:ph type="body" sz="half" idx="2"/>
          </p:nvPr>
        </p:nvSpPr>
        <p:spPr>
          <a:xfrm>
            <a:off x="670986" y="1736725"/>
            <a:ext cx="3949700" cy="42189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06A9401F-A3DE-42D3-875C-47649ABF2D4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met bijschrift</a:t>
            </a:r>
          </a:p>
        </p:txBody>
      </p:sp>
    </p:spTree>
    <p:extLst>
      <p:ext uri="{BB962C8B-B14F-4D97-AF65-F5344CB8AC3E}">
        <p14:creationId xmlns:p14="http://schemas.microsoft.com/office/powerpoint/2010/main" val="67174275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Tijdelijke aanduiding voor afbeelding 2"/>
          <p:cNvSpPr>
            <a:spLocks noGrp="1"/>
          </p:cNvSpPr>
          <p:nvPr>
            <p:ph type="pic" idx="1"/>
          </p:nvPr>
        </p:nvSpPr>
        <p:spPr>
          <a:xfrm>
            <a:off x="2389717" y="568411"/>
            <a:ext cx="7315200" cy="41591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ijdelijke aanduiding voor tekst 3"/>
          <p:cNvSpPr>
            <a:spLocks noGrp="1"/>
          </p:cNvSpPr>
          <p:nvPr>
            <p:ph type="body" sz="half" idx="2"/>
          </p:nvPr>
        </p:nvSpPr>
        <p:spPr>
          <a:xfrm>
            <a:off x="2389717" y="5367338"/>
            <a:ext cx="7315200" cy="546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59C40B75-09AC-4745-A84A-CD342AFBE38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Afbeelding met bijschrift</a:t>
            </a:r>
          </a:p>
        </p:txBody>
      </p:sp>
    </p:spTree>
    <p:extLst>
      <p:ext uri="{BB962C8B-B14F-4D97-AF65-F5344CB8AC3E}">
        <p14:creationId xmlns:p14="http://schemas.microsoft.com/office/powerpoint/2010/main" val="16166868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PAGINA GROEN 2">
    <p:bg>
      <p:bgPr>
        <a:solidFill>
          <a:schemeClr val="bg1"/>
        </a:solidFill>
        <a:effectLst/>
      </p:bgPr>
    </p:bg>
    <p:spTree>
      <p:nvGrpSpPr>
        <p:cNvPr id="1" name=""/>
        <p:cNvGrpSpPr/>
        <p:nvPr/>
      </p:nvGrpSpPr>
      <p:grpSpPr>
        <a:xfrm>
          <a:off x="0" y="0"/>
          <a:ext cx="0" cy="0"/>
          <a:chOff x="0" y="0"/>
          <a:chExt cx="0" cy="0"/>
        </a:xfrm>
      </p:grpSpPr>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47903"/>
          </a:xfrm>
          <a:prstGeom prst="rect">
            <a:avLst/>
          </a:prstGeom>
        </p:spPr>
        <p:txBody>
          <a:bodyPr>
            <a:normAutofit/>
          </a:bodyPr>
          <a:lstStyle>
            <a:lvl1pPr marL="0" indent="0">
              <a:buFontTx/>
              <a:buNone/>
              <a:defRPr sz="3000" b="1" i="0" baseline="0">
                <a:solidFill>
                  <a:schemeClr val="tx1"/>
                </a:solidFill>
              </a:defRPr>
            </a:lvl1pPr>
          </a:lstStyle>
          <a:p>
            <a:r>
              <a:rPr lang="nl-NL"/>
              <a:t>Kopregel van de pagina over meerdere regels</a:t>
            </a:r>
          </a:p>
        </p:txBody>
      </p:sp>
      <p:sp>
        <p:nvSpPr>
          <p:cNvPr id="5" name="Tijdelijke aanduiding voor afbeelding 4">
            <a:extLst>
              <a:ext uri="{FF2B5EF4-FFF2-40B4-BE49-F238E27FC236}">
                <a16:creationId xmlns:a16="http://schemas.microsoft.com/office/drawing/2014/main" id="{AFA084CB-F740-D447-81B8-74D1ADD933A9}"/>
              </a:ext>
            </a:extLst>
          </p:cNvPr>
          <p:cNvSpPr>
            <a:spLocks noGrp="1"/>
          </p:cNvSpPr>
          <p:nvPr>
            <p:ph type="pic" sz="quarter" idx="13"/>
          </p:nvPr>
        </p:nvSpPr>
        <p:spPr>
          <a:xfrm>
            <a:off x="4131618" y="0"/>
            <a:ext cx="8060381" cy="6858000"/>
          </a:xfrm>
          <a:solidFill>
            <a:schemeClr val="tx1">
              <a:lumMod val="50000"/>
              <a:lumOff val="50000"/>
            </a:schemeClr>
          </a:solidFill>
        </p:spPr>
        <p:txBody>
          <a:bodyPr/>
          <a:lstStyle/>
          <a:p>
            <a:r>
              <a:rPr lang="en-US"/>
              <a:t>Click icon to add picture</a:t>
            </a:r>
            <a:endParaRPr lang="nl-NL"/>
          </a:p>
        </p:txBody>
      </p:sp>
      <p:pic>
        <p:nvPicPr>
          <p:cNvPr id="6" name="Afbeelding 5">
            <a:extLst>
              <a:ext uri="{FF2B5EF4-FFF2-40B4-BE49-F238E27FC236}">
                <a16:creationId xmlns:a16="http://schemas.microsoft.com/office/drawing/2014/main" id="{15ACF728-6D39-B64B-8A97-94786611632E}"/>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19983256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30"/>
            <a:ext cx="10325100" cy="4088266"/>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9" name="Afbeelding 8">
            <a:extLst>
              <a:ext uri="{FF2B5EF4-FFF2-40B4-BE49-F238E27FC236}">
                <a16:creationId xmlns:a16="http://schemas.microsoft.com/office/drawing/2014/main" id="{FC3859B3-A404-4E4F-9836-31AACCED8F68}"/>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30247741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920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theme" Target="../theme/theme2.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image" Target="../media/image2.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1.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3.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image" Target="../media/image17.png"/><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image" Target="../media/image16.png"/><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image" Target="../media/image15.png"/><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theme" Target="../theme/theme4.xml"/><Relationship Id="rId27"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85270463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37" r:id="rId3"/>
    <p:sldLayoutId id="2147483682" r:id="rId4"/>
    <p:sldLayoutId id="2147483683" r:id="rId5"/>
    <p:sldLayoutId id="2147483684" r:id="rId6"/>
    <p:sldLayoutId id="2147483685" r:id="rId7"/>
    <p:sldLayoutId id="2147483686" r:id="rId8"/>
    <p:sldLayoutId id="2147483687" r:id="rId9"/>
    <p:sldLayoutId id="2147483688" r:id="rId10"/>
    <p:sldLayoutId id="2147483736"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00" r:id="rId21"/>
    <p:sldLayoutId id="2147483701" r:id="rId22"/>
    <p:sldLayoutId id="2147483660" r:id="rId23"/>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62973" y="2591143"/>
            <a:ext cx="3334864" cy="1675714"/>
          </a:xfrm>
          <a:prstGeom prst="rect">
            <a:avLst/>
          </a:prstGeom>
        </p:spPr>
      </p:pic>
    </p:spTree>
    <p:extLst>
      <p:ext uri="{BB962C8B-B14F-4D97-AF65-F5344CB8AC3E}">
        <p14:creationId xmlns:p14="http://schemas.microsoft.com/office/powerpoint/2010/main" val="389869030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Formaat </a:t>
            </a:r>
            <a:br>
              <a:rPr lang="nl-NL"/>
            </a:br>
            <a:r>
              <a:rPr lang="nl-NL"/>
              <a:t>16:9 NL</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4" name="Afbeelding 13">
            <a:extLst>
              <a:ext uri="{FF2B5EF4-FFF2-40B4-BE49-F238E27FC236}">
                <a16:creationId xmlns:a16="http://schemas.microsoft.com/office/drawing/2014/main" id="{00CFFBB0-A4A8-48C7-A271-8455A154136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324000" y="5473804"/>
            <a:ext cx="2416626" cy="881095"/>
          </a:xfrm>
          <a:prstGeom prst="rect">
            <a:avLst/>
          </a:prstGeom>
        </p:spPr>
      </p:pic>
    </p:spTree>
    <p:extLst>
      <p:ext uri="{BB962C8B-B14F-4D97-AF65-F5344CB8AC3E}">
        <p14:creationId xmlns:p14="http://schemas.microsoft.com/office/powerpoint/2010/main" val="284697371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Afbeelding 3"/>
          <p:cNvPicPr>
            <a:picLocks noChangeAspect="1"/>
          </p:cNvPicPr>
          <p:nvPr/>
        </p:nvPicPr>
        <p:blipFill>
          <a:blip r:embed="rId23">
            <a:extLst>
              <a:ext uri="{28A0092B-C50C-407E-A947-70E740481C1C}">
                <a14:useLocalDpi xmlns:a14="http://schemas.microsoft.com/office/drawing/2010/main" val="0"/>
              </a:ext>
            </a:extLst>
          </a:blip>
          <a:stretch>
            <a:fillRect/>
          </a:stretch>
        </p:blipFill>
        <p:spPr bwMode="auto">
          <a:xfrm>
            <a:off x="0" y="0"/>
            <a:ext cx="12192000" cy="57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jdelijke aanduiding voor titel 1"/>
          <p:cNvSpPr>
            <a:spLocks noGrp="1"/>
          </p:cNvSpPr>
          <p:nvPr>
            <p:ph type="title"/>
          </p:nvPr>
        </p:nvSpPr>
        <p:spPr>
          <a:xfrm>
            <a:off x="672000" y="1026000"/>
            <a:ext cx="10416000" cy="666000"/>
          </a:xfrm>
          <a:prstGeom prst="rect">
            <a:avLst/>
          </a:prstGeom>
        </p:spPr>
        <p:txBody>
          <a:bodyPr vert="horz" lIns="0" tIns="0" rIns="0" bIns="0" rtlCol="0" anchor="t" anchorCtr="0">
            <a:normAutofit/>
          </a:bodyPr>
          <a:lstStyle/>
          <a:p>
            <a:r>
              <a:rPr lang="nl-NL"/>
              <a:t>Klik om de stijl te bewerken</a:t>
            </a:r>
            <a:endParaRPr lang="en-US"/>
          </a:p>
        </p:txBody>
      </p:sp>
      <p:sp>
        <p:nvSpPr>
          <p:cNvPr id="3" name="Tijdelijke aanduiding voor tekst 2"/>
          <p:cNvSpPr>
            <a:spLocks noGrp="1"/>
          </p:cNvSpPr>
          <p:nvPr>
            <p:ph type="body" idx="1"/>
          </p:nvPr>
        </p:nvSpPr>
        <p:spPr>
          <a:xfrm>
            <a:off x="672000" y="1764000"/>
            <a:ext cx="10416000" cy="4140000"/>
          </a:xfrm>
          <a:prstGeom prst="rect">
            <a:avLst/>
          </a:prstGeom>
        </p:spPr>
        <p:txBody>
          <a:bodyPr vert="horz" lIns="0" tIns="0" rIns="0" bIns="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6" name="Tijdelijke aanduiding voor dianummer 5"/>
          <p:cNvSpPr>
            <a:spLocks noGrp="1"/>
          </p:cNvSpPr>
          <p:nvPr>
            <p:ph type="sldNum" sz="quarter" idx="4"/>
          </p:nvPr>
        </p:nvSpPr>
        <p:spPr>
          <a:xfrm>
            <a:off x="8640000" y="6401359"/>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3" name="Tekstvak 12">
            <a:extLst>
              <a:ext uri="{FF2B5EF4-FFF2-40B4-BE49-F238E27FC236}">
                <a16:creationId xmlns:a16="http://schemas.microsoft.com/office/drawing/2014/main" id="{92809271-3493-466D-AB40-73FA581AA587}"/>
              </a:ext>
            </a:extLst>
          </p:cNvPr>
          <p:cNvSpPr txBox="1"/>
          <p:nvPr/>
        </p:nvSpPr>
        <p:spPr>
          <a:xfrm>
            <a:off x="-2241155" y="-36000"/>
            <a:ext cx="2088000" cy="6505099"/>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50673"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TAB START</a:t>
            </a: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nieuwe DIA INVOEGEN</a:t>
            </a:r>
          </a:p>
          <a:p>
            <a:pPr marL="536575"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onderste deel van de knop </a:t>
            </a:r>
            <a:r>
              <a:rPr lang="nl-NL" sz="900" b="0" baseline="0" noProof="1">
                <a:solidFill>
                  <a:srgbClr val="515F67"/>
                </a:solidFill>
                <a:latin typeface="Arial Black" panose="020B0A04020102020204" pitchFamily="34" charset="0"/>
                <a:cs typeface="Arial" panose="020B0604020202020204" pitchFamily="34" charset="0"/>
              </a:rPr>
              <a:t>Nieuwe Dia </a:t>
            </a:r>
            <a:r>
              <a:rPr lang="nl-NL" sz="900" b="0" baseline="0" noProof="1">
                <a:solidFill>
                  <a:srgbClr val="515F67"/>
                </a:solidFill>
                <a:latin typeface="Arial" panose="020B0604020202020204" pitchFamily="34" charset="0"/>
                <a:cs typeface="Arial" panose="020B0604020202020204" pitchFamily="34" charset="0"/>
              </a:rPr>
              <a:t>en kies de gewenste dia-indeling. </a:t>
            </a:r>
          </a:p>
          <a:p>
            <a:pPr marL="0" marR="0" lvl="0" indent="0" algn="l" defTabSz="914400" rtl="0" eaLnBrk="1" fontAlgn="auto" latinLnBrk="0" hangingPunct="1">
              <a:lnSpc>
                <a:spcPct val="120000"/>
              </a:lnSpc>
              <a:spcBef>
                <a:spcPts val="0"/>
              </a:spcBef>
              <a:spcAft>
                <a:spcPts val="0"/>
              </a:spcAft>
              <a:buClrTx/>
              <a:buSzTx/>
              <a:buFontTx/>
              <a:buNone/>
              <a:tabLst/>
              <a:defRPr/>
            </a:pPr>
            <a:endParaRPr lang="nl-NL" sz="900" b="0" baseline="0" noProof="1">
              <a:solidFill>
                <a:srgbClr val="515F67"/>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ANDERE DIA-INDEling </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dia waarvan je de dia-indeling wilt wijzigen.</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knop </a:t>
            </a:r>
            <a:r>
              <a:rPr lang="nl-NL" sz="900" b="0" baseline="0" noProof="1">
                <a:solidFill>
                  <a:srgbClr val="515F67"/>
                </a:solidFill>
                <a:latin typeface="Arial Black" panose="020B0A04020102020204" pitchFamily="34" charset="0"/>
                <a:cs typeface="Arial" panose="020B0604020202020204" pitchFamily="34" charset="0"/>
              </a:rPr>
              <a:t>Indeling</a:t>
            </a:r>
            <a:r>
              <a:rPr lang="nl-NL" sz="900" baseline="0" noProof="1">
                <a:solidFill>
                  <a:srgbClr val="515F67"/>
                </a:solidFill>
                <a:latin typeface="Arial" panose="020B0604020202020204" pitchFamily="34" charset="0"/>
                <a:cs typeface="Arial" panose="020B0604020202020204" pitchFamily="34" charset="0"/>
              </a:rPr>
              <a:t>.</a:t>
            </a:r>
            <a:endParaRPr lang="nl-NL" sz="900" b="0" baseline="0" noProof="1">
              <a:solidFill>
                <a:srgbClr val="515F67"/>
              </a:solidFill>
              <a:latin typeface="Arial" panose="020B0604020202020204" pitchFamily="34" charset="0"/>
              <a:cs typeface="Arial" panose="020B0604020202020204" pitchFamily="34" charset="0"/>
            </a:endParaRPr>
          </a:p>
          <a:p>
            <a:pPr marL="107950" indent="-10795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Kies de gewenste indeling.</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DIA-INDELING HERSTELLEN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Het kan gebeuren dat je de tekst- of fotovakken per ongeluk hebt verplaatst, waardoor ze niet meer op de juiste positie staan.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Herstel dit door op de knop </a:t>
            </a:r>
            <a:r>
              <a:rPr lang="nl-NL" sz="900" b="1" baseline="0" noProof="1">
                <a:solidFill>
                  <a:srgbClr val="515F67"/>
                </a:solidFill>
                <a:latin typeface="Arial Black" panose="020B0A04020102020204" pitchFamily="34" charset="0"/>
                <a:cs typeface="Arial" panose="020B0604020202020204" pitchFamily="34" charset="0"/>
              </a:rPr>
              <a:t>Opnieuw</a:t>
            </a:r>
            <a:r>
              <a:rPr lang="nl-NL" sz="900" baseline="0" noProof="1">
                <a:solidFill>
                  <a:srgbClr val="515F67"/>
                </a:solidFill>
                <a:latin typeface="Arial Black" panose="020B0A04020102020204" pitchFamily="34" charset="0"/>
                <a:cs typeface="Arial" panose="020B0604020202020204" pitchFamily="34" charset="0"/>
              </a:rPr>
              <a:t> </a:t>
            </a:r>
            <a:r>
              <a:rPr lang="nl-NL" sz="900" b="1" baseline="0" noProof="1">
                <a:solidFill>
                  <a:srgbClr val="515F67"/>
                </a:solidFill>
                <a:latin typeface="Arial Black" panose="020B0A04020102020204" pitchFamily="34" charset="0"/>
                <a:cs typeface="Arial" panose="020B0604020202020204" pitchFamily="34" charset="0"/>
              </a:rPr>
              <a:t>instellen</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klikken.</a:t>
            </a:r>
          </a:p>
          <a:p>
            <a:pPr marL="0" indent="0">
              <a:lnSpc>
                <a:spcPct val="120000"/>
              </a:lnSpc>
              <a:buFont typeface="+mj-lt"/>
              <a:buNone/>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KOPIËREN VANUIT EEN OUDE PRESENTATIE</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Je kunt geen complete dia’s kopiëren vanuit presentaties met een </a:t>
            </a:r>
            <a:r>
              <a:rPr lang="nl-NL" sz="900" u="sng" baseline="0" noProof="1">
                <a:solidFill>
                  <a:srgbClr val="515F67"/>
                </a:solidFill>
                <a:latin typeface="Arial" panose="020B0604020202020204" pitchFamily="34" charset="0"/>
                <a:cs typeface="Arial" panose="020B0604020202020204" pitchFamily="34" charset="0"/>
              </a:rPr>
              <a:t>andere</a:t>
            </a:r>
            <a:r>
              <a:rPr lang="nl-NL" sz="900" baseline="0" noProof="1">
                <a:solidFill>
                  <a:srgbClr val="515F67"/>
                </a:solidFill>
                <a:latin typeface="Arial" panose="020B0604020202020204" pitchFamily="34" charset="0"/>
                <a:cs typeface="Arial" panose="020B0604020202020204" pitchFamily="34" charset="0"/>
              </a:rPr>
              <a:t> opmaak. Voeg in dat geval een nieuwe dia in en kopieer de tekst vanuit de ‘oude’ presentatie naar de nieuwe dia. Gebruik hieroor de knop </a:t>
            </a:r>
            <a:r>
              <a:rPr lang="nl-NL" sz="900" baseline="0" noProof="1">
                <a:solidFill>
                  <a:srgbClr val="515F67"/>
                </a:solidFill>
                <a:latin typeface="Arial Black" panose="020B0A04020102020204" pitchFamily="34" charset="0"/>
                <a:cs typeface="Arial" panose="020B0604020202020204" pitchFamily="34" charset="0"/>
              </a:rPr>
              <a:t>Plakken</a:t>
            </a:r>
            <a:r>
              <a:rPr lang="nl-NL" sz="900" baseline="0" noProof="1">
                <a:solidFill>
                  <a:srgbClr val="515F67"/>
                </a:solidFill>
                <a:latin typeface="Arial" panose="020B0604020202020204" pitchFamily="34" charset="0"/>
                <a:cs typeface="Arial" panose="020B0604020202020204" pitchFamily="34" charset="0"/>
              </a:rPr>
              <a:t> en kies de optie </a:t>
            </a:r>
            <a:r>
              <a:rPr lang="nl-NL" sz="900" b="1" kern="1200" baseline="0" noProof="1">
                <a:solidFill>
                  <a:srgbClr val="515F67"/>
                </a:solidFill>
                <a:latin typeface="Arial Black" panose="020B0A04020102020204" pitchFamily="34" charset="0"/>
                <a:ea typeface="+mn-ea"/>
                <a:cs typeface="Arial" panose="020B0604020202020204" pitchFamily="34" charset="0"/>
              </a:rPr>
              <a:t>Alleen</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tekst</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behouden</a:t>
            </a:r>
            <a:r>
              <a:rPr lang="nl-NL" sz="900" baseline="0" noProof="1">
                <a:solidFill>
                  <a:srgbClr val="515F67"/>
                </a:solidFill>
                <a:latin typeface="Arial" panose="020B0604020202020204" pitchFamily="34" charset="0"/>
                <a:cs typeface="Arial" panose="020B0604020202020204" pitchFamily="34" charset="0"/>
              </a:rPr>
              <a:t>.</a:t>
            </a:r>
            <a:endParaRPr lang="nl-NL" sz="900" kern="1200" baseline="0" noProof="1">
              <a:solidFill>
                <a:srgbClr val="515F67"/>
              </a:solidFill>
              <a:latin typeface="Arial" panose="020B0604020202020204" pitchFamily="34" charset="0"/>
              <a:ea typeface="+mn-ea"/>
              <a:cs typeface="Arial" panose="020B0604020202020204" pitchFamily="34" charset="0"/>
            </a:endParaRPr>
          </a:p>
        </p:txBody>
      </p:sp>
      <p:pic>
        <p:nvPicPr>
          <p:cNvPr id="14" name="Afbeelding 13">
            <a:extLst>
              <a:ext uri="{FF2B5EF4-FFF2-40B4-BE49-F238E27FC236}">
                <a16:creationId xmlns:a16="http://schemas.microsoft.com/office/drawing/2014/main" id="{F7FC3243-A215-4B96-80E1-7A8F51022F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115503" y="1359789"/>
            <a:ext cx="428625" cy="657225"/>
          </a:xfrm>
          <a:prstGeom prst="rect">
            <a:avLst/>
          </a:prstGeom>
        </p:spPr>
      </p:pic>
      <p:pic>
        <p:nvPicPr>
          <p:cNvPr id="16" name="Afbeelding 15">
            <a:extLst>
              <a:ext uri="{FF2B5EF4-FFF2-40B4-BE49-F238E27FC236}">
                <a16:creationId xmlns:a16="http://schemas.microsoft.com/office/drawing/2014/main" id="{9145B82A-63CF-4418-B553-F6D182D4133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115503" y="6262927"/>
            <a:ext cx="1457325" cy="523875"/>
          </a:xfrm>
          <a:prstGeom prst="rect">
            <a:avLst/>
          </a:prstGeom>
        </p:spPr>
      </p:pic>
      <p:cxnSp>
        <p:nvCxnSpPr>
          <p:cNvPr id="17" name="Rechte verbindingslijn met pijl 16">
            <a:extLst>
              <a:ext uri="{FF2B5EF4-FFF2-40B4-BE49-F238E27FC236}">
                <a16:creationId xmlns:a16="http://schemas.microsoft.com/office/drawing/2014/main" id="{F0B69D13-0C64-4DE5-AB3D-E65F4DC77D34}"/>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18" name="Rechte verbindingslijn met pijl 17">
            <a:extLst>
              <a:ext uri="{FF2B5EF4-FFF2-40B4-BE49-F238E27FC236}">
                <a16:creationId xmlns:a16="http://schemas.microsoft.com/office/drawing/2014/main" id="{C7DD53AD-8525-4F8C-8FB3-F370DA4EA80D}"/>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19" name="Afbeelding 18">
            <a:extLst>
              <a:ext uri="{FF2B5EF4-FFF2-40B4-BE49-F238E27FC236}">
                <a16:creationId xmlns:a16="http://schemas.microsoft.com/office/drawing/2014/main" id="{8560EC97-28E4-4A9A-9F83-8C1BE5FCD106}"/>
              </a:ext>
            </a:extLst>
          </p:cNvPr>
          <p:cNvPicPr>
            <a:picLocks noChangeAspect="1"/>
          </p:cNvPicPr>
          <p:nvPr/>
        </p:nvPicPr>
        <p:blipFill rotWithShape="1">
          <a:blip r:embed="rId26">
            <a:extLst>
              <a:ext uri="{28A0092B-C50C-407E-A947-70E740481C1C}">
                <a14:useLocalDpi xmlns:a14="http://schemas.microsoft.com/office/drawing/2010/main" val="0"/>
              </a:ext>
            </a:extLst>
          </a:blip>
          <a:srcRect l="56058" t="26168" r="1250" b="15996"/>
          <a:stretch/>
        </p:blipFill>
        <p:spPr>
          <a:xfrm>
            <a:off x="-2115503" y="235998"/>
            <a:ext cx="1691640" cy="677602"/>
          </a:xfrm>
          <a:prstGeom prst="rect">
            <a:avLst/>
          </a:prstGeom>
        </p:spPr>
      </p:pic>
      <p:cxnSp>
        <p:nvCxnSpPr>
          <p:cNvPr id="23" name="Rechte verbindingslijn met pijl 22">
            <a:extLst>
              <a:ext uri="{FF2B5EF4-FFF2-40B4-BE49-F238E27FC236}">
                <a16:creationId xmlns:a16="http://schemas.microsoft.com/office/drawing/2014/main" id="{AC804CAC-6109-47DC-BF9B-6C26568C72F0}"/>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4" name="Rechte verbindingslijn met pijl 23">
            <a:extLst>
              <a:ext uri="{FF2B5EF4-FFF2-40B4-BE49-F238E27FC236}">
                <a16:creationId xmlns:a16="http://schemas.microsoft.com/office/drawing/2014/main" id="{11667B06-528D-450B-B054-CD570D30475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9" name="Rechte verbindingslijn met pijl 28">
            <a:extLst>
              <a:ext uri="{FF2B5EF4-FFF2-40B4-BE49-F238E27FC236}">
                <a16:creationId xmlns:a16="http://schemas.microsoft.com/office/drawing/2014/main" id="{24492C2B-39AA-43E6-AF2B-8DB99405E983}"/>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0" name="Rechte verbindingslijn met pijl 29">
            <a:extLst>
              <a:ext uri="{FF2B5EF4-FFF2-40B4-BE49-F238E27FC236}">
                <a16:creationId xmlns:a16="http://schemas.microsoft.com/office/drawing/2014/main" id="{0A400A29-A2B3-477A-96E7-AE601DB050B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5" name="Rechte verbindingslijn met pijl 34">
            <a:extLst>
              <a:ext uri="{FF2B5EF4-FFF2-40B4-BE49-F238E27FC236}">
                <a16:creationId xmlns:a16="http://schemas.microsoft.com/office/drawing/2014/main" id="{A087A102-250D-4D0A-8FAA-3CBE70080871}"/>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6" name="Rechte verbindingslijn met pijl 35">
            <a:extLst>
              <a:ext uri="{FF2B5EF4-FFF2-40B4-BE49-F238E27FC236}">
                <a16:creationId xmlns:a16="http://schemas.microsoft.com/office/drawing/2014/main" id="{BFD25CAE-7A58-4396-BBBD-B9DBB084F6D9}"/>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20" name="Afbeelding 19">
            <a:extLst>
              <a:ext uri="{FF2B5EF4-FFF2-40B4-BE49-F238E27FC236}">
                <a16:creationId xmlns:a16="http://schemas.microsoft.com/office/drawing/2014/main" id="{97B2E086-A9F6-44E6-B37D-A28331CB99EB}"/>
              </a:ext>
            </a:extLst>
          </p:cNvPr>
          <p:cNvPicPr>
            <a:picLocks noChangeAspect="1"/>
          </p:cNvPicPr>
          <p:nvPr/>
        </p:nvPicPr>
        <p:blipFill>
          <a:blip r:embed="rId27" cstate="print">
            <a:extLst>
              <a:ext uri="{28A0092B-C50C-407E-A947-70E740481C1C}">
                <a14:useLocalDpi xmlns:a14="http://schemas.microsoft.com/office/drawing/2010/main" val="0"/>
              </a:ext>
            </a:extLst>
          </a:blip>
          <a:srcRect/>
          <a:stretch/>
        </p:blipFill>
        <p:spPr>
          <a:xfrm>
            <a:off x="303568" y="6201364"/>
            <a:ext cx="1152000" cy="445707"/>
          </a:xfrm>
          <a:prstGeom prst="rect">
            <a:avLst/>
          </a:prstGeom>
        </p:spPr>
      </p:pic>
    </p:spTree>
    <p:extLst>
      <p:ext uri="{BB962C8B-B14F-4D97-AF65-F5344CB8AC3E}">
        <p14:creationId xmlns:p14="http://schemas.microsoft.com/office/powerpoint/2010/main" val="36212173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Lst>
  <p:hf hdr="0" ftr="0" dt="0"/>
  <p:txStyles>
    <p:titleStyle>
      <a:lvl1pPr algn="l" defTabSz="914400" rtl="0" eaLnBrk="1" latinLnBrk="0" hangingPunct="1">
        <a:lnSpc>
          <a:spcPct val="90000"/>
        </a:lnSpc>
        <a:spcBef>
          <a:spcPct val="0"/>
        </a:spcBef>
        <a:buNone/>
        <a:defRPr sz="2500" b="1" kern="1200">
          <a:solidFill>
            <a:schemeClr val="accent1"/>
          </a:solidFill>
          <a:latin typeface="+mj-lt"/>
          <a:ea typeface="+mj-ea"/>
          <a:cs typeface="+mj-cs"/>
        </a:defRPr>
      </a:lvl1pPr>
    </p:titleStyle>
    <p:bodyStyle>
      <a:lvl1pPr marL="288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1pPr>
      <a:lvl2pPr marL="576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2pPr>
      <a:lvl3pPr marL="864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3pPr>
      <a:lvl4pPr marL="1152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4pPr>
      <a:lvl5pPr marL="1440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0">
          <p15:clr>
            <a:srgbClr val="F26B43"/>
          </p15:clr>
        </p15:guide>
        <p15:guide id="2" pos="2880">
          <p15:clr>
            <a:srgbClr val="F26B43"/>
          </p15:clr>
        </p15:guide>
        <p15:guide id="3" pos="415">
          <p15:clr>
            <a:srgbClr val="F26B43"/>
          </p15:clr>
        </p15:guide>
        <p15:guide id="4" pos="5239">
          <p15:clr>
            <a:srgbClr val="F26B43"/>
          </p15:clr>
        </p15:guide>
        <p15:guide id="5" orient="horz" pos="3725">
          <p15:clr>
            <a:srgbClr val="F26B43"/>
          </p15:clr>
        </p15:guide>
        <p15:guide id="6" orient="horz" pos="109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s://doi.org/10.3390/jmmp1010006"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30.png"/><Relationship Id="rId5" Type="http://schemas.openxmlformats.org/officeDocument/2006/relationships/hyperlink" Target="https://doi.org/10.1119/10.0001905" TargetMode="External"/><Relationship Id="rId4" Type="http://schemas.openxmlformats.org/officeDocument/2006/relationships/hyperlink" Target="https://doi.org/10.35848/1347-4065/abc399?urlappend=%3Futm_source%3Dresearchgate.net%26utm_medium%3Darticl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0.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0.xml"/><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524000" y="1377950"/>
            <a:ext cx="9144000" cy="2387600"/>
          </a:xfrm>
        </p:spPr>
        <p:txBody>
          <a:bodyPr/>
          <a:lstStyle/>
          <a:p>
            <a:pPr algn="ctr"/>
            <a:r>
              <a:rPr lang="en-US" dirty="0">
                <a:solidFill>
                  <a:schemeClr val="bg1"/>
                </a:solidFill>
                <a:latin typeface="Avenir Next LT Pro" panose="020B0504020202020204" pitchFamily="34" charset="0"/>
              </a:rPr>
              <a:t>Enabling photodetection for quantum sensing</a:t>
            </a:r>
          </a:p>
        </p:txBody>
      </p:sp>
      <p:sp>
        <p:nvSpPr>
          <p:cNvPr id="3" name="Subtitle 2"/>
          <p:cNvSpPr>
            <a:spLocks noGrp="1"/>
          </p:cNvSpPr>
          <p:nvPr>
            <p:ph type="subTitle" idx="4294967295"/>
          </p:nvPr>
        </p:nvSpPr>
        <p:spPr>
          <a:xfrm>
            <a:off x="1524000" y="3824288"/>
            <a:ext cx="9144000" cy="1655762"/>
          </a:xfrm>
        </p:spPr>
        <p:txBody>
          <a:bodyPr/>
          <a:lstStyle/>
          <a:p>
            <a:pPr marL="0" indent="0" algn="ctr">
              <a:buNone/>
            </a:pPr>
            <a:r>
              <a:rPr lang="en-US" dirty="0">
                <a:solidFill>
                  <a:schemeClr val="bg1"/>
                </a:solidFill>
                <a:latin typeface="Avenir Next LT Pro" panose="020B0504020202020204" pitchFamily="34" charset="0"/>
              </a:rPr>
              <a:t>Vladislav Serafimov</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CF33-4122-43E6-13FB-77D50984C9D8}"/>
              </a:ext>
            </a:extLst>
          </p:cNvPr>
          <p:cNvSpPr>
            <a:spLocks noGrp="1"/>
          </p:cNvSpPr>
          <p:nvPr>
            <p:ph type="title"/>
          </p:nvPr>
        </p:nvSpPr>
        <p:spPr>
          <a:xfrm>
            <a:off x="380247" y="504000"/>
            <a:ext cx="11516006" cy="1435507"/>
          </a:xfrm>
        </p:spPr>
        <p:txBody>
          <a:bodyPr/>
          <a:lstStyle/>
          <a:p>
            <a:r>
              <a:rPr lang="en-US" dirty="0"/>
              <a:t>Nitrogen Vacancy (NV) centers</a:t>
            </a:r>
            <a:endParaRPr lang="en-NL" dirty="0"/>
          </a:p>
        </p:txBody>
      </p:sp>
      <p:pic>
        <p:nvPicPr>
          <p:cNvPr id="7" name="Picture 6" descr="A diagram of a molecule&#10;&#10;AI-generated content may be incorrect.">
            <a:extLst>
              <a:ext uri="{FF2B5EF4-FFF2-40B4-BE49-F238E27FC236}">
                <a16:creationId xmlns:a16="http://schemas.microsoft.com/office/drawing/2014/main" id="{F12B0F7F-9784-77A5-9E04-2D9D5AAFB058}"/>
              </a:ext>
            </a:extLst>
          </p:cNvPr>
          <p:cNvPicPr>
            <a:picLocks noChangeAspect="1"/>
          </p:cNvPicPr>
          <p:nvPr/>
        </p:nvPicPr>
        <p:blipFill>
          <a:blip r:embed="rId3" cstate="print">
            <a:extLst>
              <a:ext uri="{28A0092B-C50C-407E-A947-70E740481C1C}">
                <a14:useLocalDpi xmlns:a14="http://schemas.microsoft.com/office/drawing/2010/main" val="0"/>
              </a:ext>
            </a:extLst>
          </a:blip>
          <a:srcRect b="14737"/>
          <a:stretch>
            <a:fillRect/>
          </a:stretch>
        </p:blipFill>
        <p:spPr>
          <a:xfrm>
            <a:off x="1006900" y="2211170"/>
            <a:ext cx="10178200" cy="3108741"/>
          </a:xfrm>
          <a:prstGeom prst="rect">
            <a:avLst/>
          </a:prstGeom>
        </p:spPr>
      </p:pic>
      <p:sp>
        <p:nvSpPr>
          <p:cNvPr id="8" name="TextBox 7">
            <a:extLst>
              <a:ext uri="{FF2B5EF4-FFF2-40B4-BE49-F238E27FC236}">
                <a16:creationId xmlns:a16="http://schemas.microsoft.com/office/drawing/2014/main" id="{7425B900-5559-E60A-3689-D6C195C3A799}"/>
              </a:ext>
            </a:extLst>
          </p:cNvPr>
          <p:cNvSpPr txBox="1"/>
          <p:nvPr/>
        </p:nvSpPr>
        <p:spPr>
          <a:xfrm>
            <a:off x="4555545" y="6215500"/>
            <a:ext cx="3891338" cy="276999"/>
          </a:xfrm>
          <a:prstGeom prst="rect">
            <a:avLst/>
          </a:prstGeom>
          <a:noFill/>
        </p:spPr>
        <p:txBody>
          <a:bodyPr wrap="square" rtlCol="0">
            <a:spAutoFit/>
          </a:bodyPr>
          <a:lstStyle/>
          <a:p>
            <a:r>
              <a:rPr lang="en-US" sz="1200" dirty="0"/>
              <a:t>Image credit: </a:t>
            </a:r>
            <a:r>
              <a:rPr lang="en-US" sz="1200" dirty="0">
                <a:hlinkClick r:id="rId4"/>
              </a:rPr>
              <a:t>https://doi.org/10.3390/jmmp1010006</a:t>
            </a:r>
            <a:r>
              <a:rPr lang="en-US" sz="1200" dirty="0"/>
              <a:t> </a:t>
            </a:r>
            <a:endParaRPr lang="en-NL" sz="1200" dirty="0"/>
          </a:p>
        </p:txBody>
      </p:sp>
    </p:spTree>
    <p:extLst>
      <p:ext uri="{BB962C8B-B14F-4D97-AF65-F5344CB8AC3E}">
        <p14:creationId xmlns:p14="http://schemas.microsoft.com/office/powerpoint/2010/main" val="3298376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527B3C-B639-F8A1-E749-C28BEE22535E}"/>
              </a:ext>
            </a:extLst>
          </p:cNvPr>
          <p:cNvSpPr>
            <a:spLocks noGrp="1"/>
          </p:cNvSpPr>
          <p:nvPr>
            <p:ph type="title"/>
          </p:nvPr>
        </p:nvSpPr>
        <p:spPr/>
        <p:txBody>
          <a:bodyPr/>
          <a:lstStyle/>
          <a:p>
            <a:r>
              <a:rPr lang="en-US" dirty="0"/>
              <a:t>Quantum protocols</a:t>
            </a:r>
          </a:p>
        </p:txBody>
      </p:sp>
      <p:sp>
        <p:nvSpPr>
          <p:cNvPr id="5" name="Text Placeholder 4">
            <a:extLst>
              <a:ext uri="{FF2B5EF4-FFF2-40B4-BE49-F238E27FC236}">
                <a16:creationId xmlns:a16="http://schemas.microsoft.com/office/drawing/2014/main" id="{C77A9623-917C-74A1-9B53-97246FAA993D}"/>
              </a:ext>
            </a:extLst>
          </p:cNvPr>
          <p:cNvSpPr>
            <a:spLocks noGrp="1"/>
          </p:cNvSpPr>
          <p:nvPr>
            <p:ph type="body" sz="half" idx="2"/>
          </p:nvPr>
        </p:nvSpPr>
        <p:spPr/>
        <p:txBody>
          <a:bodyPr/>
          <a:lstStyle/>
          <a:p>
            <a:pPr marL="285750" indent="-285750">
              <a:buFontTx/>
              <a:buChar char="-"/>
            </a:pPr>
            <a:r>
              <a:rPr lang="en-US" dirty="0"/>
              <a:t>CW-ODMR</a:t>
            </a:r>
          </a:p>
          <a:p>
            <a:pPr marL="285750" indent="-285750">
              <a:buFontTx/>
              <a:buChar char="-"/>
            </a:pPr>
            <a:r>
              <a:rPr lang="en-US" dirty="0"/>
              <a:t>T</a:t>
            </a:r>
            <a:r>
              <a:rPr lang="en-US" baseline="-25000" dirty="0"/>
              <a:t>1</a:t>
            </a:r>
            <a:r>
              <a:rPr lang="en-US" dirty="0"/>
              <a:t> measurements</a:t>
            </a:r>
          </a:p>
          <a:p>
            <a:pPr marL="285750" indent="-285750">
              <a:buFontTx/>
              <a:buChar char="-"/>
            </a:pPr>
            <a:r>
              <a:rPr lang="en-US" dirty="0"/>
              <a:t>P-ODMR</a:t>
            </a:r>
          </a:p>
          <a:p>
            <a:pPr marL="742950" lvl="1" indent="-285750">
              <a:buFontTx/>
              <a:buChar char="-"/>
            </a:pPr>
            <a:r>
              <a:rPr lang="en-US" dirty="0">
                <a:solidFill>
                  <a:schemeClr val="bg1"/>
                </a:solidFill>
              </a:rPr>
              <a:t>Rabi oscillations</a:t>
            </a:r>
          </a:p>
          <a:p>
            <a:pPr marL="742950" lvl="1" indent="-285750">
              <a:buFontTx/>
              <a:buChar char="-"/>
            </a:pPr>
            <a:r>
              <a:rPr lang="en-US" dirty="0">
                <a:solidFill>
                  <a:schemeClr val="bg1"/>
                </a:solidFill>
              </a:rPr>
              <a:t>Hahn echo</a:t>
            </a:r>
          </a:p>
          <a:p>
            <a:pPr marL="742950" lvl="1" indent="-285750">
              <a:buFontTx/>
              <a:buChar char="-"/>
            </a:pPr>
            <a:r>
              <a:rPr lang="en-US" dirty="0">
                <a:solidFill>
                  <a:schemeClr val="bg1"/>
                </a:solidFill>
              </a:rPr>
              <a:t>Ramsey interferometry</a:t>
            </a:r>
            <a:endParaRPr lang="en-NL" dirty="0">
              <a:solidFill>
                <a:schemeClr val="bg1"/>
              </a:solidFill>
            </a:endParaRPr>
          </a:p>
        </p:txBody>
      </p:sp>
      <p:pic>
        <p:nvPicPr>
          <p:cNvPr id="1026" name="Picture 2" descr="(Color online) Pulse sequence of CW-ODMR without RF fields and CW-ODMR ...">
            <a:extLst>
              <a:ext uri="{FF2B5EF4-FFF2-40B4-BE49-F238E27FC236}">
                <a16:creationId xmlns:a16="http://schemas.microsoft.com/office/drawing/2014/main" id="{68C5DB9C-3532-7C0A-4DC6-0B490E300C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971"/>
          <a:stretch>
            <a:fillRect/>
          </a:stretch>
        </p:blipFill>
        <p:spPr bwMode="auto">
          <a:xfrm>
            <a:off x="4148139" y="0"/>
            <a:ext cx="4623062" cy="3648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32B949D-3065-8675-8246-640B0950ECB9}"/>
              </a:ext>
            </a:extLst>
          </p:cNvPr>
          <p:cNvSpPr txBox="1"/>
          <p:nvPr/>
        </p:nvSpPr>
        <p:spPr>
          <a:xfrm>
            <a:off x="8656764" y="203231"/>
            <a:ext cx="2862502" cy="276999"/>
          </a:xfrm>
          <a:prstGeom prst="rect">
            <a:avLst/>
          </a:prstGeom>
          <a:noFill/>
        </p:spPr>
        <p:txBody>
          <a:bodyPr wrap="square" rtlCol="0">
            <a:spAutoFit/>
          </a:bodyPr>
          <a:lstStyle/>
          <a:p>
            <a:r>
              <a:rPr lang="en-US" sz="1200" dirty="0"/>
              <a:t>Image credit: </a:t>
            </a:r>
            <a:r>
              <a:rPr lang="en-US" sz="1200" u="sng" dirty="0">
                <a:hlinkClick r:id="rId4"/>
              </a:rPr>
              <a:t>10.35848/1347-4065/abc399</a:t>
            </a:r>
            <a:endParaRPr lang="en-NL" sz="1200" dirty="0"/>
          </a:p>
        </p:txBody>
      </p:sp>
      <p:sp>
        <p:nvSpPr>
          <p:cNvPr id="7" name="TextBox 6">
            <a:extLst>
              <a:ext uri="{FF2B5EF4-FFF2-40B4-BE49-F238E27FC236}">
                <a16:creationId xmlns:a16="http://schemas.microsoft.com/office/drawing/2014/main" id="{002EC454-9EB6-932A-48FE-C68EAF15C6D1}"/>
              </a:ext>
            </a:extLst>
          </p:cNvPr>
          <p:cNvSpPr txBox="1"/>
          <p:nvPr/>
        </p:nvSpPr>
        <p:spPr>
          <a:xfrm>
            <a:off x="5106296" y="6377770"/>
            <a:ext cx="3480985" cy="276999"/>
          </a:xfrm>
          <a:prstGeom prst="rect">
            <a:avLst/>
          </a:prstGeom>
          <a:noFill/>
        </p:spPr>
        <p:txBody>
          <a:bodyPr wrap="square" rtlCol="0">
            <a:spAutoFit/>
          </a:bodyPr>
          <a:lstStyle/>
          <a:p>
            <a:r>
              <a:rPr lang="en-US" sz="1200" dirty="0"/>
              <a:t>Image credit: </a:t>
            </a:r>
            <a:r>
              <a:rPr lang="en-US" sz="1200" dirty="0">
                <a:hlinkClick r:id="rId5"/>
              </a:rPr>
              <a:t>https://doi.org/10.1119/10.0001905</a:t>
            </a:r>
            <a:r>
              <a:rPr lang="en-US" sz="1200" dirty="0"/>
              <a:t> </a:t>
            </a:r>
            <a:endParaRPr lang="en-NL" sz="1200" dirty="0"/>
          </a:p>
        </p:txBody>
      </p:sp>
      <p:pic>
        <p:nvPicPr>
          <p:cNvPr id="11" name="Picture 10" descr="A graph of a function&#10;&#10;AI-generated content may be incorrect.">
            <a:extLst>
              <a:ext uri="{FF2B5EF4-FFF2-40B4-BE49-F238E27FC236}">
                <a16:creationId xmlns:a16="http://schemas.microsoft.com/office/drawing/2014/main" id="{15337F2A-DCC8-1D3B-E0B6-A466577F57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59399" y="3429000"/>
            <a:ext cx="3604414" cy="3225769"/>
          </a:xfrm>
          <a:prstGeom prst="rect">
            <a:avLst/>
          </a:prstGeom>
        </p:spPr>
      </p:pic>
    </p:spTree>
    <p:extLst>
      <p:ext uri="{BB962C8B-B14F-4D97-AF65-F5344CB8AC3E}">
        <p14:creationId xmlns:p14="http://schemas.microsoft.com/office/powerpoint/2010/main" val="635112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AC19-B8F4-93C6-8004-5B6F42660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8AB50-6D77-6B05-3421-907420F100EC}"/>
              </a:ext>
            </a:extLst>
          </p:cNvPr>
          <p:cNvSpPr>
            <a:spLocks noGrp="1"/>
          </p:cNvSpPr>
          <p:nvPr>
            <p:ph type="title"/>
          </p:nvPr>
        </p:nvSpPr>
        <p:spPr/>
        <p:txBody>
          <a:bodyPr/>
          <a:lstStyle/>
          <a:p>
            <a:pPr algn="ctr"/>
            <a:r>
              <a:rPr lang="en-US" dirty="0"/>
              <a:t>Quantum sensing setup</a:t>
            </a:r>
            <a:endParaRPr lang="en-NL" dirty="0"/>
          </a:p>
        </p:txBody>
      </p:sp>
      <p:pic>
        <p:nvPicPr>
          <p:cNvPr id="3" name="Content Placeholder 4">
            <a:extLst>
              <a:ext uri="{FF2B5EF4-FFF2-40B4-BE49-F238E27FC236}">
                <a16:creationId xmlns:a16="http://schemas.microsoft.com/office/drawing/2014/main" id="{B2DBEF0B-8A92-0F69-E869-7DCFCC71A950}"/>
              </a:ext>
            </a:extLst>
          </p:cNvPr>
          <p:cNvPicPr>
            <a:picLocks noChangeAspect="1"/>
          </p:cNvPicPr>
          <p:nvPr/>
        </p:nvPicPr>
        <p:blipFill>
          <a:blip r:embed="rId3"/>
          <a:stretch>
            <a:fillRect/>
          </a:stretch>
        </p:blipFill>
        <p:spPr>
          <a:xfrm>
            <a:off x="491195" y="1869918"/>
            <a:ext cx="11209609" cy="3453921"/>
          </a:xfrm>
          <a:prstGeom prst="rect">
            <a:avLst/>
          </a:prstGeom>
        </p:spPr>
      </p:pic>
    </p:spTree>
    <p:extLst>
      <p:ext uri="{BB962C8B-B14F-4D97-AF65-F5344CB8AC3E}">
        <p14:creationId xmlns:p14="http://schemas.microsoft.com/office/powerpoint/2010/main" val="786773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F6F1-942D-2FE9-119A-718E16CC4DBF}"/>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1"/>
                </a:solidFill>
                <a:latin typeface="Avenir Next LT Pro" panose="020B0504020202020204" pitchFamily="34" charset="0"/>
              </a:rPr>
              <a:t>Photodetector design</a:t>
            </a:r>
          </a:p>
        </p:txBody>
      </p:sp>
    </p:spTree>
    <p:extLst>
      <p:ext uri="{BB962C8B-B14F-4D97-AF65-F5344CB8AC3E}">
        <p14:creationId xmlns:p14="http://schemas.microsoft.com/office/powerpoint/2010/main" val="197729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C0D20-85DD-927B-4C2F-9409053A9E50}"/>
              </a:ext>
            </a:extLst>
          </p:cNvPr>
          <p:cNvSpPr>
            <a:spLocks noGrp="1"/>
          </p:cNvSpPr>
          <p:nvPr>
            <p:ph type="title"/>
          </p:nvPr>
        </p:nvSpPr>
        <p:spPr/>
        <p:txBody>
          <a:bodyPr/>
          <a:lstStyle/>
          <a:p>
            <a:r>
              <a:rPr lang="en-US" dirty="0">
                <a:solidFill>
                  <a:schemeClr val="bg1"/>
                </a:solidFill>
              </a:rPr>
              <a:t>Transimpedance Amplifier (TIA)</a:t>
            </a:r>
            <a:endParaRPr lang="en-NL" dirty="0">
              <a:solidFill>
                <a:schemeClr val="bg1"/>
              </a:solidFill>
            </a:endParaRPr>
          </a:p>
        </p:txBody>
      </p:sp>
      <p:pic>
        <p:nvPicPr>
          <p:cNvPr id="8" name="Content Placeholder 7">
            <a:extLst>
              <a:ext uri="{FF2B5EF4-FFF2-40B4-BE49-F238E27FC236}">
                <a16:creationId xmlns:a16="http://schemas.microsoft.com/office/drawing/2014/main" id="{C764DC60-999B-F09C-EAA1-BC6B3BE03BCB}"/>
              </a:ext>
            </a:extLst>
          </p:cNvPr>
          <p:cNvPicPr>
            <a:picLocks noGrp="1" noChangeAspect="1"/>
          </p:cNvPicPr>
          <p:nvPr>
            <p:ph idx="1"/>
          </p:nvPr>
        </p:nvPicPr>
        <p:blipFill>
          <a:blip r:embed="rId3"/>
          <a:stretch>
            <a:fillRect/>
          </a:stretch>
        </p:blipFill>
        <p:spPr>
          <a:xfrm>
            <a:off x="6276843" y="585772"/>
            <a:ext cx="4924926" cy="4873625"/>
          </a:xfrm>
          <a:prstGeom prst="rect">
            <a:avLst/>
          </a:prstGeom>
        </p:spPr>
      </p:pic>
      <p:sp>
        <p:nvSpPr>
          <p:cNvPr id="4" name="Text Placeholder 3">
            <a:extLst>
              <a:ext uri="{FF2B5EF4-FFF2-40B4-BE49-F238E27FC236}">
                <a16:creationId xmlns:a16="http://schemas.microsoft.com/office/drawing/2014/main" id="{A8CBBDAD-B5E0-2D76-AFE9-571DD5EC9891}"/>
              </a:ext>
            </a:extLst>
          </p:cNvPr>
          <p:cNvSpPr>
            <a:spLocks noGrp="1"/>
          </p:cNvSpPr>
          <p:nvPr>
            <p:ph type="body" sz="half" idx="2"/>
          </p:nvPr>
        </p:nvSpPr>
        <p:spPr/>
        <p:txBody>
          <a:bodyPr/>
          <a:lstStyle/>
          <a:p>
            <a:pPr marL="285750" indent="-285750">
              <a:buFont typeface="Arial" panose="020B0604020202020204" pitchFamily="34" charset="0"/>
              <a:buChar char="•"/>
            </a:pPr>
            <a:r>
              <a:rPr lang="en-US" dirty="0">
                <a:solidFill>
                  <a:schemeClr val="bg1"/>
                </a:solidFill>
              </a:rPr>
              <a:t>Current to voltage conversion</a:t>
            </a:r>
          </a:p>
          <a:p>
            <a:pPr marL="285750" indent="-285750">
              <a:buFont typeface="Arial" panose="020B0604020202020204" pitchFamily="34" charset="0"/>
              <a:buChar char="•"/>
            </a:pPr>
            <a:r>
              <a:rPr lang="en-US" dirty="0"/>
              <a:t>Photodiode D</a:t>
            </a:r>
            <a:r>
              <a:rPr lang="en-US" baseline="-25000" dirty="0"/>
              <a:t>1</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Gain-setting resistor R</a:t>
            </a:r>
            <a:r>
              <a:rPr lang="en-US" baseline="-25000" dirty="0">
                <a:solidFill>
                  <a:schemeClr val="bg1"/>
                </a:solidFill>
              </a:rPr>
              <a:t>1</a:t>
            </a:r>
            <a:endParaRPr lang="en-US" dirty="0">
              <a:solidFill>
                <a:schemeClr val="bg1"/>
              </a:solidFill>
            </a:endParaRPr>
          </a:p>
          <a:p>
            <a:pPr marL="285750" indent="-285750">
              <a:buFont typeface="Arial" panose="020B0604020202020204" pitchFamily="34" charset="0"/>
              <a:buChar char="•"/>
            </a:pPr>
            <a:r>
              <a:rPr lang="en-US" dirty="0"/>
              <a:t>Compensation capacitor C</a:t>
            </a:r>
            <a:r>
              <a:rPr lang="en-US" baseline="-25000" dirty="0"/>
              <a:t>1</a:t>
            </a:r>
          </a:p>
          <a:p>
            <a:pPr marL="285750" indent="-285750">
              <a:buFont typeface="Arial" panose="020B0604020202020204" pitchFamily="34" charset="0"/>
              <a:buChar char="•"/>
            </a:pPr>
            <a:endParaRPr lang="en-NL" dirty="0">
              <a:solidFill>
                <a:schemeClr val="bg1"/>
              </a:solidFill>
            </a:endParaRPr>
          </a:p>
        </p:txBody>
      </p:sp>
    </p:spTree>
    <p:extLst>
      <p:ext uri="{BB962C8B-B14F-4D97-AF65-F5344CB8AC3E}">
        <p14:creationId xmlns:p14="http://schemas.microsoft.com/office/powerpoint/2010/main" val="2308881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382B-05CA-99AF-F0F0-8DA91A048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22070-46BA-3046-0E44-4D233573ACC8}"/>
              </a:ext>
            </a:extLst>
          </p:cNvPr>
          <p:cNvSpPr>
            <a:spLocks noGrp="1"/>
          </p:cNvSpPr>
          <p:nvPr>
            <p:ph type="title"/>
          </p:nvPr>
        </p:nvSpPr>
        <p:spPr/>
        <p:txBody>
          <a:bodyPr/>
          <a:lstStyle/>
          <a:p>
            <a:r>
              <a:rPr lang="en-US" dirty="0">
                <a:solidFill>
                  <a:schemeClr val="bg1"/>
                </a:solidFill>
              </a:rPr>
              <a:t>Photodiode biasing</a:t>
            </a:r>
            <a:endParaRPr lang="en-NL" dirty="0">
              <a:solidFill>
                <a:schemeClr val="bg1"/>
              </a:solidFill>
            </a:endParaRPr>
          </a:p>
        </p:txBody>
      </p:sp>
      <p:sp>
        <p:nvSpPr>
          <p:cNvPr id="4" name="Text Placeholder 3">
            <a:extLst>
              <a:ext uri="{FF2B5EF4-FFF2-40B4-BE49-F238E27FC236}">
                <a16:creationId xmlns:a16="http://schemas.microsoft.com/office/drawing/2014/main" id="{297C4E2B-67FF-E267-4133-496BC8FEB3E7}"/>
              </a:ext>
            </a:extLst>
          </p:cNvPr>
          <p:cNvSpPr>
            <a:spLocks noGrp="1"/>
          </p:cNvSpPr>
          <p:nvPr>
            <p:ph type="body" sz="half" idx="2"/>
          </p:nvPr>
        </p:nvSpPr>
        <p:spPr/>
        <p:txBody>
          <a:bodyPr/>
          <a:lstStyle/>
          <a:p>
            <a:pPr marL="285750" indent="-285750">
              <a:buFont typeface="Arial" panose="020B0604020202020204" pitchFamily="34" charset="0"/>
              <a:buChar char="•"/>
            </a:pPr>
            <a:r>
              <a:rPr lang="en-US" dirty="0">
                <a:solidFill>
                  <a:schemeClr val="bg1"/>
                </a:solidFill>
              </a:rPr>
              <a:t>Photoconductive (PC) mode</a:t>
            </a:r>
          </a:p>
          <a:p>
            <a:pPr marL="742950" lvl="1" indent="-285750">
              <a:buFont typeface="Arial" panose="020B0604020202020204" pitchFamily="34" charset="0"/>
              <a:buChar char="•"/>
            </a:pPr>
            <a:r>
              <a:rPr lang="en-US" dirty="0">
                <a:solidFill>
                  <a:schemeClr val="bg1"/>
                </a:solidFill>
              </a:rPr>
              <a:t>High bandwidth</a:t>
            </a:r>
          </a:p>
          <a:p>
            <a:pPr marL="742950" lvl="1" indent="-285750">
              <a:buFont typeface="Arial" panose="020B0604020202020204" pitchFamily="34" charset="0"/>
              <a:buChar char="•"/>
            </a:pPr>
            <a:r>
              <a:rPr lang="en-US" dirty="0">
                <a:solidFill>
                  <a:schemeClr val="bg1"/>
                </a:solidFill>
              </a:rPr>
              <a:t>High photocurrent</a:t>
            </a:r>
          </a:p>
          <a:p>
            <a:pPr marL="742950" lvl="1" indent="-285750">
              <a:buFont typeface="Arial" panose="020B0604020202020204" pitchFamily="34" charset="0"/>
              <a:buChar char="•"/>
            </a:pPr>
            <a:r>
              <a:rPr lang="en-US" dirty="0">
                <a:solidFill>
                  <a:schemeClr val="bg1"/>
                </a:solidFill>
              </a:rPr>
              <a:t>High dark current</a:t>
            </a:r>
          </a:p>
          <a:p>
            <a:pPr marL="285750" indent="-285750">
              <a:buFont typeface="Arial" panose="020B0604020202020204" pitchFamily="34" charset="0"/>
              <a:buChar char="•"/>
            </a:pPr>
            <a:r>
              <a:rPr lang="en-US" dirty="0"/>
              <a:t>Photovoltaic (PV) mode</a:t>
            </a:r>
          </a:p>
          <a:p>
            <a:pPr marL="742950" lvl="1" indent="-285750">
              <a:buFont typeface="Arial" panose="020B0604020202020204" pitchFamily="34" charset="0"/>
              <a:buChar char="•"/>
            </a:pPr>
            <a:r>
              <a:rPr lang="en-US" dirty="0">
                <a:solidFill>
                  <a:schemeClr val="bg1"/>
                </a:solidFill>
              </a:rPr>
              <a:t>Medium bandwidth</a:t>
            </a:r>
          </a:p>
          <a:p>
            <a:pPr marL="742950" lvl="1" indent="-285750">
              <a:buFont typeface="Arial" panose="020B0604020202020204" pitchFamily="34" charset="0"/>
              <a:buChar char="•"/>
            </a:pPr>
            <a:r>
              <a:rPr lang="en-US" dirty="0">
                <a:solidFill>
                  <a:schemeClr val="bg1"/>
                </a:solidFill>
              </a:rPr>
              <a:t>Low photocurrent</a:t>
            </a:r>
          </a:p>
          <a:p>
            <a:pPr marL="742950" lvl="1" indent="-285750">
              <a:buFont typeface="Arial" panose="020B0604020202020204" pitchFamily="34" charset="0"/>
              <a:buChar char="•"/>
            </a:pPr>
            <a:r>
              <a:rPr lang="en-US" dirty="0">
                <a:solidFill>
                  <a:schemeClr val="bg1"/>
                </a:solidFill>
              </a:rPr>
              <a:t>Low to no dark current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NL" dirty="0">
              <a:solidFill>
                <a:schemeClr val="bg1"/>
              </a:solidFill>
            </a:endParaRPr>
          </a:p>
        </p:txBody>
      </p:sp>
      <p:pic>
        <p:nvPicPr>
          <p:cNvPr id="7" name="Picture 6">
            <a:extLst>
              <a:ext uri="{FF2B5EF4-FFF2-40B4-BE49-F238E27FC236}">
                <a16:creationId xmlns:a16="http://schemas.microsoft.com/office/drawing/2014/main" id="{E35A0A04-C7AD-2519-D23A-69B5BB80BA9A}"/>
              </a:ext>
            </a:extLst>
          </p:cNvPr>
          <p:cNvPicPr>
            <a:picLocks noChangeAspect="1"/>
          </p:cNvPicPr>
          <p:nvPr/>
        </p:nvPicPr>
        <p:blipFill>
          <a:blip r:embed="rId3"/>
          <a:stretch>
            <a:fillRect/>
          </a:stretch>
        </p:blipFill>
        <p:spPr>
          <a:xfrm>
            <a:off x="4140863" y="1124025"/>
            <a:ext cx="4051828" cy="4133775"/>
          </a:xfrm>
          <a:prstGeom prst="rect">
            <a:avLst/>
          </a:prstGeom>
        </p:spPr>
      </p:pic>
      <p:pic>
        <p:nvPicPr>
          <p:cNvPr id="10" name="Picture 9">
            <a:extLst>
              <a:ext uri="{FF2B5EF4-FFF2-40B4-BE49-F238E27FC236}">
                <a16:creationId xmlns:a16="http://schemas.microsoft.com/office/drawing/2014/main" id="{DE61A777-B59C-C930-58C6-C89564C68846}"/>
              </a:ext>
            </a:extLst>
          </p:cNvPr>
          <p:cNvPicPr>
            <a:picLocks noChangeAspect="1"/>
          </p:cNvPicPr>
          <p:nvPr/>
        </p:nvPicPr>
        <p:blipFill>
          <a:blip r:embed="rId4"/>
          <a:srcRect b="5672"/>
          <a:stretch>
            <a:fillRect/>
          </a:stretch>
        </p:blipFill>
        <p:spPr>
          <a:xfrm>
            <a:off x="8329300" y="1257300"/>
            <a:ext cx="3760289" cy="4000500"/>
          </a:xfrm>
          <a:prstGeom prst="rect">
            <a:avLst/>
          </a:prstGeom>
        </p:spPr>
      </p:pic>
      <p:sp>
        <p:nvSpPr>
          <p:cNvPr id="3" name="TextBox 2">
            <a:extLst>
              <a:ext uri="{FF2B5EF4-FFF2-40B4-BE49-F238E27FC236}">
                <a16:creationId xmlns:a16="http://schemas.microsoft.com/office/drawing/2014/main" id="{2F24A8E8-8DB6-1EEB-E521-D775E6E1498E}"/>
              </a:ext>
            </a:extLst>
          </p:cNvPr>
          <p:cNvSpPr txBox="1"/>
          <p:nvPr/>
        </p:nvSpPr>
        <p:spPr>
          <a:xfrm>
            <a:off x="5881734" y="754693"/>
            <a:ext cx="428531" cy="369332"/>
          </a:xfrm>
          <a:prstGeom prst="rect">
            <a:avLst/>
          </a:prstGeom>
          <a:noFill/>
        </p:spPr>
        <p:txBody>
          <a:bodyPr wrap="square" rtlCol="0">
            <a:spAutoFit/>
          </a:bodyPr>
          <a:lstStyle/>
          <a:p>
            <a:r>
              <a:rPr lang="en-US" u="sng" dirty="0"/>
              <a:t>PC</a:t>
            </a:r>
            <a:endParaRPr lang="en-NL" u="sng" dirty="0"/>
          </a:p>
        </p:txBody>
      </p:sp>
      <p:sp>
        <p:nvSpPr>
          <p:cNvPr id="5" name="TextBox 4">
            <a:extLst>
              <a:ext uri="{FF2B5EF4-FFF2-40B4-BE49-F238E27FC236}">
                <a16:creationId xmlns:a16="http://schemas.microsoft.com/office/drawing/2014/main" id="{3695BD60-D3E7-49BE-05EA-CA2F68259CBF}"/>
              </a:ext>
            </a:extLst>
          </p:cNvPr>
          <p:cNvSpPr txBox="1"/>
          <p:nvPr/>
        </p:nvSpPr>
        <p:spPr>
          <a:xfrm>
            <a:off x="9956023" y="767002"/>
            <a:ext cx="518836" cy="369332"/>
          </a:xfrm>
          <a:prstGeom prst="rect">
            <a:avLst/>
          </a:prstGeom>
          <a:noFill/>
        </p:spPr>
        <p:txBody>
          <a:bodyPr wrap="square" rtlCol="0">
            <a:spAutoFit/>
          </a:bodyPr>
          <a:lstStyle/>
          <a:p>
            <a:r>
              <a:rPr lang="en-US" u="sng" dirty="0"/>
              <a:t>PV</a:t>
            </a:r>
            <a:endParaRPr lang="en-NL" u="sng" dirty="0"/>
          </a:p>
        </p:txBody>
      </p:sp>
    </p:spTree>
    <p:extLst>
      <p:ext uri="{BB962C8B-B14F-4D97-AF65-F5344CB8AC3E}">
        <p14:creationId xmlns:p14="http://schemas.microsoft.com/office/powerpoint/2010/main" val="3882208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52DB-985E-36FF-DFF3-101087290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EDDC6-FD1C-EF81-A106-ED440860885C}"/>
              </a:ext>
            </a:extLst>
          </p:cNvPr>
          <p:cNvSpPr>
            <a:spLocks noGrp="1"/>
          </p:cNvSpPr>
          <p:nvPr>
            <p:ph type="title"/>
          </p:nvPr>
        </p:nvSpPr>
        <p:spPr/>
        <p:txBody>
          <a:bodyPr/>
          <a:lstStyle/>
          <a:p>
            <a:pPr algn="ctr"/>
            <a:r>
              <a:rPr lang="en-US" dirty="0"/>
              <a:t>Post amplification</a:t>
            </a:r>
            <a:endParaRPr lang="en-NL" dirty="0"/>
          </a:p>
        </p:txBody>
      </p:sp>
      <p:pic>
        <p:nvPicPr>
          <p:cNvPr id="5" name="Picture 4">
            <a:extLst>
              <a:ext uri="{FF2B5EF4-FFF2-40B4-BE49-F238E27FC236}">
                <a16:creationId xmlns:a16="http://schemas.microsoft.com/office/drawing/2014/main" id="{DFDCDDB9-B93A-8121-59B0-36C41018B885}"/>
              </a:ext>
            </a:extLst>
          </p:cNvPr>
          <p:cNvPicPr>
            <a:picLocks noChangeAspect="1"/>
          </p:cNvPicPr>
          <p:nvPr/>
        </p:nvPicPr>
        <p:blipFill>
          <a:blip r:embed="rId3"/>
          <a:stretch>
            <a:fillRect/>
          </a:stretch>
        </p:blipFill>
        <p:spPr>
          <a:xfrm>
            <a:off x="2014537" y="1685925"/>
            <a:ext cx="8658225" cy="4991100"/>
          </a:xfrm>
          <a:prstGeom prst="rect">
            <a:avLst/>
          </a:prstGeom>
        </p:spPr>
      </p:pic>
    </p:spTree>
    <p:extLst>
      <p:ext uri="{BB962C8B-B14F-4D97-AF65-F5344CB8AC3E}">
        <p14:creationId xmlns:p14="http://schemas.microsoft.com/office/powerpoint/2010/main" val="4166906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411818-8253-F25F-FE83-7606BD6A73A7}"/>
              </a:ext>
            </a:extLst>
          </p:cNvPr>
          <p:cNvPicPr>
            <a:picLocks noChangeAspect="1"/>
          </p:cNvPicPr>
          <p:nvPr/>
        </p:nvPicPr>
        <p:blipFill>
          <a:blip r:embed="rId3"/>
          <a:stretch>
            <a:fillRect/>
          </a:stretch>
        </p:blipFill>
        <p:spPr>
          <a:xfrm>
            <a:off x="1980675" y="1390287"/>
            <a:ext cx="6982799" cy="5201376"/>
          </a:xfrm>
          <a:prstGeom prst="rect">
            <a:avLst/>
          </a:prstGeom>
        </p:spPr>
      </p:pic>
      <p:sp>
        <p:nvSpPr>
          <p:cNvPr id="2" name="Title 1">
            <a:extLst>
              <a:ext uri="{FF2B5EF4-FFF2-40B4-BE49-F238E27FC236}">
                <a16:creationId xmlns:a16="http://schemas.microsoft.com/office/drawing/2014/main" id="{4ADB9585-BF59-2667-EDFC-9C42EF6B0D35}"/>
              </a:ext>
            </a:extLst>
          </p:cNvPr>
          <p:cNvSpPr>
            <a:spLocks noGrp="1"/>
          </p:cNvSpPr>
          <p:nvPr>
            <p:ph type="title"/>
          </p:nvPr>
        </p:nvSpPr>
        <p:spPr/>
        <p:txBody>
          <a:bodyPr/>
          <a:lstStyle/>
          <a:p>
            <a:pPr algn="ctr"/>
            <a:r>
              <a:rPr lang="en-US" dirty="0"/>
              <a:t>TIA bandwidth increase</a:t>
            </a:r>
            <a:endParaRPr lang="en-NL" dirty="0"/>
          </a:p>
        </p:txBody>
      </p:sp>
    </p:spTree>
    <p:extLst>
      <p:ext uri="{BB962C8B-B14F-4D97-AF65-F5344CB8AC3E}">
        <p14:creationId xmlns:p14="http://schemas.microsoft.com/office/powerpoint/2010/main" val="3067032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35062B-FB95-CDF9-7B3D-362CF8B0F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8D637-E519-572F-CB27-23AA28976610}"/>
              </a:ext>
            </a:extLst>
          </p:cNvPr>
          <p:cNvSpPr txBox="1">
            <a:spLocks/>
          </p:cNvSpPr>
          <p:nvPr/>
        </p:nvSpPr>
        <p:spPr>
          <a:xfrm>
            <a:off x="950614" y="2235200"/>
            <a:ext cx="10290772"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1"/>
                </a:solidFill>
                <a:latin typeface="Avenir Next LT Pro" panose="020B0504020202020204" pitchFamily="34" charset="0"/>
              </a:rPr>
              <a:t>Photodetector simulations</a:t>
            </a:r>
          </a:p>
        </p:txBody>
      </p:sp>
    </p:spTree>
    <p:extLst>
      <p:ext uri="{BB962C8B-B14F-4D97-AF65-F5344CB8AC3E}">
        <p14:creationId xmlns:p14="http://schemas.microsoft.com/office/powerpoint/2010/main" val="2436372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A14565-0523-4872-D8E8-F3E6F2237CA8}"/>
              </a:ext>
            </a:extLst>
          </p:cNvPr>
          <p:cNvSpPr>
            <a:spLocks noGrp="1"/>
          </p:cNvSpPr>
          <p:nvPr>
            <p:ph type="title"/>
          </p:nvPr>
        </p:nvSpPr>
        <p:spPr/>
        <p:txBody>
          <a:bodyPr/>
          <a:lstStyle/>
          <a:p>
            <a:pPr algn="ctr"/>
            <a:r>
              <a:rPr lang="en-US" dirty="0"/>
              <a:t>CW-ODMR TIA</a:t>
            </a:r>
            <a:endParaRPr lang="en-NL" dirty="0"/>
          </a:p>
        </p:txBody>
      </p:sp>
      <p:pic>
        <p:nvPicPr>
          <p:cNvPr id="5" name="Content Placeholder 4" descr="A graph of a frequency response&#10;&#10;AI-generated content may be incorrect.">
            <a:extLst>
              <a:ext uri="{FF2B5EF4-FFF2-40B4-BE49-F238E27FC236}">
                <a16:creationId xmlns:a16="http://schemas.microsoft.com/office/drawing/2014/main" id="{57D00D9B-50D4-2FA6-BD25-4A3AC498D9CF}"/>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l="7699" t="6265" r="5953" b="1959"/>
          <a:stretch>
            <a:fillRect/>
          </a:stretch>
        </p:blipFill>
        <p:spPr>
          <a:xfrm>
            <a:off x="481617" y="1939507"/>
            <a:ext cx="5031943" cy="4010552"/>
          </a:xfrm>
        </p:spPr>
      </p:pic>
      <p:pic>
        <p:nvPicPr>
          <p:cNvPr id="9" name="Picture 8" descr="A graph of a number of waves&#10;&#10;AI-generated content may be incorrect.">
            <a:extLst>
              <a:ext uri="{FF2B5EF4-FFF2-40B4-BE49-F238E27FC236}">
                <a16:creationId xmlns:a16="http://schemas.microsoft.com/office/drawing/2014/main" id="{10FA51EC-4CC7-0028-B1F6-526E9F225C48}"/>
              </a:ext>
            </a:extLst>
          </p:cNvPr>
          <p:cNvPicPr>
            <a:picLocks noChangeAspect="1"/>
          </p:cNvPicPr>
          <p:nvPr/>
        </p:nvPicPr>
        <p:blipFill>
          <a:blip r:embed="rId3">
            <a:extLst>
              <a:ext uri="{28A0092B-C50C-407E-A947-70E740481C1C}">
                <a14:useLocalDpi xmlns:a14="http://schemas.microsoft.com/office/drawing/2010/main" val="0"/>
              </a:ext>
            </a:extLst>
          </a:blip>
          <a:srcRect l="8117" t="3283" r="6651" b="3971"/>
          <a:stretch>
            <a:fillRect/>
          </a:stretch>
        </p:blipFill>
        <p:spPr>
          <a:xfrm>
            <a:off x="6255946" y="1873674"/>
            <a:ext cx="4906978" cy="4004741"/>
          </a:xfrm>
          <a:prstGeom prst="rect">
            <a:avLst/>
          </a:prstGeom>
        </p:spPr>
      </p:pic>
    </p:spTree>
    <p:extLst>
      <p:ext uri="{BB962C8B-B14F-4D97-AF65-F5344CB8AC3E}">
        <p14:creationId xmlns:p14="http://schemas.microsoft.com/office/powerpoint/2010/main" val="3385562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6583F74-737D-AADA-5F23-75F6CA37C468}"/>
              </a:ext>
            </a:extLst>
          </p:cNvPr>
          <p:cNvPicPr>
            <a:picLocks noChangeAspect="1"/>
          </p:cNvPicPr>
          <p:nvPr/>
        </p:nvPicPr>
        <p:blipFill>
          <a:blip r:embed="rId2">
            <a:extLst>
              <a:ext uri="{28A0092B-C50C-407E-A947-70E740481C1C}">
                <a14:useLocalDpi xmlns:a14="http://schemas.microsoft.com/office/drawing/2010/main" val="0"/>
              </a:ext>
            </a:extLst>
          </a:blip>
          <a:srcRect l="7207" t="6584" r="6023" b="2633"/>
          <a:stretch>
            <a:fillRect/>
          </a:stretch>
        </p:blipFill>
        <p:spPr>
          <a:xfrm>
            <a:off x="5884752" y="1939505"/>
            <a:ext cx="5096736" cy="3999301"/>
          </a:xfrm>
          <a:prstGeom prst="rect">
            <a:avLst/>
          </a:prstGeom>
        </p:spPr>
      </p:pic>
      <p:pic>
        <p:nvPicPr>
          <p:cNvPr id="5" name="Picture 4" descr="A graph of a frequency response&#10;&#10;AI-generated content may be incorrect.">
            <a:extLst>
              <a:ext uri="{FF2B5EF4-FFF2-40B4-BE49-F238E27FC236}">
                <a16:creationId xmlns:a16="http://schemas.microsoft.com/office/drawing/2014/main" id="{6B9D8340-8D2D-F280-9DC8-82B30CF15E28}"/>
              </a:ext>
            </a:extLst>
          </p:cNvPr>
          <p:cNvPicPr>
            <a:picLocks noChangeAspect="1"/>
          </p:cNvPicPr>
          <p:nvPr/>
        </p:nvPicPr>
        <p:blipFill>
          <a:blip r:embed="rId3">
            <a:extLst>
              <a:ext uri="{28A0092B-C50C-407E-A947-70E740481C1C}">
                <a14:useLocalDpi xmlns:a14="http://schemas.microsoft.com/office/drawing/2010/main" val="0"/>
              </a:ext>
            </a:extLst>
          </a:blip>
          <a:srcRect l="6959" t="5858" r="7673" b="2851"/>
          <a:stretch>
            <a:fillRect/>
          </a:stretch>
        </p:blipFill>
        <p:spPr>
          <a:xfrm>
            <a:off x="539999" y="1939506"/>
            <a:ext cx="4982615" cy="3996278"/>
          </a:xfrm>
          <a:prstGeom prst="rect">
            <a:avLst/>
          </a:prstGeom>
        </p:spPr>
      </p:pic>
      <p:sp>
        <p:nvSpPr>
          <p:cNvPr id="2" name="Title 1">
            <a:extLst>
              <a:ext uri="{FF2B5EF4-FFF2-40B4-BE49-F238E27FC236}">
                <a16:creationId xmlns:a16="http://schemas.microsoft.com/office/drawing/2014/main" id="{AE3DFB4E-E0EA-11BB-0CC3-45C1FB7902D4}"/>
              </a:ext>
            </a:extLst>
          </p:cNvPr>
          <p:cNvSpPr>
            <a:spLocks noGrp="1"/>
          </p:cNvSpPr>
          <p:nvPr>
            <p:ph type="title"/>
          </p:nvPr>
        </p:nvSpPr>
        <p:spPr/>
        <p:txBody>
          <a:bodyPr/>
          <a:lstStyle/>
          <a:p>
            <a:pPr algn="ctr"/>
            <a:r>
              <a:rPr lang="en-US" dirty="0"/>
              <a:t>T</a:t>
            </a:r>
            <a:r>
              <a:rPr lang="en-US" baseline="-25000" dirty="0"/>
              <a:t>1</a:t>
            </a:r>
            <a:r>
              <a:rPr lang="en-US" dirty="0"/>
              <a:t> TIA</a:t>
            </a:r>
            <a:endParaRPr lang="en-NL" dirty="0"/>
          </a:p>
        </p:txBody>
      </p:sp>
    </p:spTree>
    <p:extLst>
      <p:ext uri="{BB962C8B-B14F-4D97-AF65-F5344CB8AC3E}">
        <p14:creationId xmlns:p14="http://schemas.microsoft.com/office/powerpoint/2010/main" val="3754628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7F049DF-DFC4-9885-963B-141D25C19A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A467BE-8D1D-9960-76BD-A59588192EE7}"/>
              </a:ext>
            </a:extLst>
          </p:cNvPr>
          <p:cNvSpPr>
            <a:spLocks noGrp="1"/>
          </p:cNvSpPr>
          <p:nvPr>
            <p:ph type="title"/>
          </p:nvPr>
        </p:nvSpPr>
        <p:spPr/>
        <p:txBody>
          <a:bodyPr/>
          <a:lstStyle/>
          <a:p>
            <a:pPr algn="ctr"/>
            <a:r>
              <a:rPr lang="en-US" dirty="0"/>
              <a:t>CW-ODMR detector</a:t>
            </a:r>
            <a:endParaRPr lang="en-NL" dirty="0"/>
          </a:p>
        </p:txBody>
      </p:sp>
      <p:pic>
        <p:nvPicPr>
          <p:cNvPr id="3" name="Picture 2" descr="A diagram of a frequency response&#10;&#10;AI-generated content may be incorrect.">
            <a:extLst>
              <a:ext uri="{FF2B5EF4-FFF2-40B4-BE49-F238E27FC236}">
                <a16:creationId xmlns:a16="http://schemas.microsoft.com/office/drawing/2014/main" id="{14DCEF19-2839-CE94-A396-056C590BE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00" y="2195512"/>
            <a:ext cx="5200650" cy="3190875"/>
          </a:xfrm>
          <a:prstGeom prst="rect">
            <a:avLst/>
          </a:prstGeom>
        </p:spPr>
      </p:pic>
      <p:pic>
        <p:nvPicPr>
          <p:cNvPr id="10" name="Picture 9">
            <a:extLst>
              <a:ext uri="{FF2B5EF4-FFF2-40B4-BE49-F238E27FC236}">
                <a16:creationId xmlns:a16="http://schemas.microsoft.com/office/drawing/2014/main" id="{02692FDD-78CC-D404-EB7C-B01E0C3A16E9}"/>
              </a:ext>
            </a:extLst>
          </p:cNvPr>
          <p:cNvPicPr>
            <a:picLocks noChangeAspect="1"/>
          </p:cNvPicPr>
          <p:nvPr/>
        </p:nvPicPr>
        <p:blipFill>
          <a:blip r:embed="rId3"/>
          <a:srcRect t="597" b="1"/>
          <a:stretch>
            <a:fillRect/>
          </a:stretch>
        </p:blipFill>
        <p:spPr>
          <a:xfrm>
            <a:off x="5994400" y="2195512"/>
            <a:ext cx="5929876" cy="3171825"/>
          </a:xfrm>
          <a:prstGeom prst="rect">
            <a:avLst/>
          </a:prstGeom>
        </p:spPr>
      </p:pic>
    </p:spTree>
    <p:extLst>
      <p:ext uri="{BB962C8B-B14F-4D97-AF65-F5344CB8AC3E}">
        <p14:creationId xmlns:p14="http://schemas.microsoft.com/office/powerpoint/2010/main" val="1435162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17E0D0-AA85-7332-241D-922DFA5609E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C71F996-96F4-B957-B30A-3BDC23A7B204}"/>
              </a:ext>
            </a:extLst>
          </p:cNvPr>
          <p:cNvSpPr>
            <a:spLocks noGrp="1"/>
          </p:cNvSpPr>
          <p:nvPr>
            <p:ph type="title"/>
          </p:nvPr>
        </p:nvSpPr>
        <p:spPr/>
        <p:txBody>
          <a:bodyPr/>
          <a:lstStyle/>
          <a:p>
            <a:pPr algn="ctr"/>
            <a:r>
              <a:rPr lang="en-US" dirty="0"/>
              <a:t>T</a:t>
            </a:r>
            <a:r>
              <a:rPr lang="en-US" baseline="-25000" dirty="0"/>
              <a:t>1</a:t>
            </a:r>
            <a:r>
              <a:rPr lang="en-US" dirty="0"/>
              <a:t> detector</a:t>
            </a:r>
            <a:endParaRPr lang="en-NL" dirty="0"/>
          </a:p>
        </p:txBody>
      </p:sp>
      <p:pic>
        <p:nvPicPr>
          <p:cNvPr id="4" name="Picture 3">
            <a:extLst>
              <a:ext uri="{FF2B5EF4-FFF2-40B4-BE49-F238E27FC236}">
                <a16:creationId xmlns:a16="http://schemas.microsoft.com/office/drawing/2014/main" id="{FBD8A6BD-C6EF-A3E3-C9F7-45980E12E49F}"/>
              </a:ext>
            </a:extLst>
          </p:cNvPr>
          <p:cNvPicPr>
            <a:picLocks noChangeAspect="1"/>
          </p:cNvPicPr>
          <p:nvPr/>
        </p:nvPicPr>
        <p:blipFill>
          <a:blip r:embed="rId2">
            <a:extLst>
              <a:ext uri="{28A0092B-C50C-407E-A947-70E740481C1C}">
                <a14:useLocalDpi xmlns:a14="http://schemas.microsoft.com/office/drawing/2010/main" val="0"/>
              </a:ext>
            </a:extLst>
          </a:blip>
          <a:srcRect t="642" b="642"/>
          <a:stretch/>
        </p:blipFill>
        <p:spPr>
          <a:xfrm>
            <a:off x="109538" y="2290712"/>
            <a:ext cx="5901963" cy="3056005"/>
          </a:xfrm>
          <a:prstGeom prst="rect">
            <a:avLst/>
          </a:prstGeom>
        </p:spPr>
      </p:pic>
      <p:pic>
        <p:nvPicPr>
          <p:cNvPr id="7" name="Picture 6">
            <a:extLst>
              <a:ext uri="{FF2B5EF4-FFF2-40B4-BE49-F238E27FC236}">
                <a16:creationId xmlns:a16="http://schemas.microsoft.com/office/drawing/2014/main" id="{BDB1A0B8-6B97-C5F2-21E7-0C14E223C37F}"/>
              </a:ext>
            </a:extLst>
          </p:cNvPr>
          <p:cNvPicPr>
            <a:picLocks noChangeAspect="1"/>
          </p:cNvPicPr>
          <p:nvPr/>
        </p:nvPicPr>
        <p:blipFill>
          <a:blip r:embed="rId3"/>
          <a:srcRect l="352" t="728"/>
          <a:stretch>
            <a:fillRect/>
          </a:stretch>
        </p:blipFill>
        <p:spPr>
          <a:xfrm>
            <a:off x="6180499" y="2290712"/>
            <a:ext cx="5901963" cy="3068947"/>
          </a:xfrm>
          <a:prstGeom prst="rect">
            <a:avLst/>
          </a:prstGeom>
        </p:spPr>
      </p:pic>
    </p:spTree>
    <p:extLst>
      <p:ext uri="{BB962C8B-B14F-4D97-AF65-F5344CB8AC3E}">
        <p14:creationId xmlns:p14="http://schemas.microsoft.com/office/powerpoint/2010/main" val="2072762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9EAD-21E7-3870-F5A1-5879C0B12D29}"/>
              </a:ext>
            </a:extLst>
          </p:cNvPr>
          <p:cNvSpPr>
            <a:spLocks noGrp="1"/>
          </p:cNvSpPr>
          <p:nvPr>
            <p:ph type="title"/>
          </p:nvPr>
        </p:nvSpPr>
        <p:spPr/>
        <p:txBody>
          <a:bodyPr/>
          <a:lstStyle/>
          <a:p>
            <a:pPr algn="ctr"/>
            <a:r>
              <a:rPr lang="en-US" dirty="0"/>
              <a:t>Comparison</a:t>
            </a:r>
            <a:endParaRPr lang="en-NL" dirty="0"/>
          </a:p>
        </p:txBody>
      </p:sp>
      <p:graphicFrame>
        <p:nvGraphicFramePr>
          <p:cNvPr id="4" name="Table 3">
            <a:extLst>
              <a:ext uri="{FF2B5EF4-FFF2-40B4-BE49-F238E27FC236}">
                <a16:creationId xmlns:a16="http://schemas.microsoft.com/office/drawing/2014/main" id="{9E06345B-1B0E-33CF-91F1-BBC00290069F}"/>
              </a:ext>
            </a:extLst>
          </p:cNvPr>
          <p:cNvGraphicFramePr>
            <a:graphicFrameLocks noGrp="1"/>
          </p:cNvGraphicFramePr>
          <p:nvPr>
            <p:extLst>
              <p:ext uri="{D42A27DB-BD31-4B8C-83A1-F6EECF244321}">
                <p14:modId xmlns:p14="http://schemas.microsoft.com/office/powerpoint/2010/main" val="4113316758"/>
              </p:ext>
            </p:extLst>
          </p:nvPr>
        </p:nvGraphicFramePr>
        <p:xfrm>
          <a:off x="1715127" y="2558735"/>
          <a:ext cx="8533397" cy="2981986"/>
        </p:xfrm>
        <a:graphic>
          <a:graphicData uri="http://schemas.openxmlformats.org/drawingml/2006/table">
            <a:tbl>
              <a:tblPr firstRow="1" bandRow="1">
                <a:tableStyleId>{5C22544A-7EE6-4342-B048-85BDC9FD1C3A}</a:tableStyleId>
              </a:tblPr>
              <a:tblGrid>
                <a:gridCol w="1602411">
                  <a:extLst>
                    <a:ext uri="{9D8B030D-6E8A-4147-A177-3AD203B41FA5}">
                      <a16:colId xmlns:a16="http://schemas.microsoft.com/office/drawing/2014/main" val="1815571312"/>
                    </a:ext>
                  </a:extLst>
                </a:gridCol>
                <a:gridCol w="1452319">
                  <a:extLst>
                    <a:ext uri="{9D8B030D-6E8A-4147-A177-3AD203B41FA5}">
                      <a16:colId xmlns:a16="http://schemas.microsoft.com/office/drawing/2014/main" val="580203025"/>
                    </a:ext>
                  </a:extLst>
                </a:gridCol>
                <a:gridCol w="1527365">
                  <a:extLst>
                    <a:ext uri="{9D8B030D-6E8A-4147-A177-3AD203B41FA5}">
                      <a16:colId xmlns:a16="http://schemas.microsoft.com/office/drawing/2014/main" val="3960355731"/>
                    </a:ext>
                  </a:extLst>
                </a:gridCol>
                <a:gridCol w="2022058">
                  <a:extLst>
                    <a:ext uri="{9D8B030D-6E8A-4147-A177-3AD203B41FA5}">
                      <a16:colId xmlns:a16="http://schemas.microsoft.com/office/drawing/2014/main" val="104708281"/>
                    </a:ext>
                  </a:extLst>
                </a:gridCol>
                <a:gridCol w="1929244">
                  <a:extLst>
                    <a:ext uri="{9D8B030D-6E8A-4147-A177-3AD203B41FA5}">
                      <a16:colId xmlns:a16="http://schemas.microsoft.com/office/drawing/2014/main" val="1367951973"/>
                    </a:ext>
                  </a:extLst>
                </a:gridCol>
              </a:tblGrid>
              <a:tr h="1112761">
                <a:tc>
                  <a:txBody>
                    <a:bodyPr/>
                    <a:lstStyle/>
                    <a:p>
                      <a:pPr algn="ctr"/>
                      <a:r>
                        <a:rPr lang="en-US" dirty="0"/>
                        <a:t>Version</a:t>
                      </a:r>
                      <a:endParaRPr lang="en-N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chemeClr val="lt1"/>
                          </a:solidFill>
                          <a:effectLst/>
                          <a:latin typeface="+mn-lt"/>
                          <a:ea typeface="+mn-ea"/>
                          <a:cs typeface="+mn-cs"/>
                        </a:rPr>
                        <a:t>TIA f</a:t>
                      </a:r>
                      <a:r>
                        <a:rPr lang="en-US" sz="1800" b="1" kern="1200" baseline="-25000" dirty="0">
                          <a:solidFill>
                            <a:schemeClr val="lt1"/>
                          </a:solidFill>
                          <a:effectLst/>
                          <a:latin typeface="+mn-lt"/>
                          <a:ea typeface="+mn-ea"/>
                          <a:cs typeface="+mn-cs"/>
                        </a:rPr>
                        <a:t>c</a:t>
                      </a:r>
                      <a:r>
                        <a:rPr lang="en-US" sz="1800" b="1" kern="1200" baseline="0" dirty="0">
                          <a:solidFill>
                            <a:schemeClr val="lt1"/>
                          </a:solidFill>
                          <a:effectLst/>
                          <a:latin typeface="+mn-lt"/>
                          <a:ea typeface="+mn-ea"/>
                          <a:cs typeface="+mn-cs"/>
                        </a:rPr>
                        <a:t> (kHz)</a:t>
                      </a:r>
                      <a:endParaRPr lang="en-NL" dirty="0">
                        <a:effectLst/>
                      </a:endParaRPr>
                    </a:p>
                    <a:p>
                      <a:pPr algn="ctr"/>
                      <a:endParaRPr lang="en-NL" dirty="0"/>
                    </a:p>
                  </a:txBody>
                  <a:tcPr/>
                </a:tc>
                <a:tc>
                  <a:txBody>
                    <a:bodyPr/>
                    <a:lstStyle/>
                    <a:p>
                      <a:pPr algn="ctr"/>
                      <a:r>
                        <a:rPr lang="en-US" baseline="0" dirty="0"/>
                        <a:t>TIA gain (dB)</a:t>
                      </a:r>
                      <a:endParaRPr lang="en-NL" baseline="0" dirty="0"/>
                    </a:p>
                  </a:txBody>
                  <a:tcPr/>
                </a:tc>
                <a:tc>
                  <a:txBody>
                    <a:bodyPr/>
                    <a:lstStyle/>
                    <a:p>
                      <a:pPr algn="ctr"/>
                      <a:r>
                        <a:rPr lang="en-US" dirty="0"/>
                        <a:t>Post amplifier</a:t>
                      </a:r>
                      <a:endParaRPr lang="en-N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Noise at 1Hz (</a:t>
                      </a:r>
                      <a:r>
                        <a:rPr lang="en-US" dirty="0">
                          <a:latin typeface="Calibri" panose="020F0502020204030204" pitchFamily="34" charset="0"/>
                          <a:cs typeface="Calibri" panose="020F0502020204030204" pitchFamily="34" charset="0"/>
                        </a:rPr>
                        <a:t>µV/</a:t>
                      </a:r>
                      <a:r>
                        <a:rPr lang="en-NL" sz="1800" b="1" i="0" kern="1200" dirty="0">
                          <a:solidFill>
                            <a:schemeClr val="lt1"/>
                          </a:solidFill>
                          <a:effectLst/>
                          <a:latin typeface="+mn-lt"/>
                          <a:ea typeface="+mn-ea"/>
                          <a:cs typeface="+mn-cs"/>
                        </a:rPr>
                        <a:t>√</a:t>
                      </a:r>
                      <a:r>
                        <a:rPr lang="en-US" sz="1800" b="1" i="0" kern="1200" dirty="0">
                          <a:solidFill>
                            <a:schemeClr val="lt1"/>
                          </a:solidFill>
                          <a:effectLst/>
                          <a:latin typeface="+mn-lt"/>
                          <a:ea typeface="+mn-ea"/>
                          <a:cs typeface="+mn-cs"/>
                        </a:rPr>
                        <a:t>Hz)</a:t>
                      </a:r>
                      <a:endParaRPr lang="en-NL" sz="1800" b="1" i="0" kern="1200" dirty="0">
                        <a:solidFill>
                          <a:schemeClr val="lt1"/>
                        </a:solidFill>
                        <a:effectLst/>
                        <a:latin typeface="+mn-lt"/>
                        <a:ea typeface="+mn-ea"/>
                        <a:cs typeface="+mn-cs"/>
                      </a:endParaRPr>
                    </a:p>
                  </a:txBody>
                  <a:tcPr/>
                </a:tc>
                <a:extLst>
                  <a:ext uri="{0D108BD9-81ED-4DB2-BD59-A6C34878D82A}">
                    <a16:rowId xmlns:a16="http://schemas.microsoft.com/office/drawing/2014/main" val="1007892860"/>
                  </a:ext>
                </a:extLst>
              </a:tr>
              <a:tr h="756464">
                <a:tc>
                  <a:txBody>
                    <a:bodyPr/>
                    <a:lstStyle/>
                    <a:p>
                      <a:pPr algn="ctr"/>
                      <a:r>
                        <a:rPr lang="en-US" dirty="0"/>
                        <a:t>T</a:t>
                      </a:r>
                      <a:r>
                        <a:rPr lang="en-US" baseline="-25000" dirty="0"/>
                        <a:t>1</a:t>
                      </a:r>
                      <a:endParaRPr lang="en-NL" dirty="0"/>
                    </a:p>
                  </a:txBody>
                  <a:tcPr/>
                </a:tc>
                <a:tc>
                  <a:txBody>
                    <a:bodyPr/>
                    <a:lstStyle/>
                    <a:p>
                      <a:pPr algn="ctr"/>
                      <a:r>
                        <a:rPr lang="en-NL" dirty="0"/>
                        <a:t>724,69</a:t>
                      </a:r>
                    </a:p>
                  </a:txBody>
                  <a:tcPr/>
                </a:tc>
                <a:tc>
                  <a:txBody>
                    <a:bodyPr/>
                    <a:lstStyle/>
                    <a:p>
                      <a:pPr algn="ctr"/>
                      <a:r>
                        <a:rPr lang="en-US" dirty="0"/>
                        <a:t>120</a:t>
                      </a:r>
                      <a:endParaRPr lang="en-NL" dirty="0"/>
                    </a:p>
                  </a:txBody>
                  <a:tcPr/>
                </a:tc>
                <a:tc>
                  <a:txBody>
                    <a:bodyPr/>
                    <a:lstStyle/>
                    <a:p>
                      <a:pPr algn="ctr"/>
                      <a:r>
                        <a:rPr lang="en-US" dirty="0"/>
                        <a:t>Non-inverting</a:t>
                      </a:r>
                      <a:r>
                        <a:rPr lang="en-NL" dirty="0"/>
                        <a:t>,</a:t>
                      </a:r>
                    </a:p>
                    <a:p>
                      <a:pPr algn="ctr"/>
                      <a:r>
                        <a:rPr lang="en-US" dirty="0"/>
                        <a:t>cascaded</a:t>
                      </a:r>
                      <a:endParaRPr lang="en-NL" dirty="0"/>
                    </a:p>
                  </a:txBody>
                  <a:tcPr/>
                </a:tc>
                <a:tc>
                  <a:txBody>
                    <a:bodyPr/>
                    <a:lstStyle/>
                    <a:p>
                      <a:pPr algn="ctr"/>
                      <a:r>
                        <a:rPr lang="en-US" dirty="0"/>
                        <a:t>17,6</a:t>
                      </a:r>
                      <a:endParaRPr lang="en-NL" dirty="0"/>
                    </a:p>
                  </a:txBody>
                  <a:tcPr/>
                </a:tc>
                <a:extLst>
                  <a:ext uri="{0D108BD9-81ED-4DB2-BD59-A6C34878D82A}">
                    <a16:rowId xmlns:a16="http://schemas.microsoft.com/office/drawing/2014/main" val="1155675871"/>
                  </a:ext>
                </a:extLst>
              </a:tr>
              <a:tr h="11127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CW-ODMR</a:t>
                      </a:r>
                      <a:endParaRPr lang="en-NL" baseline="0" dirty="0"/>
                    </a:p>
                  </a:txBody>
                  <a:tcPr/>
                </a:tc>
                <a:tc>
                  <a:txBody>
                    <a:bodyPr/>
                    <a:lstStyle/>
                    <a:p>
                      <a:pPr algn="ctr"/>
                      <a:r>
                        <a:rPr lang="en-US" dirty="0"/>
                        <a:t>21,167</a:t>
                      </a:r>
                      <a:endParaRPr lang="en-NL" dirty="0"/>
                    </a:p>
                  </a:txBody>
                  <a:tcPr/>
                </a:tc>
                <a:tc>
                  <a:txBody>
                    <a:bodyPr/>
                    <a:lstStyle/>
                    <a:p>
                      <a:pPr algn="ctr"/>
                      <a:r>
                        <a:rPr lang="en-US" dirty="0"/>
                        <a:t>140</a:t>
                      </a:r>
                      <a:endParaRPr lang="en-NL" dirty="0"/>
                    </a:p>
                  </a:txBody>
                  <a:tcPr/>
                </a:tc>
                <a:tc>
                  <a:txBody>
                    <a:bodyPr/>
                    <a:lstStyle/>
                    <a:p>
                      <a:pPr algn="ctr"/>
                      <a:r>
                        <a:rPr lang="en-US" dirty="0"/>
                        <a:t>Non-inverting</a:t>
                      </a:r>
                      <a:endParaRPr lang="en-N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4,8</a:t>
                      </a:r>
                      <a:endParaRPr lang="en-NL" dirty="0"/>
                    </a:p>
                    <a:p>
                      <a:pPr algn="ctr"/>
                      <a:endParaRPr lang="en-NL" dirty="0"/>
                    </a:p>
                  </a:txBody>
                  <a:tcPr/>
                </a:tc>
                <a:extLst>
                  <a:ext uri="{0D108BD9-81ED-4DB2-BD59-A6C34878D82A}">
                    <a16:rowId xmlns:a16="http://schemas.microsoft.com/office/drawing/2014/main" val="2990485009"/>
                  </a:ext>
                </a:extLst>
              </a:tr>
            </a:tbl>
          </a:graphicData>
        </a:graphic>
      </p:graphicFrame>
    </p:spTree>
    <p:extLst>
      <p:ext uri="{BB962C8B-B14F-4D97-AF65-F5344CB8AC3E}">
        <p14:creationId xmlns:p14="http://schemas.microsoft.com/office/powerpoint/2010/main" val="2891150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1E976B-A781-5F40-9D1C-FA5C385BE7E9}"/>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endParaRPr lang="en-US" dirty="0">
              <a:solidFill>
                <a:schemeClr val="bg1"/>
              </a:solidFill>
              <a:latin typeface="Avenir Next LT Pro" panose="020B0504020202020204" pitchFamily="34" charset="0"/>
            </a:endParaRPr>
          </a:p>
        </p:txBody>
      </p:sp>
      <p:pic>
        <p:nvPicPr>
          <p:cNvPr id="10" name="Content Placeholder 9" descr="A machine with wires and wires&#10;&#10;AI-generated content may be incorrect.">
            <a:extLst>
              <a:ext uri="{FF2B5EF4-FFF2-40B4-BE49-F238E27FC236}">
                <a16:creationId xmlns:a16="http://schemas.microsoft.com/office/drawing/2014/main" id="{C165DBBD-0709-55BB-48CE-35AAE2C1CB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1604" y="0"/>
            <a:ext cx="8128980" cy="6858000"/>
          </a:xfrm>
        </p:spPr>
      </p:pic>
      <p:sp>
        <p:nvSpPr>
          <p:cNvPr id="6" name="Title 5">
            <a:extLst>
              <a:ext uri="{FF2B5EF4-FFF2-40B4-BE49-F238E27FC236}">
                <a16:creationId xmlns:a16="http://schemas.microsoft.com/office/drawing/2014/main" id="{17921561-A65F-A500-B2FB-034BD2C1695D}"/>
              </a:ext>
            </a:extLst>
          </p:cNvPr>
          <p:cNvSpPr>
            <a:spLocks noGrp="1"/>
          </p:cNvSpPr>
          <p:nvPr>
            <p:ph type="title"/>
          </p:nvPr>
        </p:nvSpPr>
        <p:spPr/>
        <p:txBody>
          <a:bodyPr/>
          <a:lstStyle/>
          <a:p>
            <a:r>
              <a:rPr lang="en-US" dirty="0">
                <a:latin typeface="Avenir Next LT Pro" panose="020B0504020202020204" pitchFamily="34" charset="0"/>
              </a:rPr>
              <a:t>Integration test</a:t>
            </a:r>
            <a:endParaRPr lang="en-NL" dirty="0"/>
          </a:p>
        </p:txBody>
      </p:sp>
      <p:sp>
        <p:nvSpPr>
          <p:cNvPr id="8" name="Text Placeholder 7">
            <a:extLst>
              <a:ext uri="{FF2B5EF4-FFF2-40B4-BE49-F238E27FC236}">
                <a16:creationId xmlns:a16="http://schemas.microsoft.com/office/drawing/2014/main" id="{EEEFC16B-6627-0C3D-0331-CEAC64BAC6C4}"/>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P</a:t>
            </a:r>
            <a:r>
              <a:rPr lang="en-NL" dirty="0" err="1"/>
              <a:t>ulse</a:t>
            </a:r>
            <a:r>
              <a:rPr lang="en-NL" dirty="0"/>
              <a:t> laser at different frequencies</a:t>
            </a:r>
          </a:p>
          <a:p>
            <a:pPr marL="285750" indent="-285750">
              <a:buFont typeface="Arial" panose="020B0604020202020204" pitchFamily="34" charset="0"/>
              <a:buChar char="•"/>
            </a:pPr>
            <a:r>
              <a:rPr lang="en-NL" dirty="0"/>
              <a:t>Adjust laser for optimal intensity</a:t>
            </a:r>
          </a:p>
          <a:p>
            <a:pPr marL="285750" indent="-285750">
              <a:buFont typeface="Arial" panose="020B0604020202020204" pitchFamily="34" charset="0"/>
              <a:buChar char="•"/>
            </a:pPr>
            <a:r>
              <a:rPr lang="en-NL" dirty="0"/>
              <a:t>Compare detector output to square wave</a:t>
            </a:r>
          </a:p>
        </p:txBody>
      </p:sp>
    </p:spTree>
    <p:extLst>
      <p:ext uri="{BB962C8B-B14F-4D97-AF65-F5344CB8AC3E}">
        <p14:creationId xmlns:p14="http://schemas.microsoft.com/office/powerpoint/2010/main" val="2186358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0867F2-FB0A-C27A-1A0C-46CBDE552AF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6800A8-78D8-DFFD-8F1F-4CB6D1BA4CDF}"/>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3A98EE3D-8CD1-4C3F-BD1C-C98C9596463C}" type="slidenum">
              <a:rPr lang="en-US" smtClean="0"/>
              <a:pPr>
                <a:spcAft>
                  <a:spcPts val="600"/>
                </a:spcAft>
              </a:pPr>
              <a:t>17</a:t>
            </a:fld>
            <a:endParaRPr lang="en-US" dirty="0"/>
          </a:p>
        </p:txBody>
      </p:sp>
      <p:pic>
        <p:nvPicPr>
          <p:cNvPr id="9" name="Picture 8" descr="A screenshot of a computer&#10;&#10;AI-generated content may be incorrect.">
            <a:extLst>
              <a:ext uri="{FF2B5EF4-FFF2-40B4-BE49-F238E27FC236}">
                <a16:creationId xmlns:a16="http://schemas.microsoft.com/office/drawing/2014/main" id="{FDE1A58B-F383-2839-B366-7AE41EE4F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53" y="46846"/>
            <a:ext cx="5479279" cy="3287567"/>
          </a:xfrm>
          <a:prstGeom prst="rect">
            <a:avLst/>
          </a:prstGeom>
        </p:spPr>
      </p:pic>
      <p:pic>
        <p:nvPicPr>
          <p:cNvPr id="3" name="Picture 2" descr="A screen shot of a computer&#10;&#10;AI-generated content may be incorrect.">
            <a:extLst>
              <a:ext uri="{FF2B5EF4-FFF2-40B4-BE49-F238E27FC236}">
                <a16:creationId xmlns:a16="http://schemas.microsoft.com/office/drawing/2014/main" id="{47233F98-B9B5-FBA0-3BBA-FBC3AABFD2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5717" y="46845"/>
            <a:ext cx="5479279" cy="3287567"/>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4A96785A-370E-D107-D468-3C1B9C61FF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553" y="3429000"/>
            <a:ext cx="5479279" cy="3287567"/>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97FF2F3C-D9F9-2DC4-ECC8-F32E2595B3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5718" y="3429000"/>
            <a:ext cx="5479279" cy="3287567"/>
          </a:xfrm>
          <a:prstGeom prst="rect">
            <a:avLst/>
          </a:prstGeom>
        </p:spPr>
      </p:pic>
    </p:spTree>
    <p:extLst>
      <p:ext uri="{BB962C8B-B14F-4D97-AF65-F5344CB8AC3E}">
        <p14:creationId xmlns:p14="http://schemas.microsoft.com/office/powerpoint/2010/main" val="2891566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CDBA-A805-012D-5666-6BEC7EB33698}"/>
            </a:ext>
          </a:extLst>
        </p:cNvPr>
        <p:cNvGrpSpPr/>
        <p:nvPr/>
      </p:nvGrpSpPr>
      <p:grpSpPr>
        <a:xfrm>
          <a:off x="0" y="0"/>
          <a:ext cx="0" cy="0"/>
          <a:chOff x="0" y="0"/>
          <a:chExt cx="0" cy="0"/>
        </a:xfrm>
      </p:grpSpPr>
      <p:pic>
        <p:nvPicPr>
          <p:cNvPr id="11" name="Content Placeholder 10" descr="A close up of a device&#10;&#10;AI-generated content may be incorrect.">
            <a:extLst>
              <a:ext uri="{FF2B5EF4-FFF2-40B4-BE49-F238E27FC236}">
                <a16:creationId xmlns:a16="http://schemas.microsoft.com/office/drawing/2014/main" id="{B164F581-0E57-6305-55A2-59FE136193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0371" y="0"/>
            <a:ext cx="8287615" cy="6858000"/>
          </a:xfrm>
          <a:noFill/>
        </p:spPr>
      </p:pic>
      <p:sp>
        <p:nvSpPr>
          <p:cNvPr id="6" name="Title 5">
            <a:extLst>
              <a:ext uri="{FF2B5EF4-FFF2-40B4-BE49-F238E27FC236}">
                <a16:creationId xmlns:a16="http://schemas.microsoft.com/office/drawing/2014/main" id="{0305D76A-F8E9-40D6-4219-425AF442D33F}"/>
              </a:ext>
            </a:extLst>
          </p:cNvPr>
          <p:cNvSpPr>
            <a:spLocks noGrp="1"/>
          </p:cNvSpPr>
          <p:nvPr>
            <p:ph type="title"/>
          </p:nvPr>
        </p:nvSpPr>
        <p:spPr>
          <a:xfrm>
            <a:off x="324000" y="792000"/>
            <a:ext cx="3270100" cy="617700"/>
          </a:xfrm>
        </p:spPr>
        <p:txBody>
          <a:bodyPr anchor="t">
            <a:normAutofit/>
          </a:bodyPr>
          <a:lstStyle/>
          <a:p>
            <a:r>
              <a:rPr lang="en-NL" dirty="0"/>
              <a:t>Filtering test</a:t>
            </a:r>
          </a:p>
        </p:txBody>
      </p:sp>
      <p:sp>
        <p:nvSpPr>
          <p:cNvPr id="8" name="Text Placeholder 7">
            <a:extLst>
              <a:ext uri="{FF2B5EF4-FFF2-40B4-BE49-F238E27FC236}">
                <a16:creationId xmlns:a16="http://schemas.microsoft.com/office/drawing/2014/main" id="{19D80CE1-D27D-2DED-8DDF-6770438D98D7}"/>
              </a:ext>
            </a:extLst>
          </p:cNvPr>
          <p:cNvSpPr>
            <a:spLocks noGrp="1"/>
          </p:cNvSpPr>
          <p:nvPr>
            <p:ph type="body" sz="quarter" idx="10"/>
          </p:nvPr>
        </p:nvSpPr>
        <p:spPr>
          <a:xfrm>
            <a:off x="324000" y="2073275"/>
            <a:ext cx="3270100" cy="3118157"/>
          </a:xfrm>
        </p:spPr>
        <p:txBody>
          <a:bodyPr>
            <a:normAutofit/>
          </a:bodyPr>
          <a:lstStyle/>
          <a:p>
            <a:pPr marL="285750" indent="-285750">
              <a:buFont typeface="Arial" panose="020B0604020202020204" pitchFamily="34" charset="0"/>
              <a:buChar char="•"/>
            </a:pPr>
            <a:r>
              <a:rPr lang="en-NL" dirty="0"/>
              <a:t> Place laser like in a compact setup</a:t>
            </a:r>
            <a:endParaRPr lang="en-US" dirty="0"/>
          </a:p>
          <a:p>
            <a:pPr marL="285750" indent="-285750">
              <a:buFont typeface="Arial" panose="020B0604020202020204" pitchFamily="34" charset="0"/>
              <a:buChar char="•"/>
            </a:pPr>
            <a:r>
              <a:rPr lang="en-NL" dirty="0"/>
              <a:t>Pulse laser at a fixed frequency</a:t>
            </a:r>
          </a:p>
          <a:p>
            <a:pPr marL="285750" indent="-285750">
              <a:buFont typeface="Arial" panose="020B0604020202020204" pitchFamily="34" charset="0"/>
              <a:buChar char="•"/>
            </a:pPr>
            <a:r>
              <a:rPr lang="en-NL" dirty="0"/>
              <a:t>Change number of filters</a:t>
            </a:r>
          </a:p>
          <a:p>
            <a:pPr marL="285750" indent="-285750">
              <a:buFont typeface="Arial" panose="020B0604020202020204" pitchFamily="34" charset="0"/>
              <a:buChar char="•"/>
            </a:pPr>
            <a:r>
              <a:rPr lang="en-NL" dirty="0"/>
              <a:t>Observe effect of filtering</a:t>
            </a:r>
          </a:p>
        </p:txBody>
      </p:sp>
      <p:sp>
        <p:nvSpPr>
          <p:cNvPr id="4" name="Title 1">
            <a:extLst>
              <a:ext uri="{FF2B5EF4-FFF2-40B4-BE49-F238E27FC236}">
                <a16:creationId xmlns:a16="http://schemas.microsoft.com/office/drawing/2014/main" id="{D027011C-87F4-0262-6FD9-FE53BBA1FB03}"/>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endParaRPr lang="en-US" dirty="0">
              <a:solidFill>
                <a:schemeClr val="bg1"/>
              </a:solidFill>
              <a:latin typeface="Avenir Next LT Pro" panose="020B0504020202020204" pitchFamily="34" charset="0"/>
            </a:endParaRPr>
          </a:p>
        </p:txBody>
      </p:sp>
    </p:spTree>
    <p:extLst>
      <p:ext uri="{BB962C8B-B14F-4D97-AF65-F5344CB8AC3E}">
        <p14:creationId xmlns:p14="http://schemas.microsoft.com/office/powerpoint/2010/main" val="2339708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20BF85B4-434E-A3B2-63E6-8ABA1F57D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53" y="3428998"/>
            <a:ext cx="5479279" cy="3287567"/>
          </a:xfrm>
          <a:prstGeom prst="rect">
            <a:avLst/>
          </a:prstGeom>
        </p:spPr>
      </p:pic>
      <p:pic>
        <p:nvPicPr>
          <p:cNvPr id="5" name="Picture 4" descr="A screen shot of a computer&#10;&#10;AI-generated content may be incorrect.">
            <a:extLst>
              <a:ext uri="{FF2B5EF4-FFF2-40B4-BE49-F238E27FC236}">
                <a16:creationId xmlns:a16="http://schemas.microsoft.com/office/drawing/2014/main" id="{F4DB5F14-B40E-6639-0344-43D93614B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5717" y="3428999"/>
            <a:ext cx="5479279" cy="3287567"/>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EBD0D14B-4391-ADFB-4053-2324313014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6077" y="0"/>
            <a:ext cx="5479279" cy="3287567"/>
          </a:xfrm>
          <a:prstGeom prst="rect">
            <a:avLst/>
          </a:prstGeom>
        </p:spPr>
      </p:pic>
      <p:sp>
        <p:nvSpPr>
          <p:cNvPr id="9" name="TextBox 8">
            <a:extLst>
              <a:ext uri="{FF2B5EF4-FFF2-40B4-BE49-F238E27FC236}">
                <a16:creationId xmlns:a16="http://schemas.microsoft.com/office/drawing/2014/main" id="{DC272C3B-62E6-8B91-137D-E7CD3D62D969}"/>
              </a:ext>
            </a:extLst>
          </p:cNvPr>
          <p:cNvSpPr txBox="1"/>
          <p:nvPr/>
        </p:nvSpPr>
        <p:spPr>
          <a:xfrm>
            <a:off x="130553" y="3059666"/>
            <a:ext cx="820061" cy="369332"/>
          </a:xfrm>
          <a:prstGeom prst="rect">
            <a:avLst/>
          </a:prstGeom>
          <a:noFill/>
        </p:spPr>
        <p:txBody>
          <a:bodyPr wrap="square" rtlCol="0">
            <a:spAutoFit/>
          </a:bodyPr>
          <a:lstStyle/>
          <a:p>
            <a:r>
              <a:rPr lang="en-US" dirty="0"/>
              <a:t>1 filter</a:t>
            </a:r>
            <a:endParaRPr lang="en-NL" dirty="0"/>
          </a:p>
        </p:txBody>
      </p:sp>
      <p:sp>
        <p:nvSpPr>
          <p:cNvPr id="10" name="TextBox 9">
            <a:extLst>
              <a:ext uri="{FF2B5EF4-FFF2-40B4-BE49-F238E27FC236}">
                <a16:creationId xmlns:a16="http://schemas.microsoft.com/office/drawing/2014/main" id="{E8EFECE3-7EF4-224D-A0BC-B88829F94736}"/>
              </a:ext>
            </a:extLst>
          </p:cNvPr>
          <p:cNvSpPr txBox="1"/>
          <p:nvPr/>
        </p:nvSpPr>
        <p:spPr>
          <a:xfrm>
            <a:off x="8655356" y="141434"/>
            <a:ext cx="2290284" cy="369332"/>
          </a:xfrm>
          <a:prstGeom prst="rect">
            <a:avLst/>
          </a:prstGeom>
          <a:noFill/>
        </p:spPr>
        <p:txBody>
          <a:bodyPr wrap="square" rtlCol="0">
            <a:spAutoFit/>
          </a:bodyPr>
          <a:lstStyle/>
          <a:p>
            <a:r>
              <a:rPr lang="en-US" dirty="0"/>
              <a:t>No filter, low intensity</a:t>
            </a:r>
            <a:endParaRPr lang="en-NL" dirty="0"/>
          </a:p>
        </p:txBody>
      </p:sp>
      <p:sp>
        <p:nvSpPr>
          <p:cNvPr id="11" name="TextBox 10">
            <a:extLst>
              <a:ext uri="{FF2B5EF4-FFF2-40B4-BE49-F238E27FC236}">
                <a16:creationId xmlns:a16="http://schemas.microsoft.com/office/drawing/2014/main" id="{903A1580-B7FB-5EC9-F9E8-3A351A8AE393}"/>
              </a:ext>
            </a:extLst>
          </p:cNvPr>
          <p:cNvSpPr txBox="1"/>
          <p:nvPr/>
        </p:nvSpPr>
        <p:spPr>
          <a:xfrm>
            <a:off x="10474271" y="3059666"/>
            <a:ext cx="942738" cy="369332"/>
          </a:xfrm>
          <a:prstGeom prst="rect">
            <a:avLst/>
          </a:prstGeom>
          <a:noFill/>
        </p:spPr>
        <p:txBody>
          <a:bodyPr wrap="square" rtlCol="0">
            <a:spAutoFit/>
          </a:bodyPr>
          <a:lstStyle/>
          <a:p>
            <a:r>
              <a:rPr lang="en-US" dirty="0"/>
              <a:t>2 filters</a:t>
            </a:r>
            <a:endParaRPr lang="en-NL" dirty="0"/>
          </a:p>
        </p:txBody>
      </p:sp>
    </p:spTree>
    <p:extLst>
      <p:ext uri="{BB962C8B-B14F-4D97-AF65-F5344CB8AC3E}">
        <p14:creationId xmlns:p14="http://schemas.microsoft.com/office/powerpoint/2010/main" val="4267404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3027-CE00-BE54-CE2E-EE412F98F0A0}"/>
              </a:ext>
            </a:extLst>
          </p:cNvPr>
          <p:cNvSpPr>
            <a:spLocks noGrp="1"/>
          </p:cNvSpPr>
          <p:nvPr>
            <p:ph type="title"/>
          </p:nvPr>
        </p:nvSpPr>
        <p:spPr/>
        <p:txBody>
          <a:bodyPr/>
          <a:lstStyle/>
          <a:p>
            <a:pPr algn="ctr"/>
            <a:r>
              <a:rPr lang="en-US" dirty="0"/>
              <a:t>Conclusion</a:t>
            </a:r>
            <a:endParaRPr lang="en-NL" dirty="0"/>
          </a:p>
        </p:txBody>
      </p:sp>
      <p:sp>
        <p:nvSpPr>
          <p:cNvPr id="3" name="Text Placeholder 2">
            <a:extLst>
              <a:ext uri="{FF2B5EF4-FFF2-40B4-BE49-F238E27FC236}">
                <a16:creationId xmlns:a16="http://schemas.microsoft.com/office/drawing/2014/main" id="{30746F07-1E45-E536-C87F-FF10613D6F68}"/>
              </a:ext>
            </a:extLst>
          </p:cNvPr>
          <p:cNvSpPr>
            <a:spLocks noGrp="1"/>
          </p:cNvSpPr>
          <p:nvPr>
            <p:ph type="body" sz="quarter" idx="10"/>
          </p:nvPr>
        </p:nvSpPr>
        <p:spPr/>
        <p:txBody>
          <a:bodyPr/>
          <a:lstStyle/>
          <a:p>
            <a:pPr marL="457200" indent="-457200">
              <a:buFont typeface="Arial" panose="020B0604020202020204" pitchFamily="34" charset="0"/>
              <a:buChar char="•"/>
            </a:pPr>
            <a:r>
              <a:rPr lang="en-US" dirty="0"/>
              <a:t>CW-ODMR detector works as intended</a:t>
            </a:r>
          </a:p>
          <a:p>
            <a:pPr marL="457200" indent="-457200">
              <a:buFont typeface="Arial" panose="020B0604020202020204" pitchFamily="34" charset="0"/>
              <a:buChar char="•"/>
            </a:pPr>
            <a:r>
              <a:rPr lang="en-US" dirty="0"/>
              <a:t>Bandwidth is insufficient for Rabi oscillations</a:t>
            </a:r>
          </a:p>
          <a:p>
            <a:pPr marL="457200" indent="-457200">
              <a:buFont typeface="Arial" panose="020B0604020202020204" pitchFamily="34" charset="0"/>
              <a:buChar char="•"/>
            </a:pPr>
            <a:r>
              <a:rPr lang="en-US" dirty="0"/>
              <a:t>Setup needs good filtering</a:t>
            </a:r>
            <a:endParaRPr lang="en-NL" dirty="0"/>
          </a:p>
        </p:txBody>
      </p:sp>
    </p:spTree>
    <p:extLst>
      <p:ext uri="{BB962C8B-B14F-4D97-AF65-F5344CB8AC3E}">
        <p14:creationId xmlns:p14="http://schemas.microsoft.com/office/powerpoint/2010/main" val="3061526031"/>
      </p:ext>
    </p:extLst>
  </p:cSld>
  <p:clrMapOvr>
    <a:masterClrMapping/>
  </p:clrMapOvr>
</p:sld>
</file>

<file path=ppt/theme/theme1.xml><?xml version="1.0" encoding="utf-8"?>
<a:theme xmlns:a="http://schemas.openxmlformats.org/drawingml/2006/main" name="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A4E98920-4576-4F28-BA0E-1A006DACA787}"/>
    </a:ext>
  </a:extLst>
</a:theme>
</file>

<file path=ppt/theme/theme2.xml><?xml version="1.0" encoding="utf-8"?>
<a:theme xmlns:a="http://schemas.openxmlformats.org/drawingml/2006/main" name="1_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Custom 2">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7989E8EF-9E7B-44DC-BCBB-A2E6569D1671}"/>
    </a:ext>
  </a:extLst>
</a:theme>
</file>

<file path=ppt/theme/theme3.xml><?xml version="1.0" encoding="utf-8"?>
<a:theme xmlns:a="http://schemas.openxmlformats.org/drawingml/2006/main" name="Kleur.Saxion_Template_NL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3FBAD2B4-0C63-4149-AD59-92CBFDF49AE1}"/>
    </a:ext>
  </a:extLst>
</a:theme>
</file>

<file path=ppt/theme/theme4.xml><?xml version="1.0" encoding="utf-8"?>
<a:theme xmlns:a="http://schemas.openxmlformats.org/drawingml/2006/main" name="Saxion_16-9-NL">
  <a:themeElements>
    <a:clrScheme name="Saxion">
      <a:dk1>
        <a:sysClr val="windowText" lastClr="000000"/>
      </a:dk1>
      <a:lt1>
        <a:sysClr val="window" lastClr="FFFFFF"/>
      </a:lt1>
      <a:dk2>
        <a:srgbClr val="009C82"/>
      </a:dk2>
      <a:lt2>
        <a:srgbClr val="F2F2F2"/>
      </a:lt2>
      <a:accent1>
        <a:srgbClr val="009C82"/>
      </a:accent1>
      <a:accent2>
        <a:srgbClr val="C6C5BF"/>
      </a:accent2>
      <a:accent3>
        <a:srgbClr val="85CEE4"/>
      </a:accent3>
      <a:accent4>
        <a:srgbClr val="009C82"/>
      </a:accent4>
      <a:accent5>
        <a:srgbClr val="C6C5BF"/>
      </a:accent5>
      <a:accent6>
        <a:srgbClr val="85CEE4"/>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_FinalPresentation.potx" id="{60318440-E8CF-432E-BACE-925EB37B6200}" vid="{DAD69A8D-80F5-4F36-9AE4-BAC031E73EB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_FinalPresentation</Template>
  <TotalTime>1248</TotalTime>
  <Words>376</Words>
  <Application>Microsoft Office PowerPoint</Application>
  <PresentationFormat>Widescreen</PresentationFormat>
  <Paragraphs>90</Paragraphs>
  <Slides>20</Slides>
  <Notes>9</Notes>
  <HiddenSlides>7</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20</vt:i4>
      </vt:variant>
    </vt:vector>
  </HeadingPairs>
  <TitlesOfParts>
    <vt:vector size="31" baseType="lpstr">
      <vt:lpstr>Aptos</vt:lpstr>
      <vt:lpstr>Arial</vt:lpstr>
      <vt:lpstr>Arial Black</vt:lpstr>
      <vt:lpstr>Avenir Next LT Pro</vt:lpstr>
      <vt:lpstr>Calibri</vt:lpstr>
      <vt:lpstr>Lucida Sans</vt:lpstr>
      <vt:lpstr>Lucida Sans Unicode</vt:lpstr>
      <vt:lpstr>Kleur.Saxion_Template_INT_16-9</vt:lpstr>
      <vt:lpstr>1_Kleur.Saxion_Template_INT_16-9</vt:lpstr>
      <vt:lpstr>Kleur.Saxion_Template_NL_16-9</vt:lpstr>
      <vt:lpstr>Saxion_16-9-NL</vt:lpstr>
      <vt:lpstr>Enabling photodetection for quantum sensing</vt:lpstr>
      <vt:lpstr>Nitrogen Vacancy (NV) centers</vt:lpstr>
      <vt:lpstr>Quantum protocols</vt:lpstr>
      <vt:lpstr>Quantum sensing setup</vt:lpstr>
      <vt:lpstr>PowerPoint Presentation</vt:lpstr>
      <vt:lpstr>Transimpedance Amplifier (TIA)</vt:lpstr>
      <vt:lpstr>Photodiode biasing</vt:lpstr>
      <vt:lpstr>Post amplification</vt:lpstr>
      <vt:lpstr>TIA bandwidth increase</vt:lpstr>
      <vt:lpstr>PowerPoint Presentation</vt:lpstr>
      <vt:lpstr>CW-ODMR TIA</vt:lpstr>
      <vt:lpstr>T1 TIA</vt:lpstr>
      <vt:lpstr>CW-ODMR detector</vt:lpstr>
      <vt:lpstr>T1 detector</vt:lpstr>
      <vt:lpstr>Comparison</vt:lpstr>
      <vt:lpstr>Integration test</vt:lpstr>
      <vt:lpstr>PowerPoint Presentation</vt:lpstr>
      <vt:lpstr>Filtering test</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Vladislav Serafimov</dc:creator>
  <cp:lastModifiedBy>Vladislav Serafimov</cp:lastModifiedBy>
  <cp:revision>86</cp:revision>
  <dcterms:created xsi:type="dcterms:W3CDTF">2025-12-31T07:30:58Z</dcterms:created>
  <dcterms:modified xsi:type="dcterms:W3CDTF">2026-01-21T11:53:43Z</dcterms:modified>
</cp:coreProperties>
</file>
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3.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1"/>
    <p:sldMasterId id="2147483738" r:id="rId2"/>
    <p:sldMasterId id="2147483702" r:id="rId3"/>
    <p:sldMasterId id="2147483714" r:id="rId4"/>
  </p:sldMasterIdLst>
  <p:notesMasterIdLst>
    <p:notesMasterId r:id="rId12"/>
  </p:notesMasterIdLst>
  <p:handoutMasterIdLst>
    <p:handoutMasterId r:id="rId13"/>
  </p:handoutMasterIdLst>
  <p:sldIdLst>
    <p:sldId id="256" r:id="rId5"/>
    <p:sldId id="259" r:id="rId6"/>
    <p:sldId id="325" r:id="rId7"/>
    <p:sldId id="339" r:id="rId8"/>
    <p:sldId id="340" r:id="rId9"/>
    <p:sldId id="341" r:id="rId10"/>
    <p:sldId id="34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C87"/>
    <a:srgbClr val="44546A"/>
    <a:srgbClr val="CFD1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notesViewPr>
    <p:cSldViewPr snapToGrid="0">
      <p:cViewPr varScale="1">
        <p:scale>
          <a:sx n="85" d="100"/>
          <a:sy n="85" d="100"/>
        </p:scale>
        <p:origin x="388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F0945D-229F-41A6-BB87-E10E2848502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5816302E-D656-4F31-A815-FF0FE3AE015C}">
      <dgm:prSet/>
      <dgm:spPr/>
      <dgm:t>
        <a:bodyPr/>
        <a:lstStyle/>
        <a:p>
          <a:r>
            <a:rPr lang="en-US"/>
            <a:t>Assignment</a:t>
          </a:r>
          <a:endParaRPr lang="en-US" dirty="0"/>
        </a:p>
      </dgm:t>
    </dgm:pt>
    <dgm:pt modelId="{7B101A88-274C-4E23-833B-4DB71197F223}" type="parTrans" cxnId="{DF97190C-56D3-4FFF-AE97-35B15C00FC35}">
      <dgm:prSet/>
      <dgm:spPr/>
      <dgm:t>
        <a:bodyPr/>
        <a:lstStyle/>
        <a:p>
          <a:endParaRPr lang="en-US"/>
        </a:p>
      </dgm:t>
    </dgm:pt>
    <dgm:pt modelId="{03BE203D-97A6-4AD7-9F4C-EE043B0BBB96}" type="sibTrans" cxnId="{DF97190C-56D3-4FFF-AE97-35B15C00FC35}">
      <dgm:prSet/>
      <dgm:spPr/>
      <dgm:t>
        <a:bodyPr/>
        <a:lstStyle/>
        <a:p>
          <a:endParaRPr lang="en-US"/>
        </a:p>
      </dgm:t>
    </dgm:pt>
    <dgm:pt modelId="{3BC098C6-3280-4FCD-A7F2-8004432CBEE2}">
      <dgm:prSet/>
      <dgm:spPr/>
      <dgm:t>
        <a:bodyPr/>
        <a:lstStyle/>
        <a:p>
          <a:r>
            <a:rPr lang="en-US" dirty="0"/>
            <a:t>Boundaries</a:t>
          </a:r>
        </a:p>
      </dgm:t>
    </dgm:pt>
    <dgm:pt modelId="{ECF59F4F-A4CE-4C4F-B1FC-4CC22CECDDE1}" type="parTrans" cxnId="{46A170C9-C031-4A33-9245-D424119EA4CD}">
      <dgm:prSet/>
      <dgm:spPr/>
      <dgm:t>
        <a:bodyPr/>
        <a:lstStyle/>
        <a:p>
          <a:endParaRPr lang="en-NL"/>
        </a:p>
      </dgm:t>
    </dgm:pt>
    <dgm:pt modelId="{2792DC29-A3C3-4112-B0DE-BAB0A2923E80}" type="sibTrans" cxnId="{46A170C9-C031-4A33-9245-D424119EA4CD}">
      <dgm:prSet/>
      <dgm:spPr/>
      <dgm:t>
        <a:bodyPr/>
        <a:lstStyle/>
        <a:p>
          <a:endParaRPr lang="en-NL"/>
        </a:p>
      </dgm:t>
    </dgm:pt>
    <dgm:pt modelId="{E67DB955-9BE4-4076-83A8-34FD6BB0091C}">
      <dgm:prSet/>
      <dgm:spPr/>
      <dgm:t>
        <a:bodyPr/>
        <a:lstStyle/>
        <a:p>
          <a:r>
            <a:rPr lang="en-US" dirty="0"/>
            <a:t>Goals</a:t>
          </a:r>
        </a:p>
      </dgm:t>
    </dgm:pt>
    <dgm:pt modelId="{DBDAEE3B-D3E7-4E48-9F01-B7E79EED072E}" type="parTrans" cxnId="{44068AB1-1B33-4099-BDC3-18A5851F2DCD}">
      <dgm:prSet/>
      <dgm:spPr/>
      <dgm:t>
        <a:bodyPr/>
        <a:lstStyle/>
        <a:p>
          <a:endParaRPr lang="en-NL"/>
        </a:p>
      </dgm:t>
    </dgm:pt>
    <dgm:pt modelId="{06C74AD4-DEE8-4071-9B0D-6FE3B279FB34}" type="sibTrans" cxnId="{44068AB1-1B33-4099-BDC3-18A5851F2DCD}">
      <dgm:prSet/>
      <dgm:spPr/>
      <dgm:t>
        <a:bodyPr/>
        <a:lstStyle/>
        <a:p>
          <a:endParaRPr lang="en-NL"/>
        </a:p>
      </dgm:t>
    </dgm:pt>
    <dgm:pt modelId="{FBA749CA-F096-4412-A457-5531B37DD41E}">
      <dgm:prSet/>
      <dgm:spPr/>
      <dgm:t>
        <a:bodyPr/>
        <a:lstStyle/>
        <a:p>
          <a:r>
            <a:rPr lang="en-US" dirty="0"/>
            <a:t>Deliverables and solutions</a:t>
          </a:r>
        </a:p>
      </dgm:t>
    </dgm:pt>
    <dgm:pt modelId="{480102EE-461C-4CBB-B152-D6764AA84338}" type="parTrans" cxnId="{8CF3E052-2C44-4EF5-A90C-F7276B076ACB}">
      <dgm:prSet/>
      <dgm:spPr/>
      <dgm:t>
        <a:bodyPr/>
        <a:lstStyle/>
        <a:p>
          <a:endParaRPr lang="en-NL"/>
        </a:p>
      </dgm:t>
    </dgm:pt>
    <dgm:pt modelId="{4B472EEC-1E45-4219-95E4-372DD1806FF6}" type="sibTrans" cxnId="{8CF3E052-2C44-4EF5-A90C-F7276B076ACB}">
      <dgm:prSet/>
      <dgm:spPr/>
      <dgm:t>
        <a:bodyPr/>
        <a:lstStyle/>
        <a:p>
          <a:endParaRPr lang="en-NL"/>
        </a:p>
      </dgm:t>
    </dgm:pt>
    <dgm:pt modelId="{DA4EC384-806C-4188-88A2-38DAFAE6B512}" type="pres">
      <dgm:prSet presAssocID="{B7F0945D-229F-41A6-BB87-E10E2848502A}" presName="linear" presStyleCnt="0">
        <dgm:presLayoutVars>
          <dgm:animLvl val="lvl"/>
          <dgm:resizeHandles val="exact"/>
        </dgm:presLayoutVars>
      </dgm:prSet>
      <dgm:spPr/>
    </dgm:pt>
    <dgm:pt modelId="{3EC3E200-6874-41C5-999C-CE9E7123665B}" type="pres">
      <dgm:prSet presAssocID="{5816302E-D656-4F31-A815-FF0FE3AE015C}" presName="parentText" presStyleLbl="node1" presStyleIdx="0" presStyleCnt="4">
        <dgm:presLayoutVars>
          <dgm:chMax val="0"/>
          <dgm:bulletEnabled val="1"/>
        </dgm:presLayoutVars>
      </dgm:prSet>
      <dgm:spPr/>
    </dgm:pt>
    <dgm:pt modelId="{3120C337-3C85-4336-AA57-19BE7D4DA377}" type="pres">
      <dgm:prSet presAssocID="{03BE203D-97A6-4AD7-9F4C-EE043B0BBB96}" presName="spacer" presStyleCnt="0"/>
      <dgm:spPr/>
    </dgm:pt>
    <dgm:pt modelId="{8FD5E9B0-4940-4273-B437-5CF71613AF69}" type="pres">
      <dgm:prSet presAssocID="{3BC098C6-3280-4FCD-A7F2-8004432CBEE2}" presName="parentText" presStyleLbl="node1" presStyleIdx="1" presStyleCnt="4">
        <dgm:presLayoutVars>
          <dgm:chMax val="0"/>
          <dgm:bulletEnabled val="1"/>
        </dgm:presLayoutVars>
      </dgm:prSet>
      <dgm:spPr/>
    </dgm:pt>
    <dgm:pt modelId="{F36596F5-B421-4B5C-81CA-DB72BAC97164}" type="pres">
      <dgm:prSet presAssocID="{2792DC29-A3C3-4112-B0DE-BAB0A2923E80}" presName="spacer" presStyleCnt="0"/>
      <dgm:spPr/>
    </dgm:pt>
    <dgm:pt modelId="{1D4898BD-CBD3-47B2-A1B9-5735F2DF520D}" type="pres">
      <dgm:prSet presAssocID="{E67DB955-9BE4-4076-83A8-34FD6BB0091C}" presName="parentText" presStyleLbl="node1" presStyleIdx="2" presStyleCnt="4">
        <dgm:presLayoutVars>
          <dgm:chMax val="0"/>
          <dgm:bulletEnabled val="1"/>
        </dgm:presLayoutVars>
      </dgm:prSet>
      <dgm:spPr/>
    </dgm:pt>
    <dgm:pt modelId="{0029730B-CA26-4CA0-800E-04AA18BD1534}" type="pres">
      <dgm:prSet presAssocID="{06C74AD4-DEE8-4071-9B0D-6FE3B279FB34}" presName="spacer" presStyleCnt="0"/>
      <dgm:spPr/>
    </dgm:pt>
    <dgm:pt modelId="{6A0F5841-5882-4F88-8FB6-A004B4068E07}" type="pres">
      <dgm:prSet presAssocID="{FBA749CA-F096-4412-A457-5531B37DD41E}" presName="parentText" presStyleLbl="node1" presStyleIdx="3" presStyleCnt="4">
        <dgm:presLayoutVars>
          <dgm:chMax val="0"/>
          <dgm:bulletEnabled val="1"/>
        </dgm:presLayoutVars>
      </dgm:prSet>
      <dgm:spPr/>
    </dgm:pt>
  </dgm:ptLst>
  <dgm:cxnLst>
    <dgm:cxn modelId="{DF97190C-56D3-4FFF-AE97-35B15C00FC35}" srcId="{B7F0945D-229F-41A6-BB87-E10E2848502A}" destId="{5816302E-D656-4F31-A815-FF0FE3AE015C}" srcOrd="0" destOrd="0" parTransId="{7B101A88-274C-4E23-833B-4DB71197F223}" sibTransId="{03BE203D-97A6-4AD7-9F4C-EE043B0BBB96}"/>
    <dgm:cxn modelId="{59AEDD4C-A883-45CD-9532-8B2E9166B643}" type="presOf" srcId="{5816302E-D656-4F31-A815-FF0FE3AE015C}" destId="{3EC3E200-6874-41C5-999C-CE9E7123665B}" srcOrd="0" destOrd="0" presId="urn:microsoft.com/office/officeart/2005/8/layout/vList2"/>
    <dgm:cxn modelId="{8CF3E052-2C44-4EF5-A90C-F7276B076ACB}" srcId="{B7F0945D-229F-41A6-BB87-E10E2848502A}" destId="{FBA749CA-F096-4412-A457-5531B37DD41E}" srcOrd="3" destOrd="0" parTransId="{480102EE-461C-4CBB-B152-D6764AA84338}" sibTransId="{4B472EEC-1E45-4219-95E4-372DD1806FF6}"/>
    <dgm:cxn modelId="{0711AD7E-B432-4353-AF69-8AA94DBC0E4A}" type="presOf" srcId="{E67DB955-9BE4-4076-83A8-34FD6BB0091C}" destId="{1D4898BD-CBD3-47B2-A1B9-5735F2DF520D}" srcOrd="0" destOrd="0" presId="urn:microsoft.com/office/officeart/2005/8/layout/vList2"/>
    <dgm:cxn modelId="{B569BC95-F436-4E8E-A6C3-07EB312F6E32}" type="presOf" srcId="{B7F0945D-229F-41A6-BB87-E10E2848502A}" destId="{DA4EC384-806C-4188-88A2-38DAFAE6B512}" srcOrd="0" destOrd="0" presId="urn:microsoft.com/office/officeart/2005/8/layout/vList2"/>
    <dgm:cxn modelId="{44068AB1-1B33-4099-BDC3-18A5851F2DCD}" srcId="{B7F0945D-229F-41A6-BB87-E10E2848502A}" destId="{E67DB955-9BE4-4076-83A8-34FD6BB0091C}" srcOrd="2" destOrd="0" parTransId="{DBDAEE3B-D3E7-4E48-9F01-B7E79EED072E}" sibTransId="{06C74AD4-DEE8-4071-9B0D-6FE3B279FB34}"/>
    <dgm:cxn modelId="{46A170C9-C031-4A33-9245-D424119EA4CD}" srcId="{B7F0945D-229F-41A6-BB87-E10E2848502A}" destId="{3BC098C6-3280-4FCD-A7F2-8004432CBEE2}" srcOrd="1" destOrd="0" parTransId="{ECF59F4F-A4CE-4C4F-B1FC-4CC22CECDDE1}" sibTransId="{2792DC29-A3C3-4112-B0DE-BAB0A2923E80}"/>
    <dgm:cxn modelId="{510A21E1-23D5-4FAA-AEB8-D2B4CAB13C7F}" type="presOf" srcId="{3BC098C6-3280-4FCD-A7F2-8004432CBEE2}" destId="{8FD5E9B0-4940-4273-B437-5CF71613AF69}" srcOrd="0" destOrd="0" presId="urn:microsoft.com/office/officeart/2005/8/layout/vList2"/>
    <dgm:cxn modelId="{62F0B0E2-4A3C-49F2-8FFA-3DA4024EA3E6}" type="presOf" srcId="{FBA749CA-F096-4412-A457-5531B37DD41E}" destId="{6A0F5841-5882-4F88-8FB6-A004B4068E07}" srcOrd="0" destOrd="0" presId="urn:microsoft.com/office/officeart/2005/8/layout/vList2"/>
    <dgm:cxn modelId="{D872A140-F903-451A-ADA2-9E308E5DCC4B}" type="presParOf" srcId="{DA4EC384-806C-4188-88A2-38DAFAE6B512}" destId="{3EC3E200-6874-41C5-999C-CE9E7123665B}" srcOrd="0" destOrd="0" presId="urn:microsoft.com/office/officeart/2005/8/layout/vList2"/>
    <dgm:cxn modelId="{E1178097-D7C5-4351-9D23-B13C12C2F503}" type="presParOf" srcId="{DA4EC384-806C-4188-88A2-38DAFAE6B512}" destId="{3120C337-3C85-4336-AA57-19BE7D4DA377}" srcOrd="1" destOrd="0" presId="urn:microsoft.com/office/officeart/2005/8/layout/vList2"/>
    <dgm:cxn modelId="{5B9FB860-16FB-4A24-A899-A820DFE381CE}" type="presParOf" srcId="{DA4EC384-806C-4188-88A2-38DAFAE6B512}" destId="{8FD5E9B0-4940-4273-B437-5CF71613AF69}" srcOrd="2" destOrd="0" presId="urn:microsoft.com/office/officeart/2005/8/layout/vList2"/>
    <dgm:cxn modelId="{7DF65983-AA12-4A58-9CBE-5144784517D8}" type="presParOf" srcId="{DA4EC384-806C-4188-88A2-38DAFAE6B512}" destId="{F36596F5-B421-4B5C-81CA-DB72BAC97164}" srcOrd="3" destOrd="0" presId="urn:microsoft.com/office/officeart/2005/8/layout/vList2"/>
    <dgm:cxn modelId="{F399EE56-461D-45BC-AE17-A01E0A5C1B5B}" type="presParOf" srcId="{DA4EC384-806C-4188-88A2-38DAFAE6B512}" destId="{1D4898BD-CBD3-47B2-A1B9-5735F2DF520D}" srcOrd="4" destOrd="0" presId="urn:microsoft.com/office/officeart/2005/8/layout/vList2"/>
    <dgm:cxn modelId="{27D08610-AB3B-489B-B40A-4E5BDCAC987D}" type="presParOf" srcId="{DA4EC384-806C-4188-88A2-38DAFAE6B512}" destId="{0029730B-CA26-4CA0-800E-04AA18BD1534}" srcOrd="5" destOrd="0" presId="urn:microsoft.com/office/officeart/2005/8/layout/vList2"/>
    <dgm:cxn modelId="{ADE3D612-E7B1-499D-9171-BF9CE87252A6}" type="presParOf" srcId="{DA4EC384-806C-4188-88A2-38DAFAE6B512}" destId="{6A0F5841-5882-4F88-8FB6-A004B4068E07}"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C3E200-6874-41C5-999C-CE9E7123665B}">
      <dsp:nvSpPr>
        <dsp:cNvPr id="0" name=""/>
        <dsp:cNvSpPr/>
      </dsp:nvSpPr>
      <dsp:spPr>
        <a:xfrm>
          <a:off x="0" y="1517"/>
          <a:ext cx="6228281" cy="8634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t>Assignment</a:t>
          </a:r>
          <a:endParaRPr lang="en-US" sz="3600" kern="1200" dirty="0"/>
        </a:p>
      </dsp:txBody>
      <dsp:txXfrm>
        <a:off x="42151" y="43668"/>
        <a:ext cx="6143979" cy="779158"/>
      </dsp:txXfrm>
    </dsp:sp>
    <dsp:sp modelId="{8FD5E9B0-4940-4273-B437-5CF71613AF69}">
      <dsp:nvSpPr>
        <dsp:cNvPr id="0" name=""/>
        <dsp:cNvSpPr/>
      </dsp:nvSpPr>
      <dsp:spPr>
        <a:xfrm>
          <a:off x="0" y="968657"/>
          <a:ext cx="6228281" cy="8634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a:t>Boundaries</a:t>
          </a:r>
        </a:p>
      </dsp:txBody>
      <dsp:txXfrm>
        <a:off x="42151" y="1010808"/>
        <a:ext cx="6143979" cy="779158"/>
      </dsp:txXfrm>
    </dsp:sp>
    <dsp:sp modelId="{1D4898BD-CBD3-47B2-A1B9-5735F2DF520D}">
      <dsp:nvSpPr>
        <dsp:cNvPr id="0" name=""/>
        <dsp:cNvSpPr/>
      </dsp:nvSpPr>
      <dsp:spPr>
        <a:xfrm>
          <a:off x="0" y="1935797"/>
          <a:ext cx="6228281" cy="8634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a:t>Goals</a:t>
          </a:r>
        </a:p>
      </dsp:txBody>
      <dsp:txXfrm>
        <a:off x="42151" y="1977948"/>
        <a:ext cx="6143979" cy="779158"/>
      </dsp:txXfrm>
    </dsp:sp>
    <dsp:sp modelId="{6A0F5841-5882-4F88-8FB6-A004B4068E07}">
      <dsp:nvSpPr>
        <dsp:cNvPr id="0" name=""/>
        <dsp:cNvSpPr/>
      </dsp:nvSpPr>
      <dsp:spPr>
        <a:xfrm>
          <a:off x="0" y="2902937"/>
          <a:ext cx="6228281" cy="8634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a:t>Deliverables and solutions</a:t>
          </a:r>
        </a:p>
      </dsp:txBody>
      <dsp:txXfrm>
        <a:off x="42151" y="2945088"/>
        <a:ext cx="6143979" cy="77915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754B228-D6AC-1234-F07B-E39D5A72134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a:extLst>
              <a:ext uri="{FF2B5EF4-FFF2-40B4-BE49-F238E27FC236}">
                <a16:creationId xmlns:a16="http://schemas.microsoft.com/office/drawing/2014/main" id="{94649AB5-E716-B092-E7B6-3711CFCF08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488245A-DF20-4648-8DEA-5EEF7F9EF1B5}" type="datetimeFigureOut">
              <a:rPr lang="en-NL" smtClean="0"/>
              <a:t>30 Mar 2026</a:t>
            </a:fld>
            <a:endParaRPr lang="en-NL"/>
          </a:p>
        </p:txBody>
      </p:sp>
      <p:sp>
        <p:nvSpPr>
          <p:cNvPr id="4" name="Footer Placeholder 3">
            <a:extLst>
              <a:ext uri="{FF2B5EF4-FFF2-40B4-BE49-F238E27FC236}">
                <a16:creationId xmlns:a16="http://schemas.microsoft.com/office/drawing/2014/main" id="{5998C3A5-960E-6749-E76C-93683BF933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dirty="0"/>
          </a:p>
        </p:txBody>
      </p:sp>
      <p:sp>
        <p:nvSpPr>
          <p:cNvPr id="5" name="Slide Number Placeholder 4">
            <a:extLst>
              <a:ext uri="{FF2B5EF4-FFF2-40B4-BE49-F238E27FC236}">
                <a16:creationId xmlns:a16="http://schemas.microsoft.com/office/drawing/2014/main" id="{14AB393B-8819-9298-880B-71F9AFDF42B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6E841F-B2D9-4A74-98E9-89F62221D6C9}" type="slidenum">
              <a:rPr lang="en-NL" smtClean="0"/>
              <a:t>‹#›</a:t>
            </a:fld>
            <a:endParaRPr lang="en-NL"/>
          </a:p>
        </p:txBody>
      </p:sp>
    </p:spTree>
    <p:extLst>
      <p:ext uri="{BB962C8B-B14F-4D97-AF65-F5344CB8AC3E}">
        <p14:creationId xmlns:p14="http://schemas.microsoft.com/office/powerpoint/2010/main" val="21546800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789EEE-78C3-47ED-9B8C-CC5637E83F9E}" type="datetimeFigureOut">
              <a:rPr lang="en-NL" smtClean="0"/>
              <a:t>30 Mar 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231E3D-0C33-46E2-9D47-2F079CA6FAED}" type="slidenum">
              <a:rPr lang="en-NL" smtClean="0"/>
              <a:t>‹#›</a:t>
            </a:fld>
            <a:endParaRPr lang="en-NL"/>
          </a:p>
        </p:txBody>
      </p:sp>
      <p:pic>
        <p:nvPicPr>
          <p:cNvPr id="1026" name="Picture 2" descr="Saxion - Wikipedia">
            <a:extLst>
              <a:ext uri="{FF2B5EF4-FFF2-40B4-BE49-F238E27FC236}">
                <a16:creationId xmlns:a16="http://schemas.microsoft.com/office/drawing/2014/main" id="{0E63148C-964E-46FD-5B23-FDB1A4BC30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991" y="8482980"/>
            <a:ext cx="1816542" cy="661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7311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NV centers are photoluminescent imperfections in diamonds, which means they emit light. </a:t>
            </a:r>
            <a:endParaRPr lang="en-NL" dirty="0"/>
          </a:p>
        </p:txBody>
      </p:sp>
      <p:sp>
        <p:nvSpPr>
          <p:cNvPr id="4" name="Slide Number Placeholder 3"/>
          <p:cNvSpPr>
            <a:spLocks noGrp="1"/>
          </p:cNvSpPr>
          <p:nvPr>
            <p:ph type="sldNum" sz="quarter" idx="5"/>
          </p:nvPr>
        </p:nvSpPr>
        <p:spPr/>
        <p:txBody>
          <a:bodyPr/>
          <a:lstStyle/>
          <a:p>
            <a:fld id="{A9231E3D-0C33-46E2-9D47-2F079CA6FAED}" type="slidenum">
              <a:rPr lang="en-NL" smtClean="0"/>
              <a:t>3</a:t>
            </a:fld>
            <a:endParaRPr lang="en-NL"/>
          </a:p>
        </p:txBody>
      </p:sp>
    </p:spTree>
    <p:extLst>
      <p:ext uri="{BB962C8B-B14F-4D97-AF65-F5344CB8AC3E}">
        <p14:creationId xmlns:p14="http://schemas.microsoft.com/office/powerpoint/2010/main" val="8116071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eldia">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7B1E01E7-48D6-40A1-B2AC-0BE7B982918E}"/>
              </a:ext>
            </a:extLst>
          </p:cNvPr>
          <p:cNvSpPr/>
          <p:nvPr/>
        </p:nvSpPr>
        <p:spPr>
          <a:xfrm>
            <a:off x="6" y="0"/>
            <a:ext cx="8137445"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9" name="Tijdelijke aanduiding voor inhoud 8">
            <a:extLst>
              <a:ext uri="{FF2B5EF4-FFF2-40B4-BE49-F238E27FC236}">
                <a16:creationId xmlns:a16="http://schemas.microsoft.com/office/drawing/2014/main" id="{3C9A01A2-4DCB-4FDC-8D81-7D09D89C545F}"/>
              </a:ext>
            </a:extLst>
          </p:cNvPr>
          <p:cNvSpPr>
            <a:spLocks noGrp="1"/>
          </p:cNvSpPr>
          <p:nvPr>
            <p:ph sz="quarter" idx="10"/>
          </p:nvPr>
        </p:nvSpPr>
        <p:spPr>
          <a:xfrm>
            <a:off x="8137451" y="0"/>
            <a:ext cx="4054549" cy="6858000"/>
          </a:xfrm>
          <a:solidFill>
            <a:schemeClr val="bg1"/>
          </a:solidFill>
        </p:spPr>
        <p:txBody>
          <a:bodyPr lIns="360000" tIns="792000">
            <a:normAutofit/>
          </a:bodyPr>
          <a:lstStyle>
            <a:lvl1pPr>
              <a:defRPr sz="1600"/>
            </a:lvl1pPr>
          </a:lstStyle>
          <a:p>
            <a:pPr lvl="0"/>
            <a:r>
              <a:rPr lang="en-US"/>
              <a:t>Click to edit Master text styles</a:t>
            </a:r>
          </a:p>
        </p:txBody>
      </p:sp>
      <p:sp>
        <p:nvSpPr>
          <p:cNvPr id="2" name="Titel 1">
            <a:extLst>
              <a:ext uri="{FF2B5EF4-FFF2-40B4-BE49-F238E27FC236}">
                <a16:creationId xmlns:a16="http://schemas.microsoft.com/office/drawing/2014/main" id="{3C7E7368-D515-4D42-B8E1-977B351AB0D7}"/>
              </a:ext>
            </a:extLst>
          </p:cNvPr>
          <p:cNvSpPr>
            <a:spLocks noGrp="1"/>
          </p:cNvSpPr>
          <p:nvPr>
            <p:ph type="ctrTitle"/>
          </p:nvPr>
        </p:nvSpPr>
        <p:spPr>
          <a:xfrm>
            <a:off x="411126" y="1796144"/>
            <a:ext cx="7244316" cy="3456341"/>
          </a:xfrm>
        </p:spPr>
        <p:txBody>
          <a:bodyPr anchor="t" anchorCtr="0"/>
          <a:lstStyle>
            <a:lvl1pPr algn="l">
              <a:defRPr sz="6000">
                <a:solidFill>
                  <a:schemeClr val="bg1"/>
                </a:solidFill>
              </a:defRPr>
            </a:lvl1pPr>
          </a:lstStyle>
          <a:p>
            <a:r>
              <a:rPr lang="en-US"/>
              <a:t>Click to edit Master title style</a:t>
            </a:r>
            <a:endParaRPr lang="nl-NL"/>
          </a:p>
        </p:txBody>
      </p:sp>
      <p:sp>
        <p:nvSpPr>
          <p:cNvPr id="3" name="Ondertitel 2">
            <a:extLst>
              <a:ext uri="{FF2B5EF4-FFF2-40B4-BE49-F238E27FC236}">
                <a16:creationId xmlns:a16="http://schemas.microsoft.com/office/drawing/2014/main" id="{5C86E2FA-4FEA-40D1-B8DA-4B1D5A0D93DB}"/>
              </a:ext>
            </a:extLst>
          </p:cNvPr>
          <p:cNvSpPr>
            <a:spLocks noGrp="1"/>
          </p:cNvSpPr>
          <p:nvPr>
            <p:ph type="subTitle" idx="1"/>
          </p:nvPr>
        </p:nvSpPr>
        <p:spPr>
          <a:xfrm>
            <a:off x="411125" y="792001"/>
            <a:ext cx="7244316" cy="733647"/>
          </a:xfrm>
        </p:spPr>
        <p:txBody>
          <a:bodyPr>
            <a:normAutofit/>
          </a:bodyPr>
          <a:lstStyle>
            <a:lvl1pPr marL="0" indent="0" algn="l">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pic>
        <p:nvPicPr>
          <p:cNvPr id="15" name="Afbeelding 14">
            <a:extLst>
              <a:ext uri="{FF2B5EF4-FFF2-40B4-BE49-F238E27FC236}">
                <a16:creationId xmlns:a16="http://schemas.microsoft.com/office/drawing/2014/main" id="{212C8C25-4EA4-4564-85BA-7501FDF5593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5182286"/>
            <a:ext cx="3334864" cy="1675714"/>
          </a:xfrm>
          <a:prstGeom prst="rect">
            <a:avLst/>
          </a:prstGeom>
        </p:spPr>
      </p:pic>
    </p:spTree>
    <p:extLst>
      <p:ext uri="{BB962C8B-B14F-4D97-AF65-F5344CB8AC3E}">
        <p14:creationId xmlns:p14="http://schemas.microsoft.com/office/powerpoint/2010/main" val="925489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en object">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D9800953-537F-479C-A9FE-2E8F626BACCD}"/>
              </a:ext>
            </a:extLst>
          </p:cNvPr>
          <p:cNvSpPr>
            <a:spLocks noGrp="1"/>
          </p:cNvSpPr>
          <p:nvPr>
            <p:ph idx="1" hasCustomPrompt="1"/>
          </p:nvPr>
        </p:nvSpPr>
        <p:spPr>
          <a:xfrm>
            <a:off x="4040373" y="0"/>
            <a:ext cx="8151628" cy="6858000"/>
          </a:xfrm>
          <a:solidFill>
            <a:schemeClr val="bg1"/>
          </a:solidFill>
        </p:spPr>
        <p:txBody>
          <a:bodyPr lIns="432000" tIns="792000"/>
          <a:lstStyle>
            <a:lvl1pPr>
              <a:defRPr sz="1600"/>
            </a:lvl1pPr>
          </a:lstStyle>
          <a:p>
            <a:pPr lvl="0"/>
            <a:r>
              <a:rPr lang="nl-NL"/>
              <a:t>Klik om stijl te bewerken</a:t>
            </a:r>
          </a:p>
        </p:txBody>
      </p:sp>
      <p:sp>
        <p:nvSpPr>
          <p:cNvPr id="2" name="Titel 1">
            <a:extLst>
              <a:ext uri="{FF2B5EF4-FFF2-40B4-BE49-F238E27FC236}">
                <a16:creationId xmlns:a16="http://schemas.microsoft.com/office/drawing/2014/main" id="{FEF2DBF4-41D5-44FE-80A0-4858618714B5}"/>
              </a:ext>
            </a:extLst>
          </p:cNvPr>
          <p:cNvSpPr>
            <a:spLocks noGrp="1"/>
          </p:cNvSpPr>
          <p:nvPr>
            <p:ph type="title"/>
          </p:nvPr>
        </p:nvSpPr>
        <p:spPr>
          <a:xfrm>
            <a:off x="324000" y="792000"/>
            <a:ext cx="3270100" cy="1301860"/>
          </a:xfrm>
        </p:spPr>
        <p:txBody>
          <a:bodyPr anchor="t" anchorCtr="0"/>
          <a:lstStyle>
            <a:lvl1pPr>
              <a:defRPr sz="2400">
                <a:solidFill>
                  <a:schemeClr val="bg1"/>
                </a:solidFill>
              </a:defRPr>
            </a:lvl1pPr>
          </a:lstStyle>
          <a:p>
            <a:r>
              <a:rPr lang="en-US"/>
              <a:t>Click to edit Master title style</a:t>
            </a:r>
            <a:endParaRPr lang="nl-NL"/>
          </a:p>
        </p:txBody>
      </p:sp>
      <p:sp>
        <p:nvSpPr>
          <p:cNvPr id="7" name="Tijdelijke aanduiding voor tekst 6">
            <a:extLst>
              <a:ext uri="{FF2B5EF4-FFF2-40B4-BE49-F238E27FC236}">
                <a16:creationId xmlns:a16="http://schemas.microsoft.com/office/drawing/2014/main" id="{98EC8A20-6983-4311-9ACB-A2CEE97541E4}"/>
              </a:ext>
            </a:extLst>
          </p:cNvPr>
          <p:cNvSpPr>
            <a:spLocks noGrp="1"/>
          </p:cNvSpPr>
          <p:nvPr>
            <p:ph type="body" sz="quarter" idx="10"/>
          </p:nvPr>
        </p:nvSpPr>
        <p:spPr>
          <a:xfrm>
            <a:off x="324000" y="2073275"/>
            <a:ext cx="3270100" cy="3118157"/>
          </a:xfrm>
        </p:spPr>
        <p:txBody>
          <a:bodyPr>
            <a:normAutofit/>
          </a:bodyPr>
          <a:lstStyle>
            <a:lvl1pPr>
              <a:defRPr sz="16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4">
            <a:extLst>
              <a:ext uri="{FF2B5EF4-FFF2-40B4-BE49-F238E27FC236}">
                <a16:creationId xmlns:a16="http://schemas.microsoft.com/office/drawing/2014/main" id="{F6D47D91-28BC-55BF-2739-3F9A78DF6B6A}"/>
              </a:ext>
            </a:extLst>
          </p:cNvPr>
          <p:cNvSpPr txBox="1">
            <a:spLocks/>
          </p:cNvSpPr>
          <p:nvPr userDrawn="1"/>
        </p:nvSpPr>
        <p:spPr>
          <a:xfrm>
            <a:off x="3351012" y="6290144"/>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solidFill>
                  <a:schemeClr val="bg1"/>
                </a:solidFill>
                <a:latin typeface="Arial" panose="020B0604020202020204" pitchFamily="34" charset="0"/>
                <a:cs typeface="Arial" panose="020B0604020202020204" pitchFamily="34" charset="0"/>
              </a:rPr>
              <a:pPr/>
              <a:t>‹#›</a:t>
            </a:fld>
            <a:endParaRPr lang="en-US"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8993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F2DBF4-41D5-44FE-80A0-4858618714B5}"/>
              </a:ext>
            </a:extLst>
          </p:cNvPr>
          <p:cNvSpPr>
            <a:spLocks noGrp="1"/>
          </p:cNvSpPr>
          <p:nvPr>
            <p:ph type="title"/>
          </p:nvPr>
        </p:nvSpPr>
        <p:spPr>
          <a:xfrm>
            <a:off x="324000" y="533400"/>
            <a:ext cx="3270100" cy="1038225"/>
          </a:xfrm>
        </p:spPr>
        <p:txBody>
          <a:bodyPr anchor="t" anchorCtr="0"/>
          <a:lstStyle>
            <a:lvl1pPr>
              <a:defRPr sz="2400">
                <a:solidFill>
                  <a:schemeClr val="bg1"/>
                </a:solidFill>
              </a:defRPr>
            </a:lvl1pPr>
          </a:lstStyle>
          <a:p>
            <a:r>
              <a:rPr lang="en-US"/>
              <a:t>Click to edit Master title style</a:t>
            </a:r>
            <a:endParaRPr lang="nl-NL" dirty="0"/>
          </a:p>
        </p:txBody>
      </p:sp>
      <p:sp>
        <p:nvSpPr>
          <p:cNvPr id="5" name="Slide Number Placeholder 4">
            <a:extLst>
              <a:ext uri="{FF2B5EF4-FFF2-40B4-BE49-F238E27FC236}">
                <a16:creationId xmlns:a16="http://schemas.microsoft.com/office/drawing/2014/main" id="{D72FB8A8-7DD0-E186-D775-7D9506BF1859}"/>
              </a:ext>
            </a:extLst>
          </p:cNvPr>
          <p:cNvSpPr txBox="1">
            <a:spLocks/>
          </p:cNvSpPr>
          <p:nvPr userDrawn="1"/>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latin typeface="Arial" panose="020B0604020202020204" pitchFamily="34" charset="0"/>
                <a:cs typeface="Arial" panose="020B0604020202020204" pitchFamily="34" charset="0"/>
              </a:rPr>
              <a:pPr/>
              <a:t>‹#›</a:t>
            </a:fld>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2683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ekop">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5A2F99AB-32A0-423C-977A-DB29AAAED14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14" name="Afbeelding 13">
            <a:extLst>
              <a:ext uri="{FF2B5EF4-FFF2-40B4-BE49-F238E27FC236}">
                <a16:creationId xmlns:a16="http://schemas.microsoft.com/office/drawing/2014/main" id="{01AC377B-A65B-441A-A4D3-5A55E9CADBA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9" cy="987073"/>
          </a:xfrm>
          <a:prstGeom prst="rect">
            <a:avLst/>
          </a:prstGeom>
        </p:spPr>
      </p:pic>
      <p:sp>
        <p:nvSpPr>
          <p:cNvPr id="2" name="Titel 1">
            <a:extLst>
              <a:ext uri="{FF2B5EF4-FFF2-40B4-BE49-F238E27FC236}">
                <a16:creationId xmlns:a16="http://schemas.microsoft.com/office/drawing/2014/main" id="{0E42DD1E-B604-4CF9-84C0-92B6A216FB84}"/>
              </a:ext>
            </a:extLst>
          </p:cNvPr>
          <p:cNvSpPr>
            <a:spLocks noGrp="1"/>
          </p:cNvSpPr>
          <p:nvPr>
            <p:ph type="title"/>
          </p:nvPr>
        </p:nvSpPr>
        <p:spPr>
          <a:xfrm>
            <a:off x="540000" y="504000"/>
            <a:ext cx="11102400" cy="1435507"/>
          </a:xfrm>
        </p:spPr>
        <p:txBody>
          <a:bodyPr/>
          <a:lstStyle>
            <a:lvl1pPr>
              <a:defRPr>
                <a:solidFill>
                  <a:srgbClr val="009C82"/>
                </a:solidFill>
              </a:defRPr>
            </a:lvl1pPr>
          </a:lstStyle>
          <a:p>
            <a:r>
              <a:rPr lang="en-US"/>
              <a:t>Click to edit Master title style</a:t>
            </a:r>
            <a:endParaRPr lang="nl-NL"/>
          </a:p>
        </p:txBody>
      </p:sp>
      <p:sp>
        <p:nvSpPr>
          <p:cNvPr id="4" name="Tijdelijke aanduiding voor tekst 3">
            <a:extLst>
              <a:ext uri="{FF2B5EF4-FFF2-40B4-BE49-F238E27FC236}">
                <a16:creationId xmlns:a16="http://schemas.microsoft.com/office/drawing/2014/main" id="{8051B81A-12E4-442C-915C-9197F9F2232D}"/>
              </a:ext>
            </a:extLst>
          </p:cNvPr>
          <p:cNvSpPr>
            <a:spLocks noGrp="1"/>
          </p:cNvSpPr>
          <p:nvPr>
            <p:ph type="body" sz="quarter" idx="10"/>
          </p:nvPr>
        </p:nvSpPr>
        <p:spPr>
          <a:xfrm>
            <a:off x="540000" y="2520000"/>
            <a:ext cx="11080800" cy="306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Slide Number Placeholder 4">
            <a:extLst>
              <a:ext uri="{FF2B5EF4-FFF2-40B4-BE49-F238E27FC236}">
                <a16:creationId xmlns:a16="http://schemas.microsoft.com/office/drawing/2014/main" id="{9A3B2ADD-C079-742F-DAC3-51B12A42B429}"/>
              </a:ext>
            </a:extLst>
          </p:cNvPr>
          <p:cNvSpPr txBox="1">
            <a:spLocks/>
          </p:cNvSpPr>
          <p:nvPr userDrawn="1"/>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latin typeface="Arial" panose="020B0604020202020204" pitchFamily="34" charset="0"/>
                <a:cs typeface="Arial" panose="020B0604020202020204" pitchFamily="34" charset="0"/>
              </a:rPr>
              <a:pPr/>
              <a:t>‹#›</a:t>
            </a:fld>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9366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lleen titel">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3DB79D8F-AE8E-4A30-96E9-94F7431F2CDE}"/>
              </a:ext>
            </a:extLst>
          </p:cNvPr>
          <p:cNvSpPr/>
          <p:nvPr/>
        </p:nvSpPr>
        <p:spPr>
          <a:xfrm>
            <a:off x="0" y="0"/>
            <a:ext cx="12192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13" name="Afbeelding 12">
            <a:extLst>
              <a:ext uri="{FF2B5EF4-FFF2-40B4-BE49-F238E27FC236}">
                <a16:creationId xmlns:a16="http://schemas.microsoft.com/office/drawing/2014/main" id="{CF7A5EF7-F88C-4DCB-9C39-9F8D0C84435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7" cy="987072"/>
          </a:xfrm>
          <a:prstGeom prst="rect">
            <a:avLst/>
          </a:prstGeom>
        </p:spPr>
      </p:pic>
      <p:sp>
        <p:nvSpPr>
          <p:cNvPr id="2" name="Titel 1">
            <a:extLst>
              <a:ext uri="{FF2B5EF4-FFF2-40B4-BE49-F238E27FC236}">
                <a16:creationId xmlns:a16="http://schemas.microsoft.com/office/drawing/2014/main" id="{033868CC-6BE0-4AB2-A67B-5298DEB5AC4C}"/>
              </a:ext>
            </a:extLst>
          </p:cNvPr>
          <p:cNvSpPr>
            <a:spLocks noGrp="1"/>
          </p:cNvSpPr>
          <p:nvPr>
            <p:ph type="title"/>
          </p:nvPr>
        </p:nvSpPr>
        <p:spPr>
          <a:xfrm>
            <a:off x="540000" y="540000"/>
            <a:ext cx="11142000" cy="1436400"/>
          </a:xfrm>
        </p:spPr>
        <p:txBody>
          <a:bodyPr lIns="540000" anchor="ctr" anchorCtr="0"/>
          <a:lstStyle>
            <a:lvl1pPr>
              <a:defRPr>
                <a:solidFill>
                  <a:schemeClr val="bg1"/>
                </a:solidFill>
              </a:defRPr>
            </a:lvl1pPr>
          </a:lstStyle>
          <a:p>
            <a:r>
              <a:rPr lang="en-US"/>
              <a:t>Click to edit Master title style</a:t>
            </a:r>
            <a:endParaRPr lang="nl-NL"/>
          </a:p>
        </p:txBody>
      </p:sp>
      <p:sp>
        <p:nvSpPr>
          <p:cNvPr id="6" name="Tijdelijke aanduiding voor tekst 5">
            <a:extLst>
              <a:ext uri="{FF2B5EF4-FFF2-40B4-BE49-F238E27FC236}">
                <a16:creationId xmlns:a16="http://schemas.microsoft.com/office/drawing/2014/main" id="{422044AC-C9DC-4068-9615-DF28008338EF}"/>
              </a:ext>
            </a:extLst>
          </p:cNvPr>
          <p:cNvSpPr>
            <a:spLocks noGrp="1"/>
          </p:cNvSpPr>
          <p:nvPr>
            <p:ph type="body" sz="quarter" idx="10"/>
          </p:nvPr>
        </p:nvSpPr>
        <p:spPr>
          <a:xfrm>
            <a:off x="540000" y="2520000"/>
            <a:ext cx="11142000" cy="315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1856920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Vergelijking">
    <p:bg>
      <p:bgPr>
        <a:solidFill>
          <a:schemeClr val="bg1"/>
        </a:solidFill>
        <a:effectLst/>
      </p:bgPr>
    </p:bg>
    <p:spTree>
      <p:nvGrpSpPr>
        <p:cNvPr id="1" name=""/>
        <p:cNvGrpSpPr/>
        <p:nvPr/>
      </p:nvGrpSpPr>
      <p:grpSpPr>
        <a:xfrm>
          <a:off x="0" y="0"/>
          <a:ext cx="0" cy="0"/>
          <a:chOff x="0" y="0"/>
          <a:chExt cx="0" cy="0"/>
        </a:xfrm>
      </p:grpSpPr>
      <p:sp>
        <p:nvSpPr>
          <p:cNvPr id="14" name="Rechthoek 13">
            <a:extLst>
              <a:ext uri="{FF2B5EF4-FFF2-40B4-BE49-F238E27FC236}">
                <a16:creationId xmlns:a16="http://schemas.microsoft.com/office/drawing/2014/main" id="{F23B92BB-44D8-46B6-BDA8-521E79490E07}"/>
              </a:ext>
            </a:extLst>
          </p:cNvPr>
          <p:cNvSpPr/>
          <p:nvPr/>
        </p:nvSpPr>
        <p:spPr>
          <a:xfrm>
            <a:off x="-20332" y="0"/>
            <a:ext cx="406131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3" name="Rechthoek 12">
            <a:extLst>
              <a:ext uri="{FF2B5EF4-FFF2-40B4-BE49-F238E27FC236}">
                <a16:creationId xmlns:a16="http://schemas.microsoft.com/office/drawing/2014/main" id="{2D6DC362-A895-44B7-80D2-E78CBF1263FC}"/>
              </a:ext>
            </a:extLst>
          </p:cNvPr>
          <p:cNvSpPr/>
          <p:nvPr/>
        </p:nvSpPr>
        <p:spPr>
          <a:xfrm>
            <a:off x="4061312" y="0"/>
            <a:ext cx="8130688"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tel 1">
            <a:extLst>
              <a:ext uri="{FF2B5EF4-FFF2-40B4-BE49-F238E27FC236}">
                <a16:creationId xmlns:a16="http://schemas.microsoft.com/office/drawing/2014/main" id="{01A6F622-BCE1-4329-92E3-2A18615AACE3}"/>
              </a:ext>
            </a:extLst>
          </p:cNvPr>
          <p:cNvSpPr>
            <a:spLocks noGrp="1"/>
          </p:cNvSpPr>
          <p:nvPr>
            <p:ph type="title"/>
          </p:nvPr>
        </p:nvSpPr>
        <p:spPr>
          <a:xfrm>
            <a:off x="-40664" y="0"/>
            <a:ext cx="4101977" cy="6858000"/>
          </a:xfrm>
          <a:noFill/>
        </p:spPr>
        <p:txBody>
          <a:bodyPr lIns="360000" tIns="792000" rIns="324000" bIns="720000" anchor="t" anchorCtr="0"/>
          <a:lstStyle>
            <a:lvl1pPr>
              <a:defRPr sz="3000"/>
            </a:lvl1pPr>
          </a:lstStyle>
          <a:p>
            <a:r>
              <a:rPr lang="en-US"/>
              <a:t>Click to edit Master title style</a:t>
            </a:r>
            <a:endParaRPr lang="nl-NL"/>
          </a:p>
        </p:txBody>
      </p:sp>
      <p:sp>
        <p:nvSpPr>
          <p:cNvPr id="3" name="Tijdelijke aanduiding voor tekst 2">
            <a:extLst>
              <a:ext uri="{FF2B5EF4-FFF2-40B4-BE49-F238E27FC236}">
                <a16:creationId xmlns:a16="http://schemas.microsoft.com/office/drawing/2014/main" id="{A8B08D5F-DC48-4007-B3E4-76BA25C21676}"/>
              </a:ext>
            </a:extLst>
          </p:cNvPr>
          <p:cNvSpPr>
            <a:spLocks noGrp="1"/>
          </p:cNvSpPr>
          <p:nvPr>
            <p:ph type="body" idx="1"/>
          </p:nvPr>
        </p:nvSpPr>
        <p:spPr>
          <a:xfrm>
            <a:off x="5040001" y="792000"/>
            <a:ext cx="6228281" cy="823912"/>
          </a:xfrm>
        </p:spPr>
        <p:txBody>
          <a:bodyPr anchor="b">
            <a:noAutofit/>
          </a:bodyPr>
          <a:lstStyle>
            <a:lvl1pPr marL="0" indent="0">
              <a:buNone/>
              <a:defRPr sz="3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ijdelijke aanduiding voor inhoud 5">
            <a:extLst>
              <a:ext uri="{FF2B5EF4-FFF2-40B4-BE49-F238E27FC236}">
                <a16:creationId xmlns:a16="http://schemas.microsoft.com/office/drawing/2014/main" id="{B272948D-E268-4603-88B2-2B415D950BF4}"/>
              </a:ext>
            </a:extLst>
          </p:cNvPr>
          <p:cNvSpPr>
            <a:spLocks noGrp="1"/>
          </p:cNvSpPr>
          <p:nvPr>
            <p:ph sz="quarter" idx="4"/>
          </p:nvPr>
        </p:nvSpPr>
        <p:spPr>
          <a:xfrm>
            <a:off x="5097620" y="1992086"/>
            <a:ext cx="6228281" cy="3767914"/>
          </a:xfrm>
        </p:spPr>
        <p:txBody>
          <a:bodyPr/>
          <a:lstStyle>
            <a:lvl1pPr marL="0" indent="0" algn="l">
              <a:buFont typeface="Arial" panose="020B0604020202020204" pitchFamily="34" charset="0"/>
              <a:buNone/>
              <a:defRPr>
                <a:solidFill>
                  <a:schemeClr val="bg1"/>
                </a:solidFill>
              </a:defRPr>
            </a:lvl1pPr>
            <a:lvl2pPr marL="457200" indent="0" algn="l">
              <a:buFont typeface="Arial" panose="020B0604020202020204" pitchFamily="34" charset="0"/>
              <a:buNone/>
              <a:defRPr>
                <a:solidFill>
                  <a:schemeClr val="bg1"/>
                </a:solidFill>
              </a:defRPr>
            </a:lvl2pPr>
            <a:lvl3pPr marL="914400" indent="0" algn="l">
              <a:buFont typeface="Arial" panose="020B0604020202020204" pitchFamily="34" charset="0"/>
              <a:buNone/>
              <a:defRPr>
                <a:solidFill>
                  <a:schemeClr val="bg1"/>
                </a:solidFill>
              </a:defRPr>
            </a:lvl3pPr>
            <a:lvl4pPr marL="1371600" indent="0" algn="l">
              <a:buFont typeface="Arial" panose="020B0604020202020204" pitchFamily="34" charset="0"/>
              <a:buNone/>
              <a:defRPr>
                <a:solidFill>
                  <a:schemeClr val="bg1"/>
                </a:solidFill>
              </a:defRPr>
            </a:lvl4pPr>
            <a:lvl5pPr marL="1828800" indent="0" algn="l">
              <a:buFont typeface="Arial" panose="020B0604020202020204" pitchFamily="34" charset="0"/>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0" name="Afbeelding 9">
            <a:extLst>
              <a:ext uri="{FF2B5EF4-FFF2-40B4-BE49-F238E27FC236}">
                <a16:creationId xmlns:a16="http://schemas.microsoft.com/office/drawing/2014/main" id="{FD73E675-FD77-4D0B-9FD8-BA09CC9CA0A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9" cy="987073"/>
          </a:xfrm>
          <a:prstGeom prst="rect">
            <a:avLst/>
          </a:prstGeom>
        </p:spPr>
      </p:pic>
    </p:spTree>
    <p:extLst>
      <p:ext uri="{BB962C8B-B14F-4D97-AF65-F5344CB8AC3E}">
        <p14:creationId xmlns:p14="http://schemas.microsoft.com/office/powerpoint/2010/main" val="1408233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eeg">
    <p:spTree>
      <p:nvGrpSpPr>
        <p:cNvPr id="1" name=""/>
        <p:cNvGrpSpPr/>
        <p:nvPr/>
      </p:nvGrpSpPr>
      <p:grpSpPr>
        <a:xfrm>
          <a:off x="0" y="0"/>
          <a:ext cx="0" cy="0"/>
          <a:chOff x="0" y="0"/>
          <a:chExt cx="0" cy="0"/>
        </a:xfrm>
      </p:grpSpPr>
      <p:sp>
        <p:nvSpPr>
          <p:cNvPr id="14" name="Rechthoek 13">
            <a:extLst>
              <a:ext uri="{FF2B5EF4-FFF2-40B4-BE49-F238E27FC236}">
                <a16:creationId xmlns:a16="http://schemas.microsoft.com/office/drawing/2014/main" id="{05889135-4F9D-431D-93FA-F18A2E0B61A4}"/>
              </a:ext>
            </a:extLst>
          </p:cNvPr>
          <p:cNvSpPr/>
          <p:nvPr/>
        </p:nvSpPr>
        <p:spPr>
          <a:xfrm>
            <a:off x="0" y="0"/>
            <a:ext cx="4080933"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3" name="Rechthoek 12">
            <a:extLst>
              <a:ext uri="{FF2B5EF4-FFF2-40B4-BE49-F238E27FC236}">
                <a16:creationId xmlns:a16="http://schemas.microsoft.com/office/drawing/2014/main" id="{208A81FD-CC7F-44B7-A3C2-1BA8D56EC811}"/>
              </a:ext>
            </a:extLst>
          </p:cNvPr>
          <p:cNvSpPr/>
          <p:nvPr/>
        </p:nvSpPr>
        <p:spPr>
          <a:xfrm>
            <a:off x="4080933" y="0"/>
            <a:ext cx="811106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9" name="Titel 8">
            <a:extLst>
              <a:ext uri="{FF2B5EF4-FFF2-40B4-BE49-F238E27FC236}">
                <a16:creationId xmlns:a16="http://schemas.microsoft.com/office/drawing/2014/main" id="{C5FD37BF-9F19-45B6-A05D-C37E48EA6A4B}"/>
              </a:ext>
            </a:extLst>
          </p:cNvPr>
          <p:cNvSpPr>
            <a:spLocks noGrp="1"/>
          </p:cNvSpPr>
          <p:nvPr>
            <p:ph type="title"/>
          </p:nvPr>
        </p:nvSpPr>
        <p:spPr>
          <a:xfrm>
            <a:off x="-1" y="-146"/>
            <a:ext cx="4081444" cy="6858000"/>
          </a:xfrm>
          <a:noFill/>
        </p:spPr>
        <p:txBody>
          <a:bodyPr lIns="360000" tIns="792000" rIns="324000" bIns="720000" anchor="t" anchorCtr="0"/>
          <a:lstStyle>
            <a:lvl1pPr>
              <a:defRPr sz="3000"/>
            </a:lvl1pPr>
          </a:lstStyle>
          <a:p>
            <a:r>
              <a:rPr lang="en-US"/>
              <a:t>Click to edit Master title style</a:t>
            </a:r>
            <a:endParaRPr lang="nl-NL"/>
          </a:p>
        </p:txBody>
      </p:sp>
      <p:sp>
        <p:nvSpPr>
          <p:cNvPr id="12" name="Tijdelijke aanduiding voor inhoud 11">
            <a:extLst>
              <a:ext uri="{FF2B5EF4-FFF2-40B4-BE49-F238E27FC236}">
                <a16:creationId xmlns:a16="http://schemas.microsoft.com/office/drawing/2014/main" id="{294A9EF1-75FD-43E4-AE75-300DEE25DA65}"/>
              </a:ext>
            </a:extLst>
          </p:cNvPr>
          <p:cNvSpPr>
            <a:spLocks noGrp="1"/>
          </p:cNvSpPr>
          <p:nvPr>
            <p:ph sz="quarter" idx="11"/>
          </p:nvPr>
        </p:nvSpPr>
        <p:spPr>
          <a:xfrm>
            <a:off x="4080933" y="0"/>
            <a:ext cx="8111067" cy="6878638"/>
          </a:xfrm>
        </p:spPr>
        <p:txBody>
          <a:bodyPr lIns="360000" tIns="792000" rIns="324000" bIns="720000"/>
          <a:lstStyle>
            <a:lvl1pPr>
              <a:defRPr>
                <a:solidFill>
                  <a:srgbClr val="009C8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6" name="Afbeelding 15">
            <a:extLst>
              <a:ext uri="{FF2B5EF4-FFF2-40B4-BE49-F238E27FC236}">
                <a16:creationId xmlns:a16="http://schemas.microsoft.com/office/drawing/2014/main" id="{1762ED42-C67E-4919-B2E8-E30110AFCB9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7" cy="987072"/>
          </a:xfrm>
          <a:prstGeom prst="rect">
            <a:avLst/>
          </a:prstGeom>
        </p:spPr>
      </p:pic>
    </p:spTree>
    <p:extLst>
      <p:ext uri="{BB962C8B-B14F-4D97-AF65-F5344CB8AC3E}">
        <p14:creationId xmlns:p14="http://schemas.microsoft.com/office/powerpoint/2010/main" val="3725668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Inhoud met bijschrift">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902D0237-9C24-46F9-989F-B21C10B9B3DC}"/>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3" name="Tijdelijke aanduiding voor inhoud 2">
            <a:extLst>
              <a:ext uri="{FF2B5EF4-FFF2-40B4-BE49-F238E27FC236}">
                <a16:creationId xmlns:a16="http://schemas.microsoft.com/office/drawing/2014/main" id="{ED959F1A-F72D-4CF6-A029-14E0DB166AD6}"/>
              </a:ext>
            </a:extLst>
          </p:cNvPr>
          <p:cNvSpPr>
            <a:spLocks noGrp="1"/>
          </p:cNvSpPr>
          <p:nvPr>
            <p:ph idx="1"/>
          </p:nvPr>
        </p:nvSpPr>
        <p:spPr>
          <a:xfrm>
            <a:off x="2" y="0"/>
            <a:ext cx="8111066" cy="6858000"/>
          </a:xfrm>
          <a:noFill/>
        </p:spPr>
        <p:txBody>
          <a:bodyPr lIns="612000" tIns="1404000" rIns="828000" bIns="720000"/>
          <a:lstStyle>
            <a:lvl1pPr>
              <a:defRPr sz="3200">
                <a:solidFill>
                  <a:srgbClr val="009C82"/>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1" name="Afbeelding 10">
            <a:extLst>
              <a:ext uri="{FF2B5EF4-FFF2-40B4-BE49-F238E27FC236}">
                <a16:creationId xmlns:a16="http://schemas.microsoft.com/office/drawing/2014/main" id="{7D2A9CE5-95E8-458E-9040-B0251FBFAEC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
        <p:nvSpPr>
          <p:cNvPr id="5" name="Rechthoek 4">
            <a:extLst>
              <a:ext uri="{FF2B5EF4-FFF2-40B4-BE49-F238E27FC236}">
                <a16:creationId xmlns:a16="http://schemas.microsoft.com/office/drawing/2014/main" id="{3FFB599D-9511-47E4-8A64-0206C2AAAF47}"/>
              </a:ext>
            </a:extLst>
          </p:cNvPr>
          <p:cNvSpPr/>
          <p:nvPr/>
        </p:nvSpPr>
        <p:spPr>
          <a:xfrm>
            <a:off x="8111067" y="10196"/>
            <a:ext cx="4080933"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a:extLst>
              <a:ext uri="{FF2B5EF4-FFF2-40B4-BE49-F238E27FC236}">
                <a16:creationId xmlns:a16="http://schemas.microsoft.com/office/drawing/2014/main" id="{94942CE0-4AC8-4CA7-A53A-36303407B98B}"/>
              </a:ext>
            </a:extLst>
          </p:cNvPr>
          <p:cNvSpPr>
            <a:spLocks noGrp="1"/>
          </p:cNvSpPr>
          <p:nvPr>
            <p:ph type="title"/>
          </p:nvPr>
        </p:nvSpPr>
        <p:spPr>
          <a:xfrm>
            <a:off x="8434800" y="828000"/>
            <a:ext cx="3434400" cy="4320000"/>
          </a:xfrm>
        </p:spPr>
        <p:txBody>
          <a:bodyPr anchor="t" anchorCtr="0"/>
          <a:lstStyle>
            <a:lvl1pPr>
              <a:defRPr sz="3000">
                <a:solidFill>
                  <a:schemeClr val="bg1"/>
                </a:solidFill>
              </a:defRPr>
            </a:lvl1pPr>
          </a:lstStyle>
          <a:p>
            <a:r>
              <a:rPr lang="en-US"/>
              <a:t>Click to edit Master title style</a:t>
            </a:r>
            <a:endParaRPr lang="nl-NL"/>
          </a:p>
        </p:txBody>
      </p:sp>
      <p:sp>
        <p:nvSpPr>
          <p:cNvPr id="4" name="Slide Number Placeholder 4">
            <a:extLst>
              <a:ext uri="{FF2B5EF4-FFF2-40B4-BE49-F238E27FC236}">
                <a16:creationId xmlns:a16="http://schemas.microsoft.com/office/drawing/2014/main" id="{F4692744-804B-DFC9-319F-465F6DD7697E}"/>
              </a:ext>
            </a:extLst>
          </p:cNvPr>
          <p:cNvSpPr txBox="1">
            <a:spLocks/>
          </p:cNvSpPr>
          <p:nvPr userDrawn="1"/>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solidFill>
                  <a:schemeClr val="bg1"/>
                </a:solidFill>
                <a:latin typeface="Arial" panose="020B0604020202020204" pitchFamily="34" charset="0"/>
                <a:cs typeface="Arial" panose="020B0604020202020204" pitchFamily="34" charset="0"/>
              </a:rPr>
              <a:pPr/>
              <a:t>‹#›</a:t>
            </a:fld>
            <a:endParaRPr lang="en-US"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49143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fbeelding met bijschrift">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D56FCA5F-563C-4963-A6C6-ACB86FD6731A}"/>
              </a:ext>
            </a:extLst>
          </p:cNvPr>
          <p:cNvSpPr/>
          <p:nvPr/>
        </p:nvSpPr>
        <p:spPr>
          <a:xfrm>
            <a:off x="0" y="0"/>
            <a:ext cx="8128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a:extLst>
              <a:ext uri="{FF2B5EF4-FFF2-40B4-BE49-F238E27FC236}">
                <a16:creationId xmlns:a16="http://schemas.microsoft.com/office/drawing/2014/main" id="{8892A113-690F-4A70-A450-6B634995DCCF}"/>
              </a:ext>
            </a:extLst>
          </p:cNvPr>
          <p:cNvSpPr>
            <a:spLocks noGrp="1"/>
          </p:cNvSpPr>
          <p:nvPr>
            <p:ph type="title"/>
          </p:nvPr>
        </p:nvSpPr>
        <p:spPr>
          <a:xfrm>
            <a:off x="0" y="-1"/>
            <a:ext cx="8128000" cy="6857999"/>
          </a:xfrm>
          <a:noFill/>
        </p:spPr>
        <p:txBody>
          <a:bodyPr lIns="612000" tIns="1440000" rIns="828000" bIns="720000" anchor="t" anchorCtr="0"/>
          <a:lstStyle>
            <a:lvl1pPr>
              <a:defRPr sz="3000">
                <a:solidFill>
                  <a:schemeClr val="bg1"/>
                </a:solidFill>
              </a:defRPr>
            </a:lvl1pPr>
          </a:lstStyle>
          <a:p>
            <a:r>
              <a:rPr lang="en-US"/>
              <a:t>Click to edit Master title style</a:t>
            </a:r>
            <a:endParaRPr lang="nl-NL"/>
          </a:p>
        </p:txBody>
      </p:sp>
      <p:sp>
        <p:nvSpPr>
          <p:cNvPr id="3" name="Tijdelijke aanduiding voor afbeelding 2">
            <a:extLst>
              <a:ext uri="{FF2B5EF4-FFF2-40B4-BE49-F238E27FC236}">
                <a16:creationId xmlns:a16="http://schemas.microsoft.com/office/drawing/2014/main" id="{93351474-BA6D-40FF-AD94-E36000AB4453}"/>
              </a:ext>
            </a:extLst>
          </p:cNvPr>
          <p:cNvSpPr>
            <a:spLocks noGrp="1"/>
          </p:cNvSpPr>
          <p:nvPr>
            <p:ph type="pic" idx="1"/>
          </p:nvPr>
        </p:nvSpPr>
        <p:spPr>
          <a:xfrm>
            <a:off x="8128000" y="-3"/>
            <a:ext cx="40640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nl-NL"/>
          </a:p>
        </p:txBody>
      </p:sp>
      <p:pic>
        <p:nvPicPr>
          <p:cNvPr id="9" name="Afbeelding 8">
            <a:extLst>
              <a:ext uri="{FF2B5EF4-FFF2-40B4-BE49-F238E27FC236}">
                <a16:creationId xmlns:a16="http://schemas.microsoft.com/office/drawing/2014/main" id="{2A7CE760-6D02-4D82-B473-AF7356A87B0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7" cy="987072"/>
          </a:xfrm>
          <a:prstGeom prst="rect">
            <a:avLst/>
          </a:prstGeom>
        </p:spPr>
      </p:pic>
    </p:spTree>
    <p:extLst>
      <p:ext uri="{BB962C8B-B14F-4D97-AF65-F5344CB8AC3E}">
        <p14:creationId xmlns:p14="http://schemas.microsoft.com/office/powerpoint/2010/main" val="2776248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el en verticale teks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6" name="Afbeelding 5">
            <a:extLst>
              <a:ext uri="{FF2B5EF4-FFF2-40B4-BE49-F238E27FC236}">
                <a16:creationId xmlns:a16="http://schemas.microsoft.com/office/drawing/2014/main" id="{0E352236-2EC3-4042-806B-30EA689CAA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
        <p:nvSpPr>
          <p:cNvPr id="3" name="Slide Number Placeholder 4">
            <a:extLst>
              <a:ext uri="{FF2B5EF4-FFF2-40B4-BE49-F238E27FC236}">
                <a16:creationId xmlns:a16="http://schemas.microsoft.com/office/drawing/2014/main" id="{DBDA2182-9B89-9AA7-EEBC-6365B9ED2A65}"/>
              </a:ext>
            </a:extLst>
          </p:cNvPr>
          <p:cNvSpPr txBox="1">
            <a:spLocks/>
          </p:cNvSpPr>
          <p:nvPr userDrawn="1"/>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latin typeface="Arial" panose="020B0604020202020204" pitchFamily="34" charset="0"/>
                <a:cs typeface="Arial" panose="020B0604020202020204" pitchFamily="34" charset="0"/>
              </a:rPr>
              <a:pPr/>
              <a:t>‹#›</a:t>
            </a:fld>
            <a:endParaRPr lang="en-US" sz="2000"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E3EBBA92-C365-AC65-426E-B72AD567FD5C}"/>
              </a:ext>
            </a:extLst>
          </p:cNvPr>
          <p:cNvSpPr>
            <a:spLocks noGrp="1"/>
          </p:cNvSpPr>
          <p:nvPr>
            <p:ph type="title"/>
          </p:nvPr>
        </p:nvSpPr>
        <p:spPr>
          <a:xfrm>
            <a:off x="540000" y="504000"/>
            <a:ext cx="11102400" cy="1435507"/>
          </a:xfrm>
        </p:spPr>
        <p:txBody>
          <a:bodyPr/>
          <a:lstStyle>
            <a:lvl1pPr>
              <a:defRPr>
                <a:solidFill>
                  <a:srgbClr val="009C87"/>
                </a:solidFill>
              </a:defRPr>
            </a:lvl1pPr>
          </a:lstStyle>
          <a:p>
            <a:pPr algn="ctr"/>
            <a:endParaRPr lang="en-NL" dirty="0"/>
          </a:p>
        </p:txBody>
      </p:sp>
    </p:spTree>
    <p:extLst>
      <p:ext uri="{BB962C8B-B14F-4D97-AF65-F5344CB8AC3E}">
        <p14:creationId xmlns:p14="http://schemas.microsoft.com/office/powerpoint/2010/main" val="3733455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Titel en verticale teks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6" name="Afbeelding 5">
            <a:extLst>
              <a:ext uri="{FF2B5EF4-FFF2-40B4-BE49-F238E27FC236}">
                <a16:creationId xmlns:a16="http://schemas.microsoft.com/office/drawing/2014/main" id="{0E352236-2EC3-4042-806B-30EA689CAA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
        <p:nvSpPr>
          <p:cNvPr id="4" name="Slide Number Placeholder 4">
            <a:extLst>
              <a:ext uri="{FF2B5EF4-FFF2-40B4-BE49-F238E27FC236}">
                <a16:creationId xmlns:a16="http://schemas.microsoft.com/office/drawing/2014/main" id="{64790D4B-F150-51B2-1ADB-22B1B21D3657}"/>
              </a:ext>
            </a:extLst>
          </p:cNvPr>
          <p:cNvSpPr txBox="1">
            <a:spLocks/>
          </p:cNvSpPr>
          <p:nvPr userDrawn="1"/>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latin typeface="Arial" panose="020B0604020202020204" pitchFamily="34" charset="0"/>
                <a:cs typeface="Arial" panose="020B0604020202020204" pitchFamily="34" charset="0"/>
              </a:rPr>
              <a:pPr/>
              <a:t>‹#›</a:t>
            </a:fld>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39157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Verticale titel en tekst">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9EE0B92A-A73A-4C1F-A960-EBEE0651E7E5}"/>
              </a:ext>
            </a:extLst>
          </p:cNvPr>
          <p:cNvSpPr/>
          <p:nvPr/>
        </p:nvSpPr>
        <p:spPr>
          <a:xfrm>
            <a:off x="0" y="0"/>
            <a:ext cx="12192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3" name="Afbeelding 2">
            <a:extLst>
              <a:ext uri="{FF2B5EF4-FFF2-40B4-BE49-F238E27FC236}">
                <a16:creationId xmlns:a16="http://schemas.microsoft.com/office/drawing/2014/main" id="{52BFD4EB-258F-4EA7-8341-D8AAACD56A5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7" cy="987072"/>
          </a:xfrm>
          <a:prstGeom prst="rect">
            <a:avLst/>
          </a:prstGeom>
        </p:spPr>
      </p:pic>
    </p:spTree>
    <p:extLst>
      <p:ext uri="{BB962C8B-B14F-4D97-AF65-F5344CB8AC3E}">
        <p14:creationId xmlns:p14="http://schemas.microsoft.com/office/powerpoint/2010/main" val="18095849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ONTENTPAGINA WIT 1">
    <p:bg>
      <p:bgPr>
        <a:solidFill>
          <a:schemeClr val="bg1"/>
        </a:solidFill>
        <a:effectLst/>
      </p:bgPr>
    </p:bg>
    <p:spTree>
      <p:nvGrpSpPr>
        <p:cNvPr id="1" name=""/>
        <p:cNvGrpSpPr/>
        <p:nvPr/>
      </p:nvGrpSpPr>
      <p:grpSpPr>
        <a:xfrm>
          <a:off x="0" y="0"/>
          <a:ext cx="0" cy="0"/>
          <a:chOff x="0" y="0"/>
          <a:chExt cx="0" cy="0"/>
        </a:xfrm>
      </p:grpSpPr>
      <p:sp>
        <p:nvSpPr>
          <p:cNvPr id="15" name="Rechthoek 14">
            <a:extLst>
              <a:ext uri="{FF2B5EF4-FFF2-40B4-BE49-F238E27FC236}">
                <a16:creationId xmlns:a16="http://schemas.microsoft.com/office/drawing/2014/main" id="{1359C912-5BE2-0949-A6E6-E5772BB54BD3}"/>
              </a:ext>
            </a:extLst>
          </p:cNvPr>
          <p:cNvSpPr/>
          <p:nvPr/>
        </p:nvSpPr>
        <p:spPr>
          <a:xfrm>
            <a:off x="0" y="0"/>
            <a:ext cx="4118919" cy="6858000"/>
          </a:xfrm>
          <a:prstGeom prst="rect">
            <a:avLst/>
          </a:prstGeom>
          <a:solidFill>
            <a:srgbClr val="009C82"/>
          </a:solid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1669671D-7FBA-F94F-99E6-915DE56A8E21}"/>
              </a:ext>
            </a:extLst>
          </p:cNvPr>
          <p:cNvSpPr>
            <a:spLocks noGrp="1"/>
          </p:cNvSpPr>
          <p:nvPr>
            <p:ph type="ctrTitle" hasCustomPrompt="1"/>
          </p:nvPr>
        </p:nvSpPr>
        <p:spPr>
          <a:xfrm>
            <a:off x="4953000" y="643693"/>
            <a:ext cx="6286500" cy="492443"/>
          </a:xfrm>
          <a:prstGeom prst="rect">
            <a:avLst/>
          </a:prstGeom>
        </p:spPr>
        <p:txBody>
          <a:bodyPr anchor="t" anchorCtr="0">
            <a:normAutofit/>
          </a:bodyPr>
          <a:lstStyle>
            <a:lvl1pPr algn="l">
              <a:defRPr sz="2500" b="1" i="0" baseline="0">
                <a:solidFill>
                  <a:srgbClr val="009C82"/>
                </a:solidFill>
              </a:defRPr>
            </a:lvl1pPr>
          </a:lstStyle>
          <a:p>
            <a:r>
              <a:rPr lang="nl-NL"/>
              <a:t>Klik om titel bewerken</a:t>
            </a:r>
          </a:p>
        </p:txBody>
      </p:sp>
      <p:sp>
        <p:nvSpPr>
          <p:cNvPr id="3" name="Ondertitel 2">
            <a:extLst>
              <a:ext uri="{FF2B5EF4-FFF2-40B4-BE49-F238E27FC236}">
                <a16:creationId xmlns:a16="http://schemas.microsoft.com/office/drawing/2014/main" id="{FBFF6E1D-D5AB-5646-8382-E424A5FED9E9}"/>
              </a:ext>
            </a:extLst>
          </p:cNvPr>
          <p:cNvSpPr>
            <a:spLocks noGrp="1"/>
          </p:cNvSpPr>
          <p:nvPr>
            <p:ph type="subTitle" idx="1"/>
          </p:nvPr>
        </p:nvSpPr>
        <p:spPr>
          <a:xfrm>
            <a:off x="4953000" y="1419509"/>
            <a:ext cx="6286500" cy="4447217"/>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12" name="Tijdelijke aanduiding voor tekst 11">
            <a:extLst>
              <a:ext uri="{FF2B5EF4-FFF2-40B4-BE49-F238E27FC236}">
                <a16:creationId xmlns:a16="http://schemas.microsoft.com/office/drawing/2014/main" id="{AA0FAF0F-FE3B-E34A-88BF-FDD0848A27F6}"/>
              </a:ext>
            </a:extLst>
          </p:cNvPr>
          <p:cNvSpPr>
            <a:spLocks noGrp="1"/>
          </p:cNvSpPr>
          <p:nvPr>
            <p:ph type="body" sz="quarter" idx="12" hasCustomPrompt="1"/>
          </p:nvPr>
        </p:nvSpPr>
        <p:spPr>
          <a:xfrm>
            <a:off x="403225" y="643692"/>
            <a:ext cx="3352800" cy="4921053"/>
          </a:xfrm>
          <a:prstGeom prst="rect">
            <a:avLst/>
          </a:prstGeom>
        </p:spPr>
        <p:txBody>
          <a:bodyPr>
            <a:normAutofit/>
          </a:bodyPr>
          <a:lstStyle>
            <a:lvl1pPr marL="0" indent="0">
              <a:buFontTx/>
              <a:buNone/>
              <a:defRPr sz="3000" b="1" i="0" baseline="0">
                <a:solidFill>
                  <a:schemeClr val="bg1"/>
                </a:solidFill>
              </a:defRPr>
            </a:lvl1pPr>
          </a:lstStyle>
          <a:p>
            <a:r>
              <a:rPr lang="nl-NL"/>
              <a:t>Kopregel van de pagina over meerdere regels</a:t>
            </a:r>
          </a:p>
        </p:txBody>
      </p:sp>
      <p:pic>
        <p:nvPicPr>
          <p:cNvPr id="9" name="Afbeelding 8">
            <a:extLst>
              <a:ext uri="{FF2B5EF4-FFF2-40B4-BE49-F238E27FC236}">
                <a16:creationId xmlns:a16="http://schemas.microsoft.com/office/drawing/2014/main" id="{2085F2CD-07CC-7F45-B06F-6EA5FFBACE1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10447" y="5717837"/>
            <a:ext cx="1964387" cy="987072"/>
          </a:xfrm>
          <a:prstGeom prst="rect">
            <a:avLst/>
          </a:prstGeom>
        </p:spPr>
      </p:pic>
      <p:pic>
        <p:nvPicPr>
          <p:cNvPr id="5" name="Picture 4" descr="A picture containing drawing&#10;&#10;Description automatically generated">
            <a:extLst>
              <a:ext uri="{FF2B5EF4-FFF2-40B4-BE49-F238E27FC236}">
                <a16:creationId xmlns:a16="http://schemas.microsoft.com/office/drawing/2014/main" id="{F144C650-D3F8-4F16-B2C6-BDFFF8D80A2B}"/>
              </a:ext>
            </a:extLst>
          </p:cNvPr>
          <p:cNvPicPr>
            <a:picLocks noChangeAspect="1"/>
          </p:cNvPicPr>
          <p:nvPr/>
        </p:nvPicPr>
        <p:blipFill>
          <a:blip r:embed="rId3" cstate="screen">
            <a:biLevel thresh="25000"/>
            <a:extLst>
              <a:ext uri="{28A0092B-C50C-407E-A947-70E740481C1C}">
                <a14:useLocalDpi xmlns:a14="http://schemas.microsoft.com/office/drawing/2010/main"/>
              </a:ext>
            </a:extLst>
          </a:blip>
          <a:stretch>
            <a:fillRect/>
          </a:stretch>
        </p:blipFill>
        <p:spPr>
          <a:xfrm>
            <a:off x="2124786" y="5896201"/>
            <a:ext cx="1733638" cy="692230"/>
          </a:xfrm>
          <a:prstGeom prst="rect">
            <a:avLst/>
          </a:prstGeom>
        </p:spPr>
      </p:pic>
    </p:spTree>
    <p:extLst>
      <p:ext uri="{BB962C8B-B14F-4D97-AF65-F5344CB8AC3E}">
        <p14:creationId xmlns:p14="http://schemas.microsoft.com/office/powerpoint/2010/main" val="13775948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hor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6" name="Afbeelding 5">
            <a:extLst>
              <a:ext uri="{FF2B5EF4-FFF2-40B4-BE49-F238E27FC236}">
                <a16:creationId xmlns:a16="http://schemas.microsoft.com/office/drawing/2014/main" id="{0E352236-2EC3-4042-806B-30EA689CAA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
        <p:nvSpPr>
          <p:cNvPr id="4" name="Rechthoek 14">
            <a:extLst>
              <a:ext uri="{FF2B5EF4-FFF2-40B4-BE49-F238E27FC236}">
                <a16:creationId xmlns:a16="http://schemas.microsoft.com/office/drawing/2014/main" id="{8D736B1F-B4E2-4ADC-93B3-78C9AD2058C2}"/>
              </a:ext>
            </a:extLst>
          </p:cNvPr>
          <p:cNvSpPr/>
          <p:nvPr/>
        </p:nvSpPr>
        <p:spPr>
          <a:xfrm>
            <a:off x="1" y="0"/>
            <a:ext cx="2720082" cy="6858000"/>
          </a:xfrm>
          <a:prstGeom prst="rect">
            <a:avLst/>
          </a:prstGeom>
          <a:solidFill>
            <a:srgbClr val="009C82"/>
          </a:solid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5" name="Afbeelding 8">
            <a:extLst>
              <a:ext uri="{FF2B5EF4-FFF2-40B4-BE49-F238E27FC236}">
                <a16:creationId xmlns:a16="http://schemas.microsoft.com/office/drawing/2014/main" id="{FE177759-92AB-4472-837E-E8E3BD602F7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0783" y="5932275"/>
            <a:ext cx="1555723" cy="781725"/>
          </a:xfrm>
          <a:prstGeom prst="rect">
            <a:avLst/>
          </a:prstGeom>
        </p:spPr>
      </p:pic>
      <p:pic>
        <p:nvPicPr>
          <p:cNvPr id="7" name="Picture 6" descr="A picture containing drawing&#10;&#10;Description automatically generated">
            <a:extLst>
              <a:ext uri="{FF2B5EF4-FFF2-40B4-BE49-F238E27FC236}">
                <a16:creationId xmlns:a16="http://schemas.microsoft.com/office/drawing/2014/main" id="{EBE0506D-4634-4B31-A43B-A578EC0AD18A}"/>
              </a:ext>
            </a:extLst>
          </p:cNvPr>
          <p:cNvPicPr>
            <a:picLocks noChangeAspect="1"/>
          </p:cNvPicPr>
          <p:nvPr/>
        </p:nvPicPr>
        <p:blipFill>
          <a:blip r:embed="rId4" cstate="screen">
            <a:biLevel thresh="25000"/>
            <a:extLst>
              <a:ext uri="{28A0092B-C50C-407E-A947-70E740481C1C}">
                <a14:useLocalDpi xmlns:a14="http://schemas.microsoft.com/office/drawing/2010/main"/>
              </a:ext>
            </a:extLst>
          </a:blip>
          <a:stretch>
            <a:fillRect/>
          </a:stretch>
        </p:blipFill>
        <p:spPr>
          <a:xfrm>
            <a:off x="1347105" y="6107669"/>
            <a:ext cx="1372978" cy="548221"/>
          </a:xfrm>
          <a:prstGeom prst="rect">
            <a:avLst/>
          </a:prstGeom>
        </p:spPr>
      </p:pic>
    </p:spTree>
    <p:extLst>
      <p:ext uri="{BB962C8B-B14F-4D97-AF65-F5344CB8AC3E}">
        <p14:creationId xmlns:p14="http://schemas.microsoft.com/office/powerpoint/2010/main" val="12358986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_i3B bullets normal slide">
    <p:spTree>
      <p:nvGrpSpPr>
        <p:cNvPr id="1" name=""/>
        <p:cNvGrpSpPr/>
        <p:nvPr/>
      </p:nvGrpSpPr>
      <p:grpSpPr>
        <a:xfrm>
          <a:off x="0" y="0"/>
          <a:ext cx="0" cy="0"/>
          <a:chOff x="0" y="0"/>
          <a:chExt cx="0" cy="0"/>
        </a:xfrm>
      </p:grpSpPr>
      <p:pic>
        <p:nvPicPr>
          <p:cNvPr id="10" name="Afbeelding 9"/>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el 1"/>
          <p:cNvSpPr>
            <a:spLocks noGrp="1"/>
          </p:cNvSpPr>
          <p:nvPr>
            <p:ph type="title" hasCustomPrompt="1"/>
          </p:nvPr>
        </p:nvSpPr>
        <p:spPr>
          <a:xfrm>
            <a:off x="1487488" y="476672"/>
            <a:ext cx="6158475" cy="706090"/>
          </a:xfrm>
        </p:spPr>
        <p:txBody>
          <a:bodyPr>
            <a:normAutofit/>
          </a:bodyPr>
          <a:lstStyle>
            <a:lvl1pPr algn="l">
              <a:defRPr sz="3000" b="1" baseline="0"/>
            </a:lvl1pPr>
          </a:lstStyle>
          <a:p>
            <a:r>
              <a:rPr lang="nl-NL"/>
              <a:t>Click </a:t>
            </a:r>
            <a:r>
              <a:rPr lang="nl-NL" err="1"/>
              <a:t>for</a:t>
            </a:r>
            <a:r>
              <a:rPr lang="nl-NL"/>
              <a:t> </a:t>
            </a:r>
            <a:r>
              <a:rPr lang="nl-NL" err="1"/>
              <a:t>Title</a:t>
            </a:r>
            <a:endParaRPr lang="nl-NL"/>
          </a:p>
        </p:txBody>
      </p:sp>
      <p:sp>
        <p:nvSpPr>
          <p:cNvPr id="3" name="Tijdelijke aanduiding voor tekst 2"/>
          <p:cNvSpPr>
            <a:spLocks noGrp="1"/>
          </p:cNvSpPr>
          <p:nvPr>
            <p:ph type="body" idx="1" hasCustomPrompt="1"/>
          </p:nvPr>
        </p:nvSpPr>
        <p:spPr>
          <a:xfrm>
            <a:off x="1487488" y="1124745"/>
            <a:ext cx="6144683" cy="381719"/>
          </a:xfrm>
        </p:spPr>
        <p:txBody>
          <a:bodyPr anchor="b">
            <a:normAutofit/>
          </a:bodyPr>
          <a:lstStyle>
            <a:lvl1pPr marL="0" indent="0">
              <a:buNone/>
              <a:defRPr sz="1800" b="0" i="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Click </a:t>
            </a:r>
            <a:r>
              <a:rPr lang="nl-NL" err="1"/>
              <a:t>for</a:t>
            </a:r>
            <a:r>
              <a:rPr lang="nl-NL"/>
              <a:t> </a:t>
            </a:r>
            <a:r>
              <a:rPr lang="nl-NL" err="1"/>
              <a:t>subtitle</a:t>
            </a:r>
            <a:endParaRPr lang="nl-NL"/>
          </a:p>
        </p:txBody>
      </p:sp>
      <p:sp>
        <p:nvSpPr>
          <p:cNvPr id="6" name="Tijdelijke aanduiding voor inhoud 5"/>
          <p:cNvSpPr>
            <a:spLocks noGrp="1"/>
          </p:cNvSpPr>
          <p:nvPr>
            <p:ph sz="quarter" idx="4" hasCustomPrompt="1"/>
          </p:nvPr>
        </p:nvSpPr>
        <p:spPr>
          <a:xfrm>
            <a:off x="1487488" y="1916832"/>
            <a:ext cx="8352928" cy="3960440"/>
          </a:xfrm>
        </p:spPr>
        <p:txBody>
          <a:bodyPr/>
          <a:lstStyle>
            <a:lvl1pPr marL="342900" indent="-342900">
              <a:spcBef>
                <a:spcPts val="400"/>
              </a:spcBef>
              <a:buClr>
                <a:srgbClr val="BED732"/>
              </a:buClr>
              <a:buFont typeface="Calibri" pitchFamily="34" charset="0"/>
              <a:buChar char="₋"/>
              <a:defRPr sz="2000" baseline="0"/>
            </a:lvl1pPr>
            <a:lvl2pPr marL="800100" indent="-342900">
              <a:spcBef>
                <a:spcPts val="0"/>
              </a:spcBef>
              <a:buClr>
                <a:srgbClr val="6B56A5"/>
              </a:buClr>
              <a:buFont typeface="Arial" pitchFamily="34" charset="0"/>
              <a:buChar char="•"/>
              <a:defRPr sz="1600" baseline="0"/>
            </a:lvl2pPr>
            <a:lvl3pPr marL="1200150" indent="-285750">
              <a:buFont typeface="Arial" pitchFamily="34" charset="0"/>
              <a:buChar char="•"/>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nl-NL"/>
              <a:t>First </a:t>
            </a:r>
            <a:r>
              <a:rPr lang="nl-NL" err="1"/>
              <a:t>Bullet</a:t>
            </a:r>
            <a:r>
              <a:rPr lang="nl-NL"/>
              <a:t> level</a:t>
            </a:r>
          </a:p>
          <a:p>
            <a:pPr lvl="1"/>
            <a:r>
              <a:rPr lang="nl-NL"/>
              <a:t>Second </a:t>
            </a:r>
            <a:r>
              <a:rPr lang="nl-NL" err="1"/>
              <a:t>bullet</a:t>
            </a:r>
            <a:r>
              <a:rPr lang="nl-NL"/>
              <a:t> level</a:t>
            </a:r>
          </a:p>
          <a:p>
            <a:pPr lvl="2"/>
            <a:endParaRPr lang="nl-NL"/>
          </a:p>
          <a:p>
            <a:pPr lvl="1"/>
            <a:endParaRPr lang="nl-NL"/>
          </a:p>
        </p:txBody>
      </p:sp>
      <p:sp>
        <p:nvSpPr>
          <p:cNvPr id="9" name="Tijdelijke aanduiding voor dianummer 8"/>
          <p:cNvSpPr>
            <a:spLocks noGrp="1"/>
          </p:cNvSpPr>
          <p:nvPr>
            <p:ph type="sldNum" sz="quarter" idx="12"/>
          </p:nvPr>
        </p:nvSpPr>
        <p:spPr/>
        <p:txBody>
          <a:bodyPr/>
          <a:lstStyle>
            <a:lvl1pPr>
              <a:defRPr b="0">
                <a:solidFill>
                  <a:srgbClr val="42454F"/>
                </a:solidFill>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42516157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Titel en object">
    <p:spTree>
      <p:nvGrpSpPr>
        <p:cNvPr id="1" name=""/>
        <p:cNvGrpSpPr/>
        <p:nvPr/>
      </p:nvGrpSpPr>
      <p:grpSpPr>
        <a:xfrm>
          <a:off x="0" y="0"/>
          <a:ext cx="0" cy="0"/>
          <a:chOff x="0" y="0"/>
          <a:chExt cx="0" cy="0"/>
        </a:xfrm>
      </p:grpSpPr>
      <p:pic>
        <p:nvPicPr>
          <p:cNvPr id="4" name="Picture 2" descr="SAX_PPT_UAS_Achtergr6.jpg                                      000B06A7 VIAServer                      7C268895:"/>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0" y="1"/>
            <a:ext cx="12192000" cy="6126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el 1"/>
          <p:cNvSpPr>
            <a:spLocks noGrp="1"/>
          </p:cNvSpPr>
          <p:nvPr>
            <p:ph type="title"/>
          </p:nvPr>
        </p:nvSpPr>
        <p:spPr>
          <a:xfrm>
            <a:off x="3705102" y="274639"/>
            <a:ext cx="8059388" cy="1143000"/>
          </a:xfrm>
        </p:spPr>
        <p:txBody>
          <a:bodyPr/>
          <a:lstStyle>
            <a:lvl1pPr>
              <a:defRPr sz="4267">
                <a:solidFill>
                  <a:schemeClr val="bg1"/>
                </a:solidFill>
                <a:latin typeface="Lucida Sans Unicode" pitchFamily="34" charset="0"/>
                <a:cs typeface="Lucida Sans Unicode" pitchFamily="34" charset="0"/>
              </a:defRPr>
            </a:lvl1pPr>
          </a:lstStyle>
          <a:p>
            <a:r>
              <a:rPr lang="en-US"/>
              <a:t>Click to edit Master title style</a:t>
            </a:r>
            <a:endParaRPr lang="nl-NL"/>
          </a:p>
        </p:txBody>
      </p:sp>
      <p:sp>
        <p:nvSpPr>
          <p:cNvPr id="8" name="Tijdelijke aanduiding voor inhoud 2"/>
          <p:cNvSpPr>
            <a:spLocks noGrp="1"/>
          </p:cNvSpPr>
          <p:nvPr>
            <p:ph idx="10"/>
          </p:nvPr>
        </p:nvSpPr>
        <p:spPr>
          <a:xfrm>
            <a:off x="623392" y="1600201"/>
            <a:ext cx="11141096" cy="4525963"/>
          </a:xfrm>
        </p:spPr>
        <p:txBody>
          <a:bodyPr/>
          <a:lstStyle>
            <a:lvl1pPr>
              <a:defRPr sz="3733">
                <a:latin typeface="Lucida Sans Unicode" pitchFamily="34" charset="0"/>
                <a:cs typeface="Lucida Sans Unicode" pitchFamily="34" charset="0"/>
              </a:defRPr>
            </a:lvl1pPr>
            <a:lvl2pPr>
              <a:defRPr sz="3200">
                <a:latin typeface="Lucida Sans Unicode" pitchFamily="34" charset="0"/>
                <a:cs typeface="Lucida Sans Unicode" pitchFamily="34" charset="0"/>
              </a:defRPr>
            </a:lvl2pPr>
            <a:lvl3pPr>
              <a:defRPr sz="3200">
                <a:latin typeface="Lucida Sans Unicode" pitchFamily="34" charset="0"/>
                <a:cs typeface="Lucida Sans Unicode" pitchFamily="34" charset="0"/>
              </a:defRPr>
            </a:lvl3pPr>
            <a:lvl4pPr>
              <a:defRPr sz="2667">
                <a:latin typeface="Lucida Sans Unicode" pitchFamily="34" charset="0"/>
                <a:cs typeface="Lucida Sans Unicode" pitchFamily="34" charset="0"/>
              </a:defRPr>
            </a:lvl4pPr>
            <a:lvl5pPr>
              <a:defRPr sz="2667">
                <a:latin typeface="Lucida Sans Unicode" pitchFamily="34" charset="0"/>
                <a:cs typeface="Lucida Sans Unicode"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04929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Title and Content #4">
    <p:spTree>
      <p:nvGrpSpPr>
        <p:cNvPr id="1" name=""/>
        <p:cNvGrpSpPr/>
        <p:nvPr/>
      </p:nvGrpSpPr>
      <p:grpSpPr>
        <a:xfrm>
          <a:off x="0" y="0"/>
          <a:ext cx="0" cy="0"/>
          <a:chOff x="0" y="0"/>
          <a:chExt cx="0" cy="0"/>
        </a:xfrm>
      </p:grpSpPr>
      <p:sp>
        <p:nvSpPr>
          <p:cNvPr id="4" name="Text Placeholder 2"/>
          <p:cNvSpPr>
            <a:spLocks noGrp="1"/>
          </p:cNvSpPr>
          <p:nvPr>
            <p:ph type="body" sz="quarter" idx="11" hasCustomPrompt="1"/>
          </p:nvPr>
        </p:nvSpPr>
        <p:spPr>
          <a:xfrm>
            <a:off x="624418" y="1835870"/>
            <a:ext cx="11040533" cy="4545458"/>
          </a:xfrm>
          <a:prstGeom prst="rect">
            <a:avLst/>
          </a:prstGeom>
        </p:spPr>
        <p:txBody>
          <a:bodyPr vert="horz"/>
          <a:lstStyle>
            <a:lvl1pPr marL="0" indent="0" algn="l">
              <a:lnSpc>
                <a:spcPct val="100000"/>
              </a:lnSpc>
              <a:buNone/>
              <a:defRPr sz="1800">
                <a:solidFill>
                  <a:srgbClr val="1E1D64"/>
                </a:solidFill>
              </a:defRPr>
            </a:lvl1pPr>
            <a:lvl2pPr>
              <a:defRPr>
                <a:solidFill>
                  <a:srgbClr val="1E1D64"/>
                </a:solidFill>
              </a:defRPr>
            </a:lvl2pPr>
            <a:lvl3pPr>
              <a:defRPr>
                <a:solidFill>
                  <a:srgbClr val="1E1D64"/>
                </a:solidFill>
              </a:defRPr>
            </a:lvl3pPr>
            <a:lvl4pPr>
              <a:defRPr>
                <a:solidFill>
                  <a:srgbClr val="1E1D64"/>
                </a:solidFill>
              </a:defRPr>
            </a:lvl4pPr>
            <a:lvl5pPr>
              <a:defRPr>
                <a:solidFill>
                  <a:srgbClr val="1E1D64"/>
                </a:solidFill>
              </a:defRPr>
            </a:lvl5pPr>
          </a:lstStyle>
          <a:p>
            <a:pPr lvl="0"/>
            <a:r>
              <a:rPr lang="nl-BE"/>
              <a:t>Lorem ipsum dolor sit amet, sea ex prima tamquam, vidit sanctus ius an. Pri no saepe verterem, mundi viris complectitur usu ad, discere insolens persequeris an nec. No nihil homero quo. Sed at dissentiet signiferumque, sed ei modus propriae rationibus. Dicam mollis praesent ut vix, in odio erant nec, vim in dolorem vocibus. Ad suas torquatos nec, te mel populo voluptaria, omittam petentium cum eu.</a:t>
            </a:r>
          </a:p>
          <a:p>
            <a:pPr lvl="0"/>
            <a:r>
              <a:rPr lang="nl-BE"/>
              <a:t>Dicunt albucius cu est, no vis clita lobortis accusamus, legendos disputando pro id. Ad eos assum copiosae principes. Officiis repudiare no mei, nec facilis pericula intellegam ad. Pri et simul essent honestatis. Ei altera dictas mel. Cibo posse audiam pro at, vim decore consul interpretaris cu, fabulas lab</a:t>
            </a:r>
          </a:p>
        </p:txBody>
      </p:sp>
      <p:sp>
        <p:nvSpPr>
          <p:cNvPr id="5" name="Title Placeholder 1"/>
          <p:cNvSpPr>
            <a:spLocks noGrp="1"/>
          </p:cNvSpPr>
          <p:nvPr>
            <p:ph type="title"/>
          </p:nvPr>
        </p:nvSpPr>
        <p:spPr>
          <a:xfrm>
            <a:off x="624418" y="944347"/>
            <a:ext cx="11023365" cy="745909"/>
          </a:xfrm>
          <a:prstGeom prst="rect">
            <a:avLst/>
          </a:prstGeom>
        </p:spPr>
        <p:txBody>
          <a:bodyPr rtlCol="0" anchor="ctr">
            <a:normAutofit/>
          </a:bodyPr>
          <a:lstStyle>
            <a:lvl1pPr algn="l">
              <a:defRPr sz="3000" b="1">
                <a:solidFill>
                  <a:srgbClr val="1E1D64"/>
                </a:solidFill>
                <a:latin typeface="Calibri"/>
                <a:cs typeface="Calibri"/>
              </a:defRPr>
            </a:lvl1pPr>
          </a:lstStyle>
          <a:p>
            <a:r>
              <a:rPr lang="en-US"/>
              <a:t>Click to edit Master title style</a:t>
            </a:r>
          </a:p>
        </p:txBody>
      </p:sp>
      <p:sp>
        <p:nvSpPr>
          <p:cNvPr id="7" name="Slide Number Placeholder 1"/>
          <p:cNvSpPr>
            <a:spLocks noGrp="1"/>
          </p:cNvSpPr>
          <p:nvPr>
            <p:ph type="sldNum" sz="quarter" idx="4"/>
          </p:nvPr>
        </p:nvSpPr>
        <p:spPr>
          <a:xfrm>
            <a:off x="9264352" y="6381329"/>
            <a:ext cx="2844800" cy="365125"/>
          </a:xfrm>
          <a:prstGeom prst="rect">
            <a:avLst/>
          </a:prstGeom>
        </p:spPr>
        <p:txBody>
          <a:bodyPr anchor="b"/>
          <a:lstStyle>
            <a:lvl1pPr algn="r">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20206924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2_Titeldia">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2830905" y="401859"/>
            <a:ext cx="11091120" cy="755677"/>
          </a:xfrm>
          <a:prstGeom prst="rect">
            <a:avLst/>
          </a:prstGeom>
        </p:spPr>
        <p:txBody>
          <a:bodyPr vert="horz"/>
          <a:lstStyle>
            <a:lvl1pPr>
              <a:defRPr sz="3733">
                <a:solidFill>
                  <a:srgbClr val="008000"/>
                </a:solidFill>
              </a:defRPr>
            </a:lvl1pPr>
          </a:lstStyle>
          <a:p>
            <a:r>
              <a:rPr lang="en-US"/>
              <a:t>Click to edit Master title style</a:t>
            </a:r>
          </a:p>
        </p:txBody>
      </p:sp>
      <p:sp>
        <p:nvSpPr>
          <p:cNvPr id="9" name="Content Placeholder 8"/>
          <p:cNvSpPr>
            <a:spLocks noGrp="1"/>
          </p:cNvSpPr>
          <p:nvPr>
            <p:ph sz="quarter" idx="10"/>
          </p:nvPr>
        </p:nvSpPr>
        <p:spPr>
          <a:xfrm>
            <a:off x="1640417" y="1988582"/>
            <a:ext cx="9952403" cy="4402665"/>
          </a:xfrm>
          <a:prstGeom prst="rect">
            <a:avLst/>
          </a:prstGeom>
        </p:spPr>
        <p:txBody>
          <a:bodyPr vert="horz"/>
          <a:lstStyle>
            <a:lvl1pPr>
              <a:buNone/>
              <a:defRPr sz="3200">
                <a:solidFill>
                  <a:srgbClr val="000000"/>
                </a:solidFill>
                <a:latin typeface="Lucida Sans"/>
                <a:cs typeface="Lucida Sans"/>
              </a:defRPr>
            </a:lvl1pPr>
          </a:lstStyle>
          <a:p>
            <a:pPr lvl="0"/>
            <a:r>
              <a:rPr lang="en-US"/>
              <a:t>Click to edit Master text styles</a:t>
            </a:r>
          </a:p>
        </p:txBody>
      </p:sp>
    </p:spTree>
    <p:extLst>
      <p:ext uri="{BB962C8B-B14F-4D97-AF65-F5344CB8AC3E}">
        <p14:creationId xmlns:p14="http://schemas.microsoft.com/office/powerpoint/2010/main" val="18882529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CONTENTPAGINA WIT 3">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69671D-7FBA-F94F-99E6-915DE56A8E21}"/>
              </a:ext>
            </a:extLst>
          </p:cNvPr>
          <p:cNvSpPr>
            <a:spLocks noGrp="1"/>
          </p:cNvSpPr>
          <p:nvPr>
            <p:ph type="ctrTitle" hasCustomPrompt="1"/>
          </p:nvPr>
        </p:nvSpPr>
        <p:spPr>
          <a:xfrm>
            <a:off x="914400" y="681793"/>
            <a:ext cx="10325100" cy="492443"/>
          </a:xfrm>
          <a:prstGeom prst="rect">
            <a:avLst/>
          </a:prstGeom>
        </p:spPr>
        <p:txBody>
          <a:bodyPr anchor="t" anchorCtr="0">
            <a:normAutofit/>
          </a:bodyPr>
          <a:lstStyle>
            <a:lvl1pPr algn="l">
              <a:defRPr sz="2500" b="1" i="0" baseline="0">
                <a:solidFill>
                  <a:srgbClr val="009C82"/>
                </a:solidFill>
              </a:defRPr>
            </a:lvl1pPr>
          </a:lstStyle>
          <a:p>
            <a:r>
              <a:rPr lang="nl-NL"/>
              <a:t>Klik om titel bewerken</a:t>
            </a:r>
          </a:p>
        </p:txBody>
      </p:sp>
      <p:sp>
        <p:nvSpPr>
          <p:cNvPr id="3" name="Ondertitel 2">
            <a:extLst>
              <a:ext uri="{FF2B5EF4-FFF2-40B4-BE49-F238E27FC236}">
                <a16:creationId xmlns:a16="http://schemas.microsoft.com/office/drawing/2014/main" id="{FBFF6E1D-D5AB-5646-8382-E424A5FED9E9}"/>
              </a:ext>
            </a:extLst>
          </p:cNvPr>
          <p:cNvSpPr>
            <a:spLocks noGrp="1"/>
          </p:cNvSpPr>
          <p:nvPr>
            <p:ph type="subTitle" idx="1"/>
          </p:nvPr>
        </p:nvSpPr>
        <p:spPr>
          <a:xfrm>
            <a:off x="914400" y="1503329"/>
            <a:ext cx="10325100" cy="4085707"/>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pic>
        <p:nvPicPr>
          <p:cNvPr id="14" name="Afbeelding 13">
            <a:extLst>
              <a:ext uri="{FF2B5EF4-FFF2-40B4-BE49-F238E27FC236}">
                <a16:creationId xmlns:a16="http://schemas.microsoft.com/office/drawing/2014/main" id="{DD160F68-52A6-B94F-9CB0-039BA88F1E2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03226" y="5970195"/>
            <a:ext cx="1384385" cy="504742"/>
          </a:xfrm>
          <a:prstGeom prst="rect">
            <a:avLst/>
          </a:prstGeom>
        </p:spPr>
      </p:pic>
    </p:spTree>
    <p:extLst>
      <p:ext uri="{BB962C8B-B14F-4D97-AF65-F5344CB8AC3E}">
        <p14:creationId xmlns:p14="http://schemas.microsoft.com/office/powerpoint/2010/main" val="31819347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2E18A-CF84-7052-3DD2-E0E317E22616}"/>
              </a:ext>
            </a:extLst>
          </p:cNvPr>
          <p:cNvSpPr>
            <a:spLocks noGrp="1"/>
          </p:cNvSpPr>
          <p:nvPr>
            <p:ph type="title"/>
          </p:nvPr>
        </p:nvSpPr>
        <p:spPr/>
        <p:txBody>
          <a:bodyPr/>
          <a:lstStyle>
            <a:lvl1pPr>
              <a:defRPr sz="4000" b="0"/>
            </a:lvl1pPr>
          </a:lstStyle>
          <a:p>
            <a:r>
              <a:rPr lang="en-US"/>
              <a:t>Click to edit Master title style</a:t>
            </a:r>
            <a:endParaRPr lang="en-NL" dirty="0"/>
          </a:p>
        </p:txBody>
      </p:sp>
      <p:sp>
        <p:nvSpPr>
          <p:cNvPr id="3" name="Content Placeholder 2">
            <a:extLst>
              <a:ext uri="{FF2B5EF4-FFF2-40B4-BE49-F238E27FC236}">
                <a16:creationId xmlns:a16="http://schemas.microsoft.com/office/drawing/2014/main" id="{62617005-DF8D-7430-0127-7153B8BC65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7CB97BB-7A0C-B704-D690-38E6C27D2B8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C61A765-8A02-169C-ED65-DB6C393227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1834A7-BCD2-1795-EFDD-E5EA50A5C112}"/>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6460831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54B15-8089-D45D-4459-F254247C7C40}"/>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7B25F2E3-423D-6628-FBD7-23FE2E95B95A}"/>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E54B0230-9D66-1168-73AA-22B6754B42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3BF8A2-076E-D591-6571-97EB0AFD0774}"/>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0908740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91794"/>
            <a:ext cx="9144000" cy="1074412"/>
          </a:xfrm>
        </p:spPr>
        <p:txBody>
          <a:bodyPr anchor="b"/>
          <a:lstStyle>
            <a:lvl1pPr algn="ctr">
              <a:defRPr sz="6000"/>
            </a:lvl1pPr>
          </a:lstStyle>
          <a:p>
            <a:r>
              <a:rPr lang="en-US"/>
              <a:t>Click to edit Master 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7337258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eldia">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7B1E01E7-48D6-40A1-B2AC-0BE7B982918E}"/>
              </a:ext>
            </a:extLst>
          </p:cNvPr>
          <p:cNvSpPr/>
          <p:nvPr/>
        </p:nvSpPr>
        <p:spPr>
          <a:xfrm>
            <a:off x="6" y="0"/>
            <a:ext cx="8137445"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9" name="Tijdelijke aanduiding voor inhoud 8">
            <a:extLst>
              <a:ext uri="{FF2B5EF4-FFF2-40B4-BE49-F238E27FC236}">
                <a16:creationId xmlns:a16="http://schemas.microsoft.com/office/drawing/2014/main" id="{3C9A01A2-4DCB-4FDC-8D81-7D09D89C545F}"/>
              </a:ext>
            </a:extLst>
          </p:cNvPr>
          <p:cNvSpPr>
            <a:spLocks noGrp="1"/>
          </p:cNvSpPr>
          <p:nvPr>
            <p:ph sz="quarter" idx="10"/>
          </p:nvPr>
        </p:nvSpPr>
        <p:spPr>
          <a:xfrm>
            <a:off x="8137451" y="0"/>
            <a:ext cx="4054549" cy="6858000"/>
          </a:xfrm>
          <a:solidFill>
            <a:schemeClr val="bg1"/>
          </a:solidFill>
        </p:spPr>
        <p:txBody>
          <a:bodyPr lIns="360000" tIns="792000">
            <a:normAutofit/>
          </a:bodyPr>
          <a:lstStyle>
            <a:lvl1pPr>
              <a:defRPr sz="1600"/>
            </a:lvl1pPr>
          </a:lstStyle>
          <a:p>
            <a:pPr lvl="0"/>
            <a:r>
              <a:rPr lang="en-US"/>
              <a:t>Click to edit Master text styles</a:t>
            </a:r>
          </a:p>
        </p:txBody>
      </p:sp>
      <p:sp>
        <p:nvSpPr>
          <p:cNvPr id="2" name="Titel 1">
            <a:extLst>
              <a:ext uri="{FF2B5EF4-FFF2-40B4-BE49-F238E27FC236}">
                <a16:creationId xmlns:a16="http://schemas.microsoft.com/office/drawing/2014/main" id="{3C7E7368-D515-4D42-B8E1-977B351AB0D7}"/>
              </a:ext>
            </a:extLst>
          </p:cNvPr>
          <p:cNvSpPr>
            <a:spLocks noGrp="1"/>
          </p:cNvSpPr>
          <p:nvPr>
            <p:ph type="ctrTitle"/>
          </p:nvPr>
        </p:nvSpPr>
        <p:spPr>
          <a:xfrm>
            <a:off x="411126" y="1796144"/>
            <a:ext cx="7244316" cy="3456341"/>
          </a:xfrm>
        </p:spPr>
        <p:txBody>
          <a:bodyPr anchor="t" anchorCtr="0"/>
          <a:lstStyle>
            <a:lvl1pPr algn="l">
              <a:defRPr sz="6000">
                <a:solidFill>
                  <a:schemeClr val="bg1"/>
                </a:solidFill>
              </a:defRPr>
            </a:lvl1pPr>
          </a:lstStyle>
          <a:p>
            <a:r>
              <a:rPr lang="en-US"/>
              <a:t>Click to edit Master title style</a:t>
            </a:r>
            <a:endParaRPr lang="nl-NL"/>
          </a:p>
        </p:txBody>
      </p:sp>
      <p:sp>
        <p:nvSpPr>
          <p:cNvPr id="3" name="Ondertitel 2">
            <a:extLst>
              <a:ext uri="{FF2B5EF4-FFF2-40B4-BE49-F238E27FC236}">
                <a16:creationId xmlns:a16="http://schemas.microsoft.com/office/drawing/2014/main" id="{5C86E2FA-4FEA-40D1-B8DA-4B1D5A0D93DB}"/>
              </a:ext>
            </a:extLst>
          </p:cNvPr>
          <p:cNvSpPr>
            <a:spLocks noGrp="1"/>
          </p:cNvSpPr>
          <p:nvPr>
            <p:ph type="subTitle" idx="1"/>
          </p:nvPr>
        </p:nvSpPr>
        <p:spPr>
          <a:xfrm>
            <a:off x="411125" y="792001"/>
            <a:ext cx="7244316" cy="733647"/>
          </a:xfrm>
        </p:spPr>
        <p:txBody>
          <a:bodyPr>
            <a:normAutofit/>
          </a:bodyPr>
          <a:lstStyle>
            <a:lvl1pPr marL="0" indent="0" algn="l">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pic>
        <p:nvPicPr>
          <p:cNvPr id="15" name="Afbeelding 14">
            <a:extLst>
              <a:ext uri="{FF2B5EF4-FFF2-40B4-BE49-F238E27FC236}">
                <a16:creationId xmlns:a16="http://schemas.microsoft.com/office/drawing/2014/main" id="{212C8C25-4EA4-4564-85BA-7501FDF5593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5182286"/>
            <a:ext cx="3334864" cy="1675714"/>
          </a:xfrm>
          <a:prstGeom prst="rect">
            <a:avLst/>
          </a:prstGeom>
        </p:spPr>
      </p:pic>
    </p:spTree>
    <p:extLst>
      <p:ext uri="{BB962C8B-B14F-4D97-AF65-F5344CB8AC3E}">
        <p14:creationId xmlns:p14="http://schemas.microsoft.com/office/powerpoint/2010/main" val="38169998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el en object">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D9800953-537F-479C-A9FE-2E8F626BACCD}"/>
              </a:ext>
            </a:extLst>
          </p:cNvPr>
          <p:cNvSpPr>
            <a:spLocks noGrp="1"/>
          </p:cNvSpPr>
          <p:nvPr>
            <p:ph idx="1" hasCustomPrompt="1"/>
          </p:nvPr>
        </p:nvSpPr>
        <p:spPr>
          <a:xfrm>
            <a:off x="4040373" y="0"/>
            <a:ext cx="8151628" cy="6858000"/>
          </a:xfrm>
          <a:solidFill>
            <a:schemeClr val="bg1"/>
          </a:solidFill>
        </p:spPr>
        <p:txBody>
          <a:bodyPr lIns="432000" tIns="792000"/>
          <a:lstStyle>
            <a:lvl1pPr>
              <a:defRPr sz="1600"/>
            </a:lvl1pPr>
          </a:lstStyle>
          <a:p>
            <a:pPr lvl="0"/>
            <a:r>
              <a:rPr lang="nl-NL"/>
              <a:t>Klik om stijl te bewerken</a:t>
            </a:r>
          </a:p>
        </p:txBody>
      </p:sp>
      <p:sp>
        <p:nvSpPr>
          <p:cNvPr id="2" name="Titel 1">
            <a:extLst>
              <a:ext uri="{FF2B5EF4-FFF2-40B4-BE49-F238E27FC236}">
                <a16:creationId xmlns:a16="http://schemas.microsoft.com/office/drawing/2014/main" id="{FEF2DBF4-41D5-44FE-80A0-4858618714B5}"/>
              </a:ext>
            </a:extLst>
          </p:cNvPr>
          <p:cNvSpPr>
            <a:spLocks noGrp="1"/>
          </p:cNvSpPr>
          <p:nvPr>
            <p:ph type="title"/>
          </p:nvPr>
        </p:nvSpPr>
        <p:spPr>
          <a:xfrm>
            <a:off x="324000" y="792000"/>
            <a:ext cx="3270100" cy="1301860"/>
          </a:xfrm>
        </p:spPr>
        <p:txBody>
          <a:bodyPr anchor="t" anchorCtr="0"/>
          <a:lstStyle>
            <a:lvl1pPr>
              <a:defRPr sz="2400">
                <a:solidFill>
                  <a:schemeClr val="bg1"/>
                </a:solidFill>
              </a:defRPr>
            </a:lvl1pPr>
          </a:lstStyle>
          <a:p>
            <a:r>
              <a:rPr lang="en-US"/>
              <a:t>Click to edit Master title style</a:t>
            </a:r>
            <a:endParaRPr lang="nl-NL"/>
          </a:p>
        </p:txBody>
      </p:sp>
      <p:sp>
        <p:nvSpPr>
          <p:cNvPr id="7" name="Tijdelijke aanduiding voor tekst 6">
            <a:extLst>
              <a:ext uri="{FF2B5EF4-FFF2-40B4-BE49-F238E27FC236}">
                <a16:creationId xmlns:a16="http://schemas.microsoft.com/office/drawing/2014/main" id="{98EC8A20-6983-4311-9ACB-A2CEE97541E4}"/>
              </a:ext>
            </a:extLst>
          </p:cNvPr>
          <p:cNvSpPr>
            <a:spLocks noGrp="1"/>
          </p:cNvSpPr>
          <p:nvPr>
            <p:ph type="body" sz="quarter" idx="10"/>
          </p:nvPr>
        </p:nvSpPr>
        <p:spPr>
          <a:xfrm>
            <a:off x="324000" y="2073275"/>
            <a:ext cx="3270100" cy="3118157"/>
          </a:xfrm>
        </p:spPr>
        <p:txBody>
          <a:bodyPr>
            <a:normAutofit/>
          </a:bodyPr>
          <a:lstStyle>
            <a:lvl1pPr>
              <a:defRPr sz="1600">
                <a:solidFill>
                  <a:schemeClr val="bg1"/>
                </a:solidFill>
              </a:defRPr>
            </a:lvl1pPr>
            <a:lvl2pPr>
              <a:defRPr sz="1600"/>
            </a:lvl2pPr>
            <a:lvl3pPr>
              <a:defRPr sz="1600"/>
            </a:lvl3pPr>
            <a:lvl4pPr>
              <a:defRPr sz="1600"/>
            </a:lvl4pPr>
            <a:lvl5pPr>
              <a:defRPr sz="1600"/>
            </a:lvl5pPr>
          </a:lstStyle>
          <a:p>
            <a:pPr lvl="0"/>
            <a:r>
              <a:rPr lang="en-US" dirty="0"/>
              <a:t>Click to edit Master text styles</a:t>
            </a:r>
          </a:p>
        </p:txBody>
      </p:sp>
    </p:spTree>
    <p:extLst>
      <p:ext uri="{BB962C8B-B14F-4D97-AF65-F5344CB8AC3E}">
        <p14:creationId xmlns:p14="http://schemas.microsoft.com/office/powerpoint/2010/main" val="36099311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F2DBF4-41D5-44FE-80A0-4858618714B5}"/>
              </a:ext>
            </a:extLst>
          </p:cNvPr>
          <p:cNvSpPr>
            <a:spLocks noGrp="1"/>
          </p:cNvSpPr>
          <p:nvPr>
            <p:ph type="title"/>
          </p:nvPr>
        </p:nvSpPr>
        <p:spPr>
          <a:xfrm>
            <a:off x="324000" y="533400"/>
            <a:ext cx="3270100" cy="1038225"/>
          </a:xfrm>
        </p:spPr>
        <p:txBody>
          <a:bodyPr anchor="t" anchorCtr="0"/>
          <a:lstStyle>
            <a:lvl1pPr>
              <a:defRPr sz="2400">
                <a:solidFill>
                  <a:schemeClr val="bg1"/>
                </a:solidFill>
              </a:defRPr>
            </a:lvl1pPr>
          </a:lstStyle>
          <a:p>
            <a:r>
              <a:rPr lang="en-US" dirty="0"/>
              <a:t>Click to edit Master title style</a:t>
            </a:r>
            <a:endParaRPr lang="nl-NL" dirty="0"/>
          </a:p>
        </p:txBody>
      </p:sp>
    </p:spTree>
    <p:extLst>
      <p:ext uri="{BB962C8B-B14F-4D97-AF65-F5344CB8AC3E}">
        <p14:creationId xmlns:p14="http://schemas.microsoft.com/office/powerpoint/2010/main" val="32401124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ectiekop">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5A2F99AB-32A0-423C-977A-DB29AAAED14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14" name="Afbeelding 13">
            <a:extLst>
              <a:ext uri="{FF2B5EF4-FFF2-40B4-BE49-F238E27FC236}">
                <a16:creationId xmlns:a16="http://schemas.microsoft.com/office/drawing/2014/main" id="{01AC377B-A65B-441A-A4D3-5A55E9CADBA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9" cy="987073"/>
          </a:xfrm>
          <a:prstGeom prst="rect">
            <a:avLst/>
          </a:prstGeom>
        </p:spPr>
      </p:pic>
      <p:sp>
        <p:nvSpPr>
          <p:cNvPr id="2" name="Titel 1">
            <a:extLst>
              <a:ext uri="{FF2B5EF4-FFF2-40B4-BE49-F238E27FC236}">
                <a16:creationId xmlns:a16="http://schemas.microsoft.com/office/drawing/2014/main" id="{0E42DD1E-B604-4CF9-84C0-92B6A216FB84}"/>
              </a:ext>
            </a:extLst>
          </p:cNvPr>
          <p:cNvSpPr>
            <a:spLocks noGrp="1"/>
          </p:cNvSpPr>
          <p:nvPr>
            <p:ph type="title"/>
          </p:nvPr>
        </p:nvSpPr>
        <p:spPr>
          <a:xfrm>
            <a:off x="540000" y="504000"/>
            <a:ext cx="11102400" cy="1435507"/>
          </a:xfrm>
        </p:spPr>
        <p:txBody>
          <a:bodyPr/>
          <a:lstStyle>
            <a:lvl1pPr>
              <a:defRPr>
                <a:solidFill>
                  <a:srgbClr val="009C82"/>
                </a:solidFill>
              </a:defRPr>
            </a:lvl1pPr>
          </a:lstStyle>
          <a:p>
            <a:r>
              <a:rPr lang="en-US"/>
              <a:t>Click to edit Master title style</a:t>
            </a:r>
            <a:endParaRPr lang="nl-NL"/>
          </a:p>
        </p:txBody>
      </p:sp>
      <p:sp>
        <p:nvSpPr>
          <p:cNvPr id="4" name="Tijdelijke aanduiding voor tekst 3">
            <a:extLst>
              <a:ext uri="{FF2B5EF4-FFF2-40B4-BE49-F238E27FC236}">
                <a16:creationId xmlns:a16="http://schemas.microsoft.com/office/drawing/2014/main" id="{8051B81A-12E4-442C-915C-9197F9F2232D}"/>
              </a:ext>
            </a:extLst>
          </p:cNvPr>
          <p:cNvSpPr>
            <a:spLocks noGrp="1"/>
          </p:cNvSpPr>
          <p:nvPr>
            <p:ph type="body" sz="quarter" idx="10"/>
          </p:nvPr>
        </p:nvSpPr>
        <p:spPr>
          <a:xfrm>
            <a:off x="540000" y="2520000"/>
            <a:ext cx="11080800" cy="306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10304751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Alleen titel">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3DB79D8F-AE8E-4A30-96E9-94F7431F2CDE}"/>
              </a:ext>
            </a:extLst>
          </p:cNvPr>
          <p:cNvSpPr/>
          <p:nvPr/>
        </p:nvSpPr>
        <p:spPr>
          <a:xfrm>
            <a:off x="0" y="0"/>
            <a:ext cx="12192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13" name="Afbeelding 12">
            <a:extLst>
              <a:ext uri="{FF2B5EF4-FFF2-40B4-BE49-F238E27FC236}">
                <a16:creationId xmlns:a16="http://schemas.microsoft.com/office/drawing/2014/main" id="{CF7A5EF7-F88C-4DCB-9C39-9F8D0C84435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7" cy="987072"/>
          </a:xfrm>
          <a:prstGeom prst="rect">
            <a:avLst/>
          </a:prstGeom>
        </p:spPr>
      </p:pic>
      <p:sp>
        <p:nvSpPr>
          <p:cNvPr id="2" name="Titel 1">
            <a:extLst>
              <a:ext uri="{FF2B5EF4-FFF2-40B4-BE49-F238E27FC236}">
                <a16:creationId xmlns:a16="http://schemas.microsoft.com/office/drawing/2014/main" id="{033868CC-6BE0-4AB2-A67B-5298DEB5AC4C}"/>
              </a:ext>
            </a:extLst>
          </p:cNvPr>
          <p:cNvSpPr>
            <a:spLocks noGrp="1"/>
          </p:cNvSpPr>
          <p:nvPr>
            <p:ph type="title"/>
          </p:nvPr>
        </p:nvSpPr>
        <p:spPr>
          <a:xfrm>
            <a:off x="540000" y="540000"/>
            <a:ext cx="11142000" cy="1436400"/>
          </a:xfrm>
        </p:spPr>
        <p:txBody>
          <a:bodyPr lIns="540000" anchor="ctr" anchorCtr="0"/>
          <a:lstStyle>
            <a:lvl1pPr>
              <a:defRPr>
                <a:solidFill>
                  <a:schemeClr val="bg1"/>
                </a:solidFill>
              </a:defRPr>
            </a:lvl1pPr>
          </a:lstStyle>
          <a:p>
            <a:r>
              <a:rPr lang="en-US"/>
              <a:t>Click to edit Master title style</a:t>
            </a:r>
            <a:endParaRPr lang="nl-NL"/>
          </a:p>
        </p:txBody>
      </p:sp>
      <p:sp>
        <p:nvSpPr>
          <p:cNvPr id="6" name="Tijdelijke aanduiding voor tekst 5">
            <a:extLst>
              <a:ext uri="{FF2B5EF4-FFF2-40B4-BE49-F238E27FC236}">
                <a16:creationId xmlns:a16="http://schemas.microsoft.com/office/drawing/2014/main" id="{422044AC-C9DC-4068-9615-DF28008338EF}"/>
              </a:ext>
            </a:extLst>
          </p:cNvPr>
          <p:cNvSpPr>
            <a:spLocks noGrp="1"/>
          </p:cNvSpPr>
          <p:nvPr>
            <p:ph type="body" sz="quarter" idx="10"/>
          </p:nvPr>
        </p:nvSpPr>
        <p:spPr>
          <a:xfrm>
            <a:off x="540000" y="2520000"/>
            <a:ext cx="11142000" cy="315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13241607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Vergelijking">
    <p:bg>
      <p:bgPr>
        <a:solidFill>
          <a:schemeClr val="bg1"/>
        </a:solidFill>
        <a:effectLst/>
      </p:bgPr>
    </p:bg>
    <p:spTree>
      <p:nvGrpSpPr>
        <p:cNvPr id="1" name=""/>
        <p:cNvGrpSpPr/>
        <p:nvPr/>
      </p:nvGrpSpPr>
      <p:grpSpPr>
        <a:xfrm>
          <a:off x="0" y="0"/>
          <a:ext cx="0" cy="0"/>
          <a:chOff x="0" y="0"/>
          <a:chExt cx="0" cy="0"/>
        </a:xfrm>
      </p:grpSpPr>
      <p:sp>
        <p:nvSpPr>
          <p:cNvPr id="14" name="Rechthoek 13">
            <a:extLst>
              <a:ext uri="{FF2B5EF4-FFF2-40B4-BE49-F238E27FC236}">
                <a16:creationId xmlns:a16="http://schemas.microsoft.com/office/drawing/2014/main" id="{F23B92BB-44D8-46B6-BDA8-521E79490E07}"/>
              </a:ext>
            </a:extLst>
          </p:cNvPr>
          <p:cNvSpPr/>
          <p:nvPr/>
        </p:nvSpPr>
        <p:spPr>
          <a:xfrm>
            <a:off x="-20332" y="0"/>
            <a:ext cx="406131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3" name="Rechthoek 12">
            <a:extLst>
              <a:ext uri="{FF2B5EF4-FFF2-40B4-BE49-F238E27FC236}">
                <a16:creationId xmlns:a16="http://schemas.microsoft.com/office/drawing/2014/main" id="{2D6DC362-A895-44B7-80D2-E78CBF1263FC}"/>
              </a:ext>
            </a:extLst>
          </p:cNvPr>
          <p:cNvSpPr/>
          <p:nvPr/>
        </p:nvSpPr>
        <p:spPr>
          <a:xfrm>
            <a:off x="4061312" y="0"/>
            <a:ext cx="8130688"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tel 1">
            <a:extLst>
              <a:ext uri="{FF2B5EF4-FFF2-40B4-BE49-F238E27FC236}">
                <a16:creationId xmlns:a16="http://schemas.microsoft.com/office/drawing/2014/main" id="{01A6F622-BCE1-4329-92E3-2A18615AACE3}"/>
              </a:ext>
            </a:extLst>
          </p:cNvPr>
          <p:cNvSpPr>
            <a:spLocks noGrp="1"/>
          </p:cNvSpPr>
          <p:nvPr>
            <p:ph type="title"/>
          </p:nvPr>
        </p:nvSpPr>
        <p:spPr>
          <a:xfrm>
            <a:off x="-40664" y="0"/>
            <a:ext cx="4101977" cy="6858000"/>
          </a:xfrm>
          <a:noFill/>
        </p:spPr>
        <p:txBody>
          <a:bodyPr lIns="360000" tIns="792000" rIns="324000" bIns="720000" anchor="t" anchorCtr="0"/>
          <a:lstStyle>
            <a:lvl1pPr>
              <a:defRPr sz="3000"/>
            </a:lvl1pPr>
          </a:lstStyle>
          <a:p>
            <a:r>
              <a:rPr lang="en-US"/>
              <a:t>Click to edit Master title style</a:t>
            </a:r>
            <a:endParaRPr lang="nl-NL"/>
          </a:p>
        </p:txBody>
      </p:sp>
      <p:sp>
        <p:nvSpPr>
          <p:cNvPr id="3" name="Tijdelijke aanduiding voor tekst 2">
            <a:extLst>
              <a:ext uri="{FF2B5EF4-FFF2-40B4-BE49-F238E27FC236}">
                <a16:creationId xmlns:a16="http://schemas.microsoft.com/office/drawing/2014/main" id="{A8B08D5F-DC48-4007-B3E4-76BA25C21676}"/>
              </a:ext>
            </a:extLst>
          </p:cNvPr>
          <p:cNvSpPr>
            <a:spLocks noGrp="1"/>
          </p:cNvSpPr>
          <p:nvPr>
            <p:ph type="body" idx="1"/>
          </p:nvPr>
        </p:nvSpPr>
        <p:spPr>
          <a:xfrm>
            <a:off x="5040001" y="792000"/>
            <a:ext cx="6228281" cy="823912"/>
          </a:xfrm>
        </p:spPr>
        <p:txBody>
          <a:bodyPr anchor="b">
            <a:noAutofit/>
          </a:bodyPr>
          <a:lstStyle>
            <a:lvl1pPr marL="0" indent="0">
              <a:buNone/>
              <a:defRPr sz="3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ijdelijke aanduiding voor inhoud 5">
            <a:extLst>
              <a:ext uri="{FF2B5EF4-FFF2-40B4-BE49-F238E27FC236}">
                <a16:creationId xmlns:a16="http://schemas.microsoft.com/office/drawing/2014/main" id="{B272948D-E268-4603-88B2-2B415D950BF4}"/>
              </a:ext>
            </a:extLst>
          </p:cNvPr>
          <p:cNvSpPr>
            <a:spLocks noGrp="1"/>
          </p:cNvSpPr>
          <p:nvPr>
            <p:ph sz="quarter" idx="4"/>
          </p:nvPr>
        </p:nvSpPr>
        <p:spPr>
          <a:xfrm>
            <a:off x="5097620" y="1992086"/>
            <a:ext cx="6228281" cy="3767914"/>
          </a:xfrm>
        </p:spPr>
        <p:txBody>
          <a:bodyPr/>
          <a:lstStyle>
            <a:lvl1pPr marL="0" indent="0" algn="l">
              <a:buFont typeface="Arial" panose="020B0604020202020204" pitchFamily="34" charset="0"/>
              <a:buNone/>
              <a:defRPr>
                <a:solidFill>
                  <a:schemeClr val="bg1"/>
                </a:solidFill>
              </a:defRPr>
            </a:lvl1pPr>
            <a:lvl2pPr marL="457200" indent="0" algn="l">
              <a:buFont typeface="Arial" panose="020B0604020202020204" pitchFamily="34" charset="0"/>
              <a:buNone/>
              <a:defRPr>
                <a:solidFill>
                  <a:schemeClr val="bg1"/>
                </a:solidFill>
              </a:defRPr>
            </a:lvl2pPr>
            <a:lvl3pPr marL="914400" indent="0" algn="l">
              <a:buFont typeface="Arial" panose="020B0604020202020204" pitchFamily="34" charset="0"/>
              <a:buNone/>
              <a:defRPr>
                <a:solidFill>
                  <a:schemeClr val="bg1"/>
                </a:solidFill>
              </a:defRPr>
            </a:lvl3pPr>
            <a:lvl4pPr marL="1371600" indent="0" algn="l">
              <a:buFont typeface="Arial" panose="020B0604020202020204" pitchFamily="34" charset="0"/>
              <a:buNone/>
              <a:defRPr>
                <a:solidFill>
                  <a:schemeClr val="bg1"/>
                </a:solidFill>
              </a:defRPr>
            </a:lvl4pPr>
            <a:lvl5pPr marL="1828800" indent="0" algn="l">
              <a:buFont typeface="Arial" panose="020B0604020202020204" pitchFamily="34" charset="0"/>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0" name="Afbeelding 9">
            <a:extLst>
              <a:ext uri="{FF2B5EF4-FFF2-40B4-BE49-F238E27FC236}">
                <a16:creationId xmlns:a16="http://schemas.microsoft.com/office/drawing/2014/main" id="{FD73E675-FD77-4D0B-9FD8-BA09CC9CA0A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9" cy="987073"/>
          </a:xfrm>
          <a:prstGeom prst="rect">
            <a:avLst/>
          </a:prstGeom>
        </p:spPr>
      </p:pic>
    </p:spTree>
    <p:extLst>
      <p:ext uri="{BB962C8B-B14F-4D97-AF65-F5344CB8AC3E}">
        <p14:creationId xmlns:p14="http://schemas.microsoft.com/office/powerpoint/2010/main" val="7068545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eeg">
    <p:spTree>
      <p:nvGrpSpPr>
        <p:cNvPr id="1" name=""/>
        <p:cNvGrpSpPr/>
        <p:nvPr/>
      </p:nvGrpSpPr>
      <p:grpSpPr>
        <a:xfrm>
          <a:off x="0" y="0"/>
          <a:ext cx="0" cy="0"/>
          <a:chOff x="0" y="0"/>
          <a:chExt cx="0" cy="0"/>
        </a:xfrm>
      </p:grpSpPr>
      <p:sp>
        <p:nvSpPr>
          <p:cNvPr id="14" name="Rechthoek 13">
            <a:extLst>
              <a:ext uri="{FF2B5EF4-FFF2-40B4-BE49-F238E27FC236}">
                <a16:creationId xmlns:a16="http://schemas.microsoft.com/office/drawing/2014/main" id="{05889135-4F9D-431D-93FA-F18A2E0B61A4}"/>
              </a:ext>
            </a:extLst>
          </p:cNvPr>
          <p:cNvSpPr/>
          <p:nvPr/>
        </p:nvSpPr>
        <p:spPr>
          <a:xfrm>
            <a:off x="0" y="0"/>
            <a:ext cx="4080933"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3" name="Rechthoek 12">
            <a:extLst>
              <a:ext uri="{FF2B5EF4-FFF2-40B4-BE49-F238E27FC236}">
                <a16:creationId xmlns:a16="http://schemas.microsoft.com/office/drawing/2014/main" id="{208A81FD-CC7F-44B7-A3C2-1BA8D56EC811}"/>
              </a:ext>
            </a:extLst>
          </p:cNvPr>
          <p:cNvSpPr/>
          <p:nvPr/>
        </p:nvSpPr>
        <p:spPr>
          <a:xfrm>
            <a:off x="4080933" y="0"/>
            <a:ext cx="811106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9" name="Titel 8">
            <a:extLst>
              <a:ext uri="{FF2B5EF4-FFF2-40B4-BE49-F238E27FC236}">
                <a16:creationId xmlns:a16="http://schemas.microsoft.com/office/drawing/2014/main" id="{C5FD37BF-9F19-45B6-A05D-C37E48EA6A4B}"/>
              </a:ext>
            </a:extLst>
          </p:cNvPr>
          <p:cNvSpPr>
            <a:spLocks noGrp="1"/>
          </p:cNvSpPr>
          <p:nvPr>
            <p:ph type="title"/>
          </p:nvPr>
        </p:nvSpPr>
        <p:spPr>
          <a:xfrm>
            <a:off x="-1" y="-146"/>
            <a:ext cx="4081444" cy="6858000"/>
          </a:xfrm>
          <a:noFill/>
        </p:spPr>
        <p:txBody>
          <a:bodyPr lIns="360000" tIns="792000" rIns="324000" bIns="720000" anchor="t" anchorCtr="0"/>
          <a:lstStyle>
            <a:lvl1pPr>
              <a:defRPr sz="3000"/>
            </a:lvl1pPr>
          </a:lstStyle>
          <a:p>
            <a:r>
              <a:rPr lang="en-US"/>
              <a:t>Click to edit Master title style</a:t>
            </a:r>
            <a:endParaRPr lang="nl-NL"/>
          </a:p>
        </p:txBody>
      </p:sp>
      <p:sp>
        <p:nvSpPr>
          <p:cNvPr id="12" name="Tijdelijke aanduiding voor inhoud 11">
            <a:extLst>
              <a:ext uri="{FF2B5EF4-FFF2-40B4-BE49-F238E27FC236}">
                <a16:creationId xmlns:a16="http://schemas.microsoft.com/office/drawing/2014/main" id="{294A9EF1-75FD-43E4-AE75-300DEE25DA65}"/>
              </a:ext>
            </a:extLst>
          </p:cNvPr>
          <p:cNvSpPr>
            <a:spLocks noGrp="1"/>
          </p:cNvSpPr>
          <p:nvPr>
            <p:ph sz="quarter" idx="11"/>
          </p:nvPr>
        </p:nvSpPr>
        <p:spPr>
          <a:xfrm>
            <a:off x="4080933" y="0"/>
            <a:ext cx="8111067" cy="6878638"/>
          </a:xfrm>
        </p:spPr>
        <p:txBody>
          <a:bodyPr lIns="360000" tIns="792000" rIns="324000" bIns="720000"/>
          <a:lstStyle>
            <a:lvl1pPr>
              <a:defRPr>
                <a:solidFill>
                  <a:srgbClr val="009C8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6" name="Afbeelding 15">
            <a:extLst>
              <a:ext uri="{FF2B5EF4-FFF2-40B4-BE49-F238E27FC236}">
                <a16:creationId xmlns:a16="http://schemas.microsoft.com/office/drawing/2014/main" id="{1762ED42-C67E-4919-B2E8-E30110AFCB9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7" cy="987072"/>
          </a:xfrm>
          <a:prstGeom prst="rect">
            <a:avLst/>
          </a:prstGeom>
        </p:spPr>
      </p:pic>
    </p:spTree>
    <p:extLst>
      <p:ext uri="{BB962C8B-B14F-4D97-AF65-F5344CB8AC3E}">
        <p14:creationId xmlns:p14="http://schemas.microsoft.com/office/powerpoint/2010/main" val="12670309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Inhoud met bijschrift">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902D0237-9C24-46F9-989F-B21C10B9B3DC}"/>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3" name="Tijdelijke aanduiding voor inhoud 2">
            <a:extLst>
              <a:ext uri="{FF2B5EF4-FFF2-40B4-BE49-F238E27FC236}">
                <a16:creationId xmlns:a16="http://schemas.microsoft.com/office/drawing/2014/main" id="{ED959F1A-F72D-4CF6-A029-14E0DB166AD6}"/>
              </a:ext>
            </a:extLst>
          </p:cNvPr>
          <p:cNvSpPr>
            <a:spLocks noGrp="1"/>
          </p:cNvSpPr>
          <p:nvPr>
            <p:ph idx="1"/>
          </p:nvPr>
        </p:nvSpPr>
        <p:spPr>
          <a:xfrm>
            <a:off x="2" y="0"/>
            <a:ext cx="8111066" cy="6858000"/>
          </a:xfrm>
          <a:noFill/>
        </p:spPr>
        <p:txBody>
          <a:bodyPr lIns="612000" tIns="1404000" rIns="828000" bIns="720000"/>
          <a:lstStyle>
            <a:lvl1pPr>
              <a:defRPr sz="3200">
                <a:solidFill>
                  <a:srgbClr val="009C82"/>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1" name="Afbeelding 10">
            <a:extLst>
              <a:ext uri="{FF2B5EF4-FFF2-40B4-BE49-F238E27FC236}">
                <a16:creationId xmlns:a16="http://schemas.microsoft.com/office/drawing/2014/main" id="{7D2A9CE5-95E8-458E-9040-B0251FBFAEC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
        <p:nvSpPr>
          <p:cNvPr id="5" name="Rechthoek 4">
            <a:extLst>
              <a:ext uri="{FF2B5EF4-FFF2-40B4-BE49-F238E27FC236}">
                <a16:creationId xmlns:a16="http://schemas.microsoft.com/office/drawing/2014/main" id="{3FFB599D-9511-47E4-8A64-0206C2AAAF47}"/>
              </a:ext>
            </a:extLst>
          </p:cNvPr>
          <p:cNvSpPr/>
          <p:nvPr/>
        </p:nvSpPr>
        <p:spPr>
          <a:xfrm>
            <a:off x="8111067" y="10196"/>
            <a:ext cx="4080933"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a:extLst>
              <a:ext uri="{FF2B5EF4-FFF2-40B4-BE49-F238E27FC236}">
                <a16:creationId xmlns:a16="http://schemas.microsoft.com/office/drawing/2014/main" id="{94942CE0-4AC8-4CA7-A53A-36303407B98B}"/>
              </a:ext>
            </a:extLst>
          </p:cNvPr>
          <p:cNvSpPr>
            <a:spLocks noGrp="1"/>
          </p:cNvSpPr>
          <p:nvPr>
            <p:ph type="title"/>
          </p:nvPr>
        </p:nvSpPr>
        <p:spPr>
          <a:xfrm>
            <a:off x="8434800" y="828000"/>
            <a:ext cx="3434400" cy="4320000"/>
          </a:xfrm>
        </p:spPr>
        <p:txBody>
          <a:bodyPr anchor="t" anchorCtr="0"/>
          <a:lstStyle>
            <a:lvl1pPr>
              <a:defRPr sz="3000">
                <a:solidFill>
                  <a:schemeClr val="bg1"/>
                </a:solidFill>
              </a:defRPr>
            </a:lvl1pPr>
          </a:lstStyle>
          <a:p>
            <a:r>
              <a:rPr lang="en-US"/>
              <a:t>Click to edit Master title style</a:t>
            </a:r>
            <a:endParaRPr lang="nl-NL"/>
          </a:p>
        </p:txBody>
      </p:sp>
    </p:spTree>
    <p:extLst>
      <p:ext uri="{BB962C8B-B14F-4D97-AF65-F5344CB8AC3E}">
        <p14:creationId xmlns:p14="http://schemas.microsoft.com/office/powerpoint/2010/main" val="4189214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Afbeelding met bijschrift">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D56FCA5F-563C-4963-A6C6-ACB86FD6731A}"/>
              </a:ext>
            </a:extLst>
          </p:cNvPr>
          <p:cNvSpPr/>
          <p:nvPr/>
        </p:nvSpPr>
        <p:spPr>
          <a:xfrm>
            <a:off x="0" y="0"/>
            <a:ext cx="8128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a:extLst>
              <a:ext uri="{FF2B5EF4-FFF2-40B4-BE49-F238E27FC236}">
                <a16:creationId xmlns:a16="http://schemas.microsoft.com/office/drawing/2014/main" id="{8892A113-690F-4A70-A450-6B634995DCCF}"/>
              </a:ext>
            </a:extLst>
          </p:cNvPr>
          <p:cNvSpPr>
            <a:spLocks noGrp="1"/>
          </p:cNvSpPr>
          <p:nvPr>
            <p:ph type="title"/>
          </p:nvPr>
        </p:nvSpPr>
        <p:spPr>
          <a:xfrm>
            <a:off x="0" y="-1"/>
            <a:ext cx="8128000" cy="6857999"/>
          </a:xfrm>
          <a:noFill/>
        </p:spPr>
        <p:txBody>
          <a:bodyPr lIns="612000" tIns="1440000" rIns="828000" bIns="720000" anchor="t" anchorCtr="0"/>
          <a:lstStyle>
            <a:lvl1pPr>
              <a:defRPr sz="3000">
                <a:solidFill>
                  <a:schemeClr val="bg1"/>
                </a:solidFill>
              </a:defRPr>
            </a:lvl1pPr>
          </a:lstStyle>
          <a:p>
            <a:r>
              <a:rPr lang="en-US"/>
              <a:t>Click to edit Master title style</a:t>
            </a:r>
            <a:endParaRPr lang="nl-NL"/>
          </a:p>
        </p:txBody>
      </p:sp>
      <p:sp>
        <p:nvSpPr>
          <p:cNvPr id="3" name="Tijdelijke aanduiding voor afbeelding 2">
            <a:extLst>
              <a:ext uri="{FF2B5EF4-FFF2-40B4-BE49-F238E27FC236}">
                <a16:creationId xmlns:a16="http://schemas.microsoft.com/office/drawing/2014/main" id="{93351474-BA6D-40FF-AD94-E36000AB4453}"/>
              </a:ext>
            </a:extLst>
          </p:cNvPr>
          <p:cNvSpPr>
            <a:spLocks noGrp="1"/>
          </p:cNvSpPr>
          <p:nvPr>
            <p:ph type="pic" idx="1"/>
          </p:nvPr>
        </p:nvSpPr>
        <p:spPr>
          <a:xfrm>
            <a:off x="8128000" y="-3"/>
            <a:ext cx="40640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nl-NL"/>
          </a:p>
        </p:txBody>
      </p:sp>
      <p:pic>
        <p:nvPicPr>
          <p:cNvPr id="9" name="Afbeelding 8">
            <a:extLst>
              <a:ext uri="{FF2B5EF4-FFF2-40B4-BE49-F238E27FC236}">
                <a16:creationId xmlns:a16="http://schemas.microsoft.com/office/drawing/2014/main" id="{2A7CE760-6D02-4D82-B473-AF7356A87B0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7" cy="987072"/>
          </a:xfrm>
          <a:prstGeom prst="rect">
            <a:avLst/>
          </a:prstGeom>
        </p:spPr>
      </p:pic>
    </p:spTree>
    <p:extLst>
      <p:ext uri="{BB962C8B-B14F-4D97-AF65-F5344CB8AC3E}">
        <p14:creationId xmlns:p14="http://schemas.microsoft.com/office/powerpoint/2010/main" val="25358282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el en verticale teks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6" name="Afbeelding 5">
            <a:extLst>
              <a:ext uri="{FF2B5EF4-FFF2-40B4-BE49-F238E27FC236}">
                <a16:creationId xmlns:a16="http://schemas.microsoft.com/office/drawing/2014/main" id="{0E352236-2EC3-4042-806B-30EA689CAA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Tree>
    <p:extLst>
      <p:ext uri="{BB962C8B-B14F-4D97-AF65-F5344CB8AC3E}">
        <p14:creationId xmlns:p14="http://schemas.microsoft.com/office/powerpoint/2010/main" val="17705217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Titel en verticale teks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6" name="Afbeelding 5">
            <a:extLst>
              <a:ext uri="{FF2B5EF4-FFF2-40B4-BE49-F238E27FC236}">
                <a16:creationId xmlns:a16="http://schemas.microsoft.com/office/drawing/2014/main" id="{0E352236-2EC3-4042-806B-30EA689CAA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Tree>
    <p:extLst>
      <p:ext uri="{BB962C8B-B14F-4D97-AF65-F5344CB8AC3E}">
        <p14:creationId xmlns:p14="http://schemas.microsoft.com/office/powerpoint/2010/main" val="33733011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Verticale titel en tekst">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9EE0B92A-A73A-4C1F-A960-EBEE0651E7E5}"/>
              </a:ext>
            </a:extLst>
          </p:cNvPr>
          <p:cNvSpPr/>
          <p:nvPr/>
        </p:nvSpPr>
        <p:spPr>
          <a:xfrm>
            <a:off x="0" y="0"/>
            <a:ext cx="12192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3" name="Afbeelding 2">
            <a:extLst>
              <a:ext uri="{FF2B5EF4-FFF2-40B4-BE49-F238E27FC236}">
                <a16:creationId xmlns:a16="http://schemas.microsoft.com/office/drawing/2014/main" id="{52BFD4EB-258F-4EA7-8341-D8AAACD56A5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7" cy="987072"/>
          </a:xfrm>
          <a:prstGeom prst="rect">
            <a:avLst/>
          </a:prstGeom>
        </p:spPr>
      </p:pic>
    </p:spTree>
    <p:extLst>
      <p:ext uri="{BB962C8B-B14F-4D97-AF65-F5344CB8AC3E}">
        <p14:creationId xmlns:p14="http://schemas.microsoft.com/office/powerpoint/2010/main" val="12996912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PAGINA WIT 1">
    <p:bg>
      <p:bgPr>
        <a:solidFill>
          <a:schemeClr val="bg1"/>
        </a:solidFill>
        <a:effectLst/>
      </p:bgPr>
    </p:bg>
    <p:spTree>
      <p:nvGrpSpPr>
        <p:cNvPr id="1" name=""/>
        <p:cNvGrpSpPr/>
        <p:nvPr/>
      </p:nvGrpSpPr>
      <p:grpSpPr>
        <a:xfrm>
          <a:off x="0" y="0"/>
          <a:ext cx="0" cy="0"/>
          <a:chOff x="0" y="0"/>
          <a:chExt cx="0" cy="0"/>
        </a:xfrm>
      </p:grpSpPr>
      <p:sp>
        <p:nvSpPr>
          <p:cNvPr id="15" name="Rechthoek 14">
            <a:extLst>
              <a:ext uri="{FF2B5EF4-FFF2-40B4-BE49-F238E27FC236}">
                <a16:creationId xmlns:a16="http://schemas.microsoft.com/office/drawing/2014/main" id="{1359C912-5BE2-0949-A6E6-E5772BB54BD3}"/>
              </a:ext>
            </a:extLst>
          </p:cNvPr>
          <p:cNvSpPr/>
          <p:nvPr/>
        </p:nvSpPr>
        <p:spPr>
          <a:xfrm>
            <a:off x="0" y="0"/>
            <a:ext cx="4118919" cy="6858000"/>
          </a:xfrm>
          <a:prstGeom prst="rect">
            <a:avLst/>
          </a:prstGeom>
          <a:solidFill>
            <a:srgbClr val="009C82"/>
          </a:solid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1669671D-7FBA-F94F-99E6-915DE56A8E21}"/>
              </a:ext>
            </a:extLst>
          </p:cNvPr>
          <p:cNvSpPr>
            <a:spLocks noGrp="1"/>
          </p:cNvSpPr>
          <p:nvPr>
            <p:ph type="ctrTitle" hasCustomPrompt="1"/>
          </p:nvPr>
        </p:nvSpPr>
        <p:spPr>
          <a:xfrm>
            <a:off x="4953000" y="643693"/>
            <a:ext cx="6286500" cy="492443"/>
          </a:xfrm>
          <a:prstGeom prst="rect">
            <a:avLst/>
          </a:prstGeom>
        </p:spPr>
        <p:txBody>
          <a:bodyPr anchor="t" anchorCtr="0">
            <a:normAutofit/>
          </a:bodyPr>
          <a:lstStyle>
            <a:lvl1pPr algn="l">
              <a:defRPr sz="2500" b="1" i="0" baseline="0">
                <a:solidFill>
                  <a:srgbClr val="009C82"/>
                </a:solidFill>
              </a:defRPr>
            </a:lvl1pPr>
          </a:lstStyle>
          <a:p>
            <a:r>
              <a:rPr lang="nl-NL"/>
              <a:t>Klik om titel bewerken</a:t>
            </a:r>
          </a:p>
        </p:txBody>
      </p:sp>
      <p:sp>
        <p:nvSpPr>
          <p:cNvPr id="3" name="Ondertitel 2">
            <a:extLst>
              <a:ext uri="{FF2B5EF4-FFF2-40B4-BE49-F238E27FC236}">
                <a16:creationId xmlns:a16="http://schemas.microsoft.com/office/drawing/2014/main" id="{FBFF6E1D-D5AB-5646-8382-E424A5FED9E9}"/>
              </a:ext>
            </a:extLst>
          </p:cNvPr>
          <p:cNvSpPr>
            <a:spLocks noGrp="1"/>
          </p:cNvSpPr>
          <p:nvPr>
            <p:ph type="subTitle" idx="1"/>
          </p:nvPr>
        </p:nvSpPr>
        <p:spPr>
          <a:xfrm>
            <a:off x="4953000" y="1419509"/>
            <a:ext cx="6286500" cy="4447217"/>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12" name="Tijdelijke aanduiding voor tekst 11">
            <a:extLst>
              <a:ext uri="{FF2B5EF4-FFF2-40B4-BE49-F238E27FC236}">
                <a16:creationId xmlns:a16="http://schemas.microsoft.com/office/drawing/2014/main" id="{AA0FAF0F-FE3B-E34A-88BF-FDD0848A27F6}"/>
              </a:ext>
            </a:extLst>
          </p:cNvPr>
          <p:cNvSpPr>
            <a:spLocks noGrp="1"/>
          </p:cNvSpPr>
          <p:nvPr>
            <p:ph type="body" sz="quarter" idx="12" hasCustomPrompt="1"/>
          </p:nvPr>
        </p:nvSpPr>
        <p:spPr>
          <a:xfrm>
            <a:off x="403225" y="643692"/>
            <a:ext cx="3352800" cy="4921053"/>
          </a:xfrm>
          <a:prstGeom prst="rect">
            <a:avLst/>
          </a:prstGeom>
        </p:spPr>
        <p:txBody>
          <a:bodyPr>
            <a:normAutofit/>
          </a:bodyPr>
          <a:lstStyle>
            <a:lvl1pPr marL="0" indent="0">
              <a:buFontTx/>
              <a:buNone/>
              <a:defRPr sz="3000" b="1" i="0" baseline="0">
                <a:solidFill>
                  <a:schemeClr val="bg1"/>
                </a:solidFill>
              </a:defRPr>
            </a:lvl1pPr>
          </a:lstStyle>
          <a:p>
            <a:r>
              <a:rPr lang="nl-NL"/>
              <a:t>Kopregel van de pagina over meerdere regels</a:t>
            </a:r>
          </a:p>
        </p:txBody>
      </p:sp>
      <p:pic>
        <p:nvPicPr>
          <p:cNvPr id="9" name="Afbeelding 8">
            <a:extLst>
              <a:ext uri="{FF2B5EF4-FFF2-40B4-BE49-F238E27FC236}">
                <a16:creationId xmlns:a16="http://schemas.microsoft.com/office/drawing/2014/main" id="{2085F2CD-07CC-7F45-B06F-6EA5FFBACE1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10447" y="5717837"/>
            <a:ext cx="1964387" cy="987072"/>
          </a:xfrm>
          <a:prstGeom prst="rect">
            <a:avLst/>
          </a:prstGeom>
        </p:spPr>
      </p:pic>
      <p:pic>
        <p:nvPicPr>
          <p:cNvPr id="5" name="Picture 4" descr="A picture containing drawing&#10;&#10;Description automatically generated">
            <a:extLst>
              <a:ext uri="{FF2B5EF4-FFF2-40B4-BE49-F238E27FC236}">
                <a16:creationId xmlns:a16="http://schemas.microsoft.com/office/drawing/2014/main" id="{F144C650-D3F8-4F16-B2C6-BDFFF8D80A2B}"/>
              </a:ext>
            </a:extLst>
          </p:cNvPr>
          <p:cNvPicPr>
            <a:picLocks noChangeAspect="1"/>
          </p:cNvPicPr>
          <p:nvPr/>
        </p:nvPicPr>
        <p:blipFill>
          <a:blip r:embed="rId3" cstate="screen">
            <a:biLevel thresh="25000"/>
            <a:extLst>
              <a:ext uri="{28A0092B-C50C-407E-A947-70E740481C1C}">
                <a14:useLocalDpi xmlns:a14="http://schemas.microsoft.com/office/drawing/2010/main"/>
              </a:ext>
            </a:extLst>
          </a:blip>
          <a:stretch>
            <a:fillRect/>
          </a:stretch>
        </p:blipFill>
        <p:spPr>
          <a:xfrm>
            <a:off x="2124786" y="5896201"/>
            <a:ext cx="1733638" cy="692230"/>
          </a:xfrm>
          <a:prstGeom prst="rect">
            <a:avLst/>
          </a:prstGeom>
        </p:spPr>
      </p:pic>
    </p:spTree>
    <p:extLst>
      <p:ext uri="{BB962C8B-B14F-4D97-AF65-F5344CB8AC3E}">
        <p14:creationId xmlns:p14="http://schemas.microsoft.com/office/powerpoint/2010/main" val="344677164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hor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6" name="Afbeelding 5">
            <a:extLst>
              <a:ext uri="{FF2B5EF4-FFF2-40B4-BE49-F238E27FC236}">
                <a16:creationId xmlns:a16="http://schemas.microsoft.com/office/drawing/2014/main" id="{0E352236-2EC3-4042-806B-30EA689CAA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
        <p:nvSpPr>
          <p:cNvPr id="4" name="Rechthoek 14">
            <a:extLst>
              <a:ext uri="{FF2B5EF4-FFF2-40B4-BE49-F238E27FC236}">
                <a16:creationId xmlns:a16="http://schemas.microsoft.com/office/drawing/2014/main" id="{8D736B1F-B4E2-4ADC-93B3-78C9AD2058C2}"/>
              </a:ext>
            </a:extLst>
          </p:cNvPr>
          <p:cNvSpPr/>
          <p:nvPr/>
        </p:nvSpPr>
        <p:spPr>
          <a:xfrm>
            <a:off x="1" y="0"/>
            <a:ext cx="2720082" cy="6858000"/>
          </a:xfrm>
          <a:prstGeom prst="rect">
            <a:avLst/>
          </a:prstGeom>
          <a:solidFill>
            <a:srgbClr val="009C82"/>
          </a:solid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5" name="Afbeelding 8">
            <a:extLst>
              <a:ext uri="{FF2B5EF4-FFF2-40B4-BE49-F238E27FC236}">
                <a16:creationId xmlns:a16="http://schemas.microsoft.com/office/drawing/2014/main" id="{FE177759-92AB-4472-837E-E8E3BD602F7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0783" y="5932275"/>
            <a:ext cx="1555723" cy="781725"/>
          </a:xfrm>
          <a:prstGeom prst="rect">
            <a:avLst/>
          </a:prstGeom>
        </p:spPr>
      </p:pic>
      <p:pic>
        <p:nvPicPr>
          <p:cNvPr id="7" name="Picture 6" descr="A picture containing drawing&#10;&#10;Description automatically generated">
            <a:extLst>
              <a:ext uri="{FF2B5EF4-FFF2-40B4-BE49-F238E27FC236}">
                <a16:creationId xmlns:a16="http://schemas.microsoft.com/office/drawing/2014/main" id="{EBE0506D-4634-4B31-A43B-A578EC0AD18A}"/>
              </a:ext>
            </a:extLst>
          </p:cNvPr>
          <p:cNvPicPr>
            <a:picLocks noChangeAspect="1"/>
          </p:cNvPicPr>
          <p:nvPr/>
        </p:nvPicPr>
        <p:blipFill>
          <a:blip r:embed="rId4" cstate="screen">
            <a:biLevel thresh="25000"/>
            <a:extLst>
              <a:ext uri="{28A0092B-C50C-407E-A947-70E740481C1C}">
                <a14:useLocalDpi xmlns:a14="http://schemas.microsoft.com/office/drawing/2010/main"/>
              </a:ext>
            </a:extLst>
          </a:blip>
          <a:stretch>
            <a:fillRect/>
          </a:stretch>
        </p:blipFill>
        <p:spPr>
          <a:xfrm>
            <a:off x="1347105" y="6107669"/>
            <a:ext cx="1372978" cy="548221"/>
          </a:xfrm>
          <a:prstGeom prst="rect">
            <a:avLst/>
          </a:prstGeom>
        </p:spPr>
      </p:pic>
    </p:spTree>
    <p:extLst>
      <p:ext uri="{BB962C8B-B14F-4D97-AF65-F5344CB8AC3E}">
        <p14:creationId xmlns:p14="http://schemas.microsoft.com/office/powerpoint/2010/main" val="228598558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i3B bullets normal slide">
    <p:spTree>
      <p:nvGrpSpPr>
        <p:cNvPr id="1" name=""/>
        <p:cNvGrpSpPr/>
        <p:nvPr/>
      </p:nvGrpSpPr>
      <p:grpSpPr>
        <a:xfrm>
          <a:off x="0" y="0"/>
          <a:ext cx="0" cy="0"/>
          <a:chOff x="0" y="0"/>
          <a:chExt cx="0" cy="0"/>
        </a:xfrm>
      </p:grpSpPr>
      <p:pic>
        <p:nvPicPr>
          <p:cNvPr id="10" name="Afbeelding 9"/>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el 1"/>
          <p:cNvSpPr>
            <a:spLocks noGrp="1"/>
          </p:cNvSpPr>
          <p:nvPr>
            <p:ph type="title" hasCustomPrompt="1"/>
          </p:nvPr>
        </p:nvSpPr>
        <p:spPr>
          <a:xfrm>
            <a:off x="1487488" y="476672"/>
            <a:ext cx="6158475" cy="706090"/>
          </a:xfrm>
        </p:spPr>
        <p:txBody>
          <a:bodyPr>
            <a:normAutofit/>
          </a:bodyPr>
          <a:lstStyle>
            <a:lvl1pPr algn="l">
              <a:defRPr sz="3000" b="1" baseline="0"/>
            </a:lvl1pPr>
          </a:lstStyle>
          <a:p>
            <a:r>
              <a:rPr lang="nl-NL"/>
              <a:t>Click </a:t>
            </a:r>
            <a:r>
              <a:rPr lang="nl-NL" err="1"/>
              <a:t>for</a:t>
            </a:r>
            <a:r>
              <a:rPr lang="nl-NL"/>
              <a:t> </a:t>
            </a:r>
            <a:r>
              <a:rPr lang="nl-NL" err="1"/>
              <a:t>Title</a:t>
            </a:r>
            <a:endParaRPr lang="nl-NL"/>
          </a:p>
        </p:txBody>
      </p:sp>
      <p:sp>
        <p:nvSpPr>
          <p:cNvPr id="3" name="Tijdelijke aanduiding voor tekst 2"/>
          <p:cNvSpPr>
            <a:spLocks noGrp="1"/>
          </p:cNvSpPr>
          <p:nvPr>
            <p:ph type="body" idx="1" hasCustomPrompt="1"/>
          </p:nvPr>
        </p:nvSpPr>
        <p:spPr>
          <a:xfrm>
            <a:off x="1487488" y="1124745"/>
            <a:ext cx="6144683" cy="381719"/>
          </a:xfrm>
        </p:spPr>
        <p:txBody>
          <a:bodyPr anchor="b">
            <a:normAutofit/>
          </a:bodyPr>
          <a:lstStyle>
            <a:lvl1pPr marL="0" indent="0">
              <a:buNone/>
              <a:defRPr sz="1800" b="0" i="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Click </a:t>
            </a:r>
            <a:r>
              <a:rPr lang="nl-NL" err="1"/>
              <a:t>for</a:t>
            </a:r>
            <a:r>
              <a:rPr lang="nl-NL"/>
              <a:t> </a:t>
            </a:r>
            <a:r>
              <a:rPr lang="nl-NL" err="1"/>
              <a:t>subtitle</a:t>
            </a:r>
            <a:endParaRPr lang="nl-NL"/>
          </a:p>
        </p:txBody>
      </p:sp>
      <p:sp>
        <p:nvSpPr>
          <p:cNvPr id="6" name="Tijdelijke aanduiding voor inhoud 5"/>
          <p:cNvSpPr>
            <a:spLocks noGrp="1"/>
          </p:cNvSpPr>
          <p:nvPr>
            <p:ph sz="quarter" idx="4" hasCustomPrompt="1"/>
          </p:nvPr>
        </p:nvSpPr>
        <p:spPr>
          <a:xfrm>
            <a:off x="1487488" y="1916832"/>
            <a:ext cx="8352928" cy="3960440"/>
          </a:xfrm>
        </p:spPr>
        <p:txBody>
          <a:bodyPr/>
          <a:lstStyle>
            <a:lvl1pPr marL="342900" indent="-342900">
              <a:spcBef>
                <a:spcPts val="400"/>
              </a:spcBef>
              <a:buClr>
                <a:srgbClr val="BED732"/>
              </a:buClr>
              <a:buFont typeface="Calibri" pitchFamily="34" charset="0"/>
              <a:buChar char="₋"/>
              <a:defRPr sz="2000" baseline="0"/>
            </a:lvl1pPr>
            <a:lvl2pPr marL="800100" indent="-342900">
              <a:spcBef>
                <a:spcPts val="0"/>
              </a:spcBef>
              <a:buClr>
                <a:srgbClr val="6B56A5"/>
              </a:buClr>
              <a:buFont typeface="Arial" pitchFamily="34" charset="0"/>
              <a:buChar char="•"/>
              <a:defRPr sz="1600" baseline="0"/>
            </a:lvl2pPr>
            <a:lvl3pPr marL="1200150" indent="-285750">
              <a:buFont typeface="Arial" pitchFamily="34" charset="0"/>
              <a:buChar char="•"/>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nl-NL"/>
              <a:t>First </a:t>
            </a:r>
            <a:r>
              <a:rPr lang="nl-NL" err="1"/>
              <a:t>Bullet</a:t>
            </a:r>
            <a:r>
              <a:rPr lang="nl-NL"/>
              <a:t> level</a:t>
            </a:r>
          </a:p>
          <a:p>
            <a:pPr lvl="1"/>
            <a:r>
              <a:rPr lang="nl-NL"/>
              <a:t>Second </a:t>
            </a:r>
            <a:r>
              <a:rPr lang="nl-NL" err="1"/>
              <a:t>bullet</a:t>
            </a:r>
            <a:r>
              <a:rPr lang="nl-NL"/>
              <a:t> level</a:t>
            </a:r>
          </a:p>
          <a:p>
            <a:pPr lvl="2"/>
            <a:endParaRPr lang="nl-NL"/>
          </a:p>
          <a:p>
            <a:pPr lvl="1"/>
            <a:endParaRPr lang="nl-NL"/>
          </a:p>
        </p:txBody>
      </p:sp>
      <p:sp>
        <p:nvSpPr>
          <p:cNvPr id="9" name="Tijdelijke aanduiding voor dianummer 8"/>
          <p:cNvSpPr>
            <a:spLocks noGrp="1"/>
          </p:cNvSpPr>
          <p:nvPr>
            <p:ph type="sldNum" sz="quarter" idx="12"/>
          </p:nvPr>
        </p:nvSpPr>
        <p:spPr/>
        <p:txBody>
          <a:bodyPr/>
          <a:lstStyle>
            <a:lvl1pPr>
              <a:defRPr b="0">
                <a:solidFill>
                  <a:srgbClr val="42454F"/>
                </a:solidFill>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286973200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_Titel en object">
    <p:spTree>
      <p:nvGrpSpPr>
        <p:cNvPr id="1" name=""/>
        <p:cNvGrpSpPr/>
        <p:nvPr/>
      </p:nvGrpSpPr>
      <p:grpSpPr>
        <a:xfrm>
          <a:off x="0" y="0"/>
          <a:ext cx="0" cy="0"/>
          <a:chOff x="0" y="0"/>
          <a:chExt cx="0" cy="0"/>
        </a:xfrm>
      </p:grpSpPr>
      <p:pic>
        <p:nvPicPr>
          <p:cNvPr id="4" name="Picture 2" descr="SAX_PPT_UAS_Achtergr6.jpg                                      000B06A7 VIAServer                      7C268895:"/>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0" y="1"/>
            <a:ext cx="12192000" cy="6126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el 1"/>
          <p:cNvSpPr>
            <a:spLocks noGrp="1"/>
          </p:cNvSpPr>
          <p:nvPr>
            <p:ph type="title"/>
          </p:nvPr>
        </p:nvSpPr>
        <p:spPr>
          <a:xfrm>
            <a:off x="3705102" y="274639"/>
            <a:ext cx="8059388" cy="1143000"/>
          </a:xfrm>
        </p:spPr>
        <p:txBody>
          <a:bodyPr/>
          <a:lstStyle>
            <a:lvl1pPr>
              <a:defRPr sz="4267">
                <a:solidFill>
                  <a:schemeClr val="bg1"/>
                </a:solidFill>
                <a:latin typeface="Lucida Sans Unicode" pitchFamily="34" charset="0"/>
                <a:cs typeface="Lucida Sans Unicode" pitchFamily="34" charset="0"/>
              </a:defRPr>
            </a:lvl1pPr>
          </a:lstStyle>
          <a:p>
            <a:r>
              <a:rPr lang="en-US"/>
              <a:t>Click to edit Master title style</a:t>
            </a:r>
            <a:endParaRPr lang="nl-NL"/>
          </a:p>
        </p:txBody>
      </p:sp>
      <p:sp>
        <p:nvSpPr>
          <p:cNvPr id="8" name="Tijdelijke aanduiding voor inhoud 2"/>
          <p:cNvSpPr>
            <a:spLocks noGrp="1"/>
          </p:cNvSpPr>
          <p:nvPr>
            <p:ph idx="10"/>
          </p:nvPr>
        </p:nvSpPr>
        <p:spPr>
          <a:xfrm>
            <a:off x="623392" y="1600201"/>
            <a:ext cx="11141096" cy="4525963"/>
          </a:xfrm>
        </p:spPr>
        <p:txBody>
          <a:bodyPr/>
          <a:lstStyle>
            <a:lvl1pPr>
              <a:defRPr sz="3733">
                <a:latin typeface="Lucida Sans Unicode" pitchFamily="34" charset="0"/>
                <a:cs typeface="Lucida Sans Unicode" pitchFamily="34" charset="0"/>
              </a:defRPr>
            </a:lvl1pPr>
            <a:lvl2pPr>
              <a:defRPr sz="3200">
                <a:latin typeface="Lucida Sans Unicode" pitchFamily="34" charset="0"/>
                <a:cs typeface="Lucida Sans Unicode" pitchFamily="34" charset="0"/>
              </a:defRPr>
            </a:lvl2pPr>
            <a:lvl3pPr>
              <a:defRPr sz="3200">
                <a:latin typeface="Lucida Sans Unicode" pitchFamily="34" charset="0"/>
                <a:cs typeface="Lucida Sans Unicode" pitchFamily="34" charset="0"/>
              </a:defRPr>
            </a:lvl3pPr>
            <a:lvl4pPr>
              <a:defRPr sz="2667">
                <a:latin typeface="Lucida Sans Unicode" pitchFamily="34" charset="0"/>
                <a:cs typeface="Lucida Sans Unicode" pitchFamily="34" charset="0"/>
              </a:defRPr>
            </a:lvl4pPr>
            <a:lvl5pPr>
              <a:defRPr sz="2667">
                <a:latin typeface="Lucida Sans Unicode" pitchFamily="34" charset="0"/>
                <a:cs typeface="Lucida Sans Unicode"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015175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and Content #4">
    <p:spTree>
      <p:nvGrpSpPr>
        <p:cNvPr id="1" name=""/>
        <p:cNvGrpSpPr/>
        <p:nvPr/>
      </p:nvGrpSpPr>
      <p:grpSpPr>
        <a:xfrm>
          <a:off x="0" y="0"/>
          <a:ext cx="0" cy="0"/>
          <a:chOff x="0" y="0"/>
          <a:chExt cx="0" cy="0"/>
        </a:xfrm>
      </p:grpSpPr>
      <p:sp>
        <p:nvSpPr>
          <p:cNvPr id="4" name="Text Placeholder 2"/>
          <p:cNvSpPr>
            <a:spLocks noGrp="1"/>
          </p:cNvSpPr>
          <p:nvPr>
            <p:ph type="body" sz="quarter" idx="11" hasCustomPrompt="1"/>
          </p:nvPr>
        </p:nvSpPr>
        <p:spPr>
          <a:xfrm>
            <a:off x="624418" y="1835870"/>
            <a:ext cx="11040533" cy="4545458"/>
          </a:xfrm>
          <a:prstGeom prst="rect">
            <a:avLst/>
          </a:prstGeom>
        </p:spPr>
        <p:txBody>
          <a:bodyPr vert="horz"/>
          <a:lstStyle>
            <a:lvl1pPr marL="0" indent="0" algn="l">
              <a:lnSpc>
                <a:spcPct val="100000"/>
              </a:lnSpc>
              <a:buNone/>
              <a:defRPr sz="1800">
                <a:solidFill>
                  <a:srgbClr val="1E1D64"/>
                </a:solidFill>
              </a:defRPr>
            </a:lvl1pPr>
            <a:lvl2pPr>
              <a:defRPr>
                <a:solidFill>
                  <a:srgbClr val="1E1D64"/>
                </a:solidFill>
              </a:defRPr>
            </a:lvl2pPr>
            <a:lvl3pPr>
              <a:defRPr>
                <a:solidFill>
                  <a:srgbClr val="1E1D64"/>
                </a:solidFill>
              </a:defRPr>
            </a:lvl3pPr>
            <a:lvl4pPr>
              <a:defRPr>
                <a:solidFill>
                  <a:srgbClr val="1E1D64"/>
                </a:solidFill>
              </a:defRPr>
            </a:lvl4pPr>
            <a:lvl5pPr>
              <a:defRPr>
                <a:solidFill>
                  <a:srgbClr val="1E1D64"/>
                </a:solidFill>
              </a:defRPr>
            </a:lvl5pPr>
          </a:lstStyle>
          <a:p>
            <a:pPr lvl="0"/>
            <a:r>
              <a:rPr lang="nl-BE"/>
              <a:t>Lorem ipsum dolor sit amet, sea ex prima tamquam, vidit sanctus ius an. Pri no saepe verterem, mundi viris complectitur usu ad, discere insolens persequeris an nec. No nihil homero quo. Sed at dissentiet signiferumque, sed ei modus propriae rationibus. Dicam mollis praesent ut vix, in odio erant nec, vim in dolorem vocibus. Ad suas torquatos nec, te mel populo voluptaria, omittam petentium cum eu.</a:t>
            </a:r>
          </a:p>
          <a:p>
            <a:pPr lvl="0"/>
            <a:r>
              <a:rPr lang="nl-BE"/>
              <a:t>Dicunt albucius cu est, no vis clita lobortis accusamus, legendos disputando pro id. Ad eos assum copiosae principes. Officiis repudiare no mei, nec facilis pericula intellegam ad. Pri et simul essent honestatis. Ei altera dictas mel. Cibo posse audiam pro at, vim decore consul interpretaris cu, fabulas lab</a:t>
            </a:r>
          </a:p>
        </p:txBody>
      </p:sp>
      <p:sp>
        <p:nvSpPr>
          <p:cNvPr id="5" name="Title Placeholder 1"/>
          <p:cNvSpPr>
            <a:spLocks noGrp="1"/>
          </p:cNvSpPr>
          <p:nvPr>
            <p:ph type="title"/>
          </p:nvPr>
        </p:nvSpPr>
        <p:spPr>
          <a:xfrm>
            <a:off x="624418" y="944347"/>
            <a:ext cx="11023365" cy="745909"/>
          </a:xfrm>
          <a:prstGeom prst="rect">
            <a:avLst/>
          </a:prstGeom>
        </p:spPr>
        <p:txBody>
          <a:bodyPr rtlCol="0" anchor="ctr">
            <a:normAutofit/>
          </a:bodyPr>
          <a:lstStyle>
            <a:lvl1pPr algn="l">
              <a:defRPr sz="3000" b="1">
                <a:solidFill>
                  <a:srgbClr val="1E1D64"/>
                </a:solidFill>
                <a:latin typeface="Calibri"/>
                <a:cs typeface="Calibri"/>
              </a:defRPr>
            </a:lvl1pPr>
          </a:lstStyle>
          <a:p>
            <a:r>
              <a:rPr lang="en-US"/>
              <a:t>Click to edit Master title style</a:t>
            </a:r>
          </a:p>
        </p:txBody>
      </p:sp>
      <p:sp>
        <p:nvSpPr>
          <p:cNvPr id="7" name="Slide Number Placeholder 1"/>
          <p:cNvSpPr>
            <a:spLocks noGrp="1"/>
          </p:cNvSpPr>
          <p:nvPr>
            <p:ph type="sldNum" sz="quarter" idx="4"/>
          </p:nvPr>
        </p:nvSpPr>
        <p:spPr>
          <a:xfrm>
            <a:off x="9264352" y="6381329"/>
            <a:ext cx="2844800" cy="365125"/>
          </a:xfrm>
          <a:prstGeom prst="rect">
            <a:avLst/>
          </a:prstGeom>
        </p:spPr>
        <p:txBody>
          <a:bodyPr anchor="b"/>
          <a:lstStyle>
            <a:lvl1pPr algn="r">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27103702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_Titeldia">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2830905" y="401859"/>
            <a:ext cx="11091120" cy="755677"/>
          </a:xfrm>
          <a:prstGeom prst="rect">
            <a:avLst/>
          </a:prstGeom>
        </p:spPr>
        <p:txBody>
          <a:bodyPr vert="horz"/>
          <a:lstStyle>
            <a:lvl1pPr>
              <a:defRPr sz="3733">
                <a:solidFill>
                  <a:srgbClr val="008000"/>
                </a:solidFill>
              </a:defRPr>
            </a:lvl1pPr>
          </a:lstStyle>
          <a:p>
            <a:r>
              <a:rPr lang="en-US"/>
              <a:t>Click to edit Master title style</a:t>
            </a:r>
          </a:p>
        </p:txBody>
      </p:sp>
      <p:sp>
        <p:nvSpPr>
          <p:cNvPr id="9" name="Content Placeholder 8"/>
          <p:cNvSpPr>
            <a:spLocks noGrp="1"/>
          </p:cNvSpPr>
          <p:nvPr>
            <p:ph sz="quarter" idx="10"/>
          </p:nvPr>
        </p:nvSpPr>
        <p:spPr>
          <a:xfrm>
            <a:off x="1640417" y="1988582"/>
            <a:ext cx="9952403" cy="4402665"/>
          </a:xfrm>
          <a:prstGeom prst="rect">
            <a:avLst/>
          </a:prstGeom>
        </p:spPr>
        <p:txBody>
          <a:bodyPr vert="horz"/>
          <a:lstStyle>
            <a:lvl1pPr>
              <a:buNone/>
              <a:defRPr sz="3200">
                <a:solidFill>
                  <a:srgbClr val="000000"/>
                </a:solidFill>
                <a:latin typeface="Lucida Sans"/>
                <a:cs typeface="Lucida Sans"/>
              </a:defRPr>
            </a:lvl1pPr>
          </a:lstStyle>
          <a:p>
            <a:pPr lvl="0"/>
            <a:r>
              <a:rPr lang="en-US"/>
              <a:t>Click to edit Master text styles</a:t>
            </a:r>
          </a:p>
        </p:txBody>
      </p:sp>
    </p:spTree>
    <p:extLst>
      <p:ext uri="{BB962C8B-B14F-4D97-AF65-F5344CB8AC3E}">
        <p14:creationId xmlns:p14="http://schemas.microsoft.com/office/powerpoint/2010/main" val="281820655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PAGINA WIT 3">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69671D-7FBA-F94F-99E6-915DE56A8E21}"/>
              </a:ext>
            </a:extLst>
          </p:cNvPr>
          <p:cNvSpPr>
            <a:spLocks noGrp="1"/>
          </p:cNvSpPr>
          <p:nvPr>
            <p:ph type="ctrTitle" hasCustomPrompt="1"/>
          </p:nvPr>
        </p:nvSpPr>
        <p:spPr>
          <a:xfrm>
            <a:off x="914400" y="681793"/>
            <a:ext cx="10325100" cy="492443"/>
          </a:xfrm>
          <a:prstGeom prst="rect">
            <a:avLst/>
          </a:prstGeom>
        </p:spPr>
        <p:txBody>
          <a:bodyPr anchor="t" anchorCtr="0">
            <a:normAutofit/>
          </a:bodyPr>
          <a:lstStyle>
            <a:lvl1pPr algn="l">
              <a:defRPr sz="2500" b="1" i="0" baseline="0">
                <a:solidFill>
                  <a:srgbClr val="009C82"/>
                </a:solidFill>
              </a:defRPr>
            </a:lvl1pPr>
          </a:lstStyle>
          <a:p>
            <a:r>
              <a:rPr lang="nl-NL"/>
              <a:t>Klik om titel bewerken</a:t>
            </a:r>
          </a:p>
        </p:txBody>
      </p:sp>
      <p:sp>
        <p:nvSpPr>
          <p:cNvPr id="3" name="Ondertitel 2">
            <a:extLst>
              <a:ext uri="{FF2B5EF4-FFF2-40B4-BE49-F238E27FC236}">
                <a16:creationId xmlns:a16="http://schemas.microsoft.com/office/drawing/2014/main" id="{FBFF6E1D-D5AB-5646-8382-E424A5FED9E9}"/>
              </a:ext>
            </a:extLst>
          </p:cNvPr>
          <p:cNvSpPr>
            <a:spLocks noGrp="1"/>
          </p:cNvSpPr>
          <p:nvPr>
            <p:ph type="subTitle" idx="1"/>
          </p:nvPr>
        </p:nvSpPr>
        <p:spPr>
          <a:xfrm>
            <a:off x="914400" y="1503329"/>
            <a:ext cx="10325100" cy="4085707"/>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pic>
        <p:nvPicPr>
          <p:cNvPr id="14" name="Afbeelding 13">
            <a:extLst>
              <a:ext uri="{FF2B5EF4-FFF2-40B4-BE49-F238E27FC236}">
                <a16:creationId xmlns:a16="http://schemas.microsoft.com/office/drawing/2014/main" id="{DD160F68-52A6-B94F-9CB0-039BA88F1E2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03226" y="5970195"/>
            <a:ext cx="1384385" cy="504742"/>
          </a:xfrm>
          <a:prstGeom prst="rect">
            <a:avLst/>
          </a:prstGeom>
        </p:spPr>
      </p:pic>
    </p:spTree>
    <p:extLst>
      <p:ext uri="{BB962C8B-B14F-4D97-AF65-F5344CB8AC3E}">
        <p14:creationId xmlns:p14="http://schemas.microsoft.com/office/powerpoint/2010/main" val="423720411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2E18A-CF84-7052-3DD2-E0E317E22616}"/>
              </a:ext>
            </a:extLst>
          </p:cNvPr>
          <p:cNvSpPr>
            <a:spLocks noGrp="1"/>
          </p:cNvSpPr>
          <p:nvPr>
            <p:ph type="title"/>
          </p:nvPr>
        </p:nvSpPr>
        <p:spPr/>
        <p:txBody>
          <a:bodyPr/>
          <a:lstStyle>
            <a:lvl1pPr>
              <a:defRPr sz="4000" b="0"/>
            </a:lvl1pPr>
          </a:lstStyle>
          <a:p>
            <a:r>
              <a:rPr lang="en-US" dirty="0"/>
              <a:t>Click to edit Master title style</a:t>
            </a:r>
            <a:endParaRPr lang="en-NL" dirty="0"/>
          </a:p>
        </p:txBody>
      </p:sp>
      <p:sp>
        <p:nvSpPr>
          <p:cNvPr id="3" name="Content Placeholder 2">
            <a:extLst>
              <a:ext uri="{FF2B5EF4-FFF2-40B4-BE49-F238E27FC236}">
                <a16:creationId xmlns:a16="http://schemas.microsoft.com/office/drawing/2014/main" id="{62617005-DF8D-7430-0127-7153B8BC65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7CB97BB-7A0C-B704-D690-38E6C27D2B8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C61A765-8A02-169C-ED65-DB6C393227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1834A7-BCD2-1795-EFDD-E5EA50A5C112}"/>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00243468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004" y="2624137"/>
            <a:ext cx="3932237" cy="1600200"/>
          </a:xfrm>
        </p:spPr>
        <p:txBody>
          <a:bodyPr anchor="b"/>
          <a:lstStyle>
            <a:lvl1pPr>
              <a:defRPr sz="32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99763526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C911336-FFF0-D130-914A-C67F845F703A}"/>
              </a:ext>
            </a:extLst>
          </p:cNvPr>
          <p:cNvSpPr/>
          <p:nvPr userDrawn="1"/>
        </p:nvSpPr>
        <p:spPr>
          <a:xfrm>
            <a:off x="1" y="0"/>
            <a:ext cx="6096000" cy="68579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 name="Title 1">
            <a:extLst>
              <a:ext uri="{FF2B5EF4-FFF2-40B4-BE49-F238E27FC236}">
                <a16:creationId xmlns:a16="http://schemas.microsoft.com/office/drawing/2014/main" id="{9D944ABE-69B1-7BC8-F6AB-8778CF79B652}"/>
              </a:ext>
            </a:extLst>
          </p:cNvPr>
          <p:cNvSpPr>
            <a:spLocks noGrp="1"/>
          </p:cNvSpPr>
          <p:nvPr>
            <p:ph type="title"/>
          </p:nvPr>
        </p:nvSpPr>
        <p:spPr>
          <a:xfrm>
            <a:off x="839788" y="365125"/>
            <a:ext cx="5157787" cy="1325563"/>
          </a:xfrm>
        </p:spPr>
        <p:txBody>
          <a:bodyPr/>
          <a:lstStyle>
            <a:lvl1pPr>
              <a:defRPr>
                <a:solidFill>
                  <a:schemeClr val="bg1"/>
                </a:solidFill>
              </a:defRPr>
            </a:lvl1pPr>
          </a:lstStyle>
          <a:p>
            <a:r>
              <a:rPr lang="en-US" dirty="0"/>
              <a:t>Click to edit Master title style</a:t>
            </a:r>
            <a:endParaRPr lang="en-NL" dirty="0"/>
          </a:p>
        </p:txBody>
      </p:sp>
      <p:sp>
        <p:nvSpPr>
          <p:cNvPr id="3" name="Text Placeholder 2">
            <a:extLst>
              <a:ext uri="{FF2B5EF4-FFF2-40B4-BE49-F238E27FC236}">
                <a16:creationId xmlns:a16="http://schemas.microsoft.com/office/drawing/2014/main" id="{84AF2EC8-F5E4-567F-7044-BDD1109B7045}"/>
              </a:ext>
            </a:extLst>
          </p:cNvPr>
          <p:cNvSpPr>
            <a:spLocks noGrp="1"/>
          </p:cNvSpPr>
          <p:nvPr>
            <p:ph type="body" idx="1"/>
          </p:nvPr>
        </p:nvSpPr>
        <p:spPr>
          <a:xfrm>
            <a:off x="839788" y="1681163"/>
            <a:ext cx="5157787" cy="823912"/>
          </a:xfrm>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B6F9AD05-7FFB-C789-87EF-31CFFF530127}"/>
              </a:ext>
            </a:extLst>
          </p:cNvPr>
          <p:cNvSpPr>
            <a:spLocks noGrp="1"/>
          </p:cNvSpPr>
          <p:nvPr>
            <p:ph sz="half" idx="2"/>
          </p:nvPr>
        </p:nvSpPr>
        <p:spPr>
          <a:xfrm>
            <a:off x="839788" y="2505075"/>
            <a:ext cx="5157787" cy="368458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NL" dirty="0"/>
          </a:p>
        </p:txBody>
      </p:sp>
      <p:sp>
        <p:nvSpPr>
          <p:cNvPr id="5" name="Text Placeholder 4">
            <a:extLst>
              <a:ext uri="{FF2B5EF4-FFF2-40B4-BE49-F238E27FC236}">
                <a16:creationId xmlns:a16="http://schemas.microsoft.com/office/drawing/2014/main" id="{B859F0F1-C85D-2B09-E153-47B69EF081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BBF8C5-9BEA-FB3D-0D30-2002AA7F88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F92C61F1-DAF6-435E-6343-3112BDAC4759}"/>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33A8770E-0A61-C90B-9660-9A14DA18FF3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6357C3-9B31-ECF5-2544-B7F29F246F71}"/>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81500428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9D90E-286C-7F95-A052-375F4B1B1023}"/>
              </a:ext>
            </a:extLst>
          </p:cNvPr>
          <p:cNvSpPr>
            <a:spLocks noGrp="1"/>
          </p:cNvSpPr>
          <p:nvPr>
            <p:ph type="title"/>
          </p:nvPr>
        </p:nvSpPr>
        <p:spPr>
          <a:xfrm>
            <a:off x="128187" y="457200"/>
            <a:ext cx="3734512"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E1492E9D-2B58-69D7-7BCD-27C420607A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361EAAEB-CFA9-8276-3AF3-FA327307655C}"/>
              </a:ext>
            </a:extLst>
          </p:cNvPr>
          <p:cNvSpPr>
            <a:spLocks noGrp="1"/>
          </p:cNvSpPr>
          <p:nvPr>
            <p:ph type="body" sz="half" idx="2"/>
          </p:nvPr>
        </p:nvSpPr>
        <p:spPr>
          <a:xfrm>
            <a:off x="128187" y="2057400"/>
            <a:ext cx="373451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23D506-2A2D-E9CE-F75E-E1407FBD2FA7}"/>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6CDF0509-5D45-BFC4-2F7D-BDDC3ED6B2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6C83D3-E0AF-765F-FB80-FD6991D4E7DD}"/>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76087895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54B15-8089-D45D-4459-F254247C7C40}"/>
              </a:ext>
            </a:extLst>
          </p:cNvPr>
          <p:cNvSpPr>
            <a:spLocks noGrp="1"/>
          </p:cNvSpPr>
          <p:nvPr>
            <p:ph type="title"/>
          </p:nvPr>
        </p:nvSpPr>
        <p:spPr/>
        <p:txBody>
          <a:bodyPr/>
          <a:lstStyle/>
          <a:p>
            <a:r>
              <a:rPr lang="en-US" dirty="0"/>
              <a:t>Click to edit Master title style</a:t>
            </a:r>
            <a:endParaRPr lang="en-NL" dirty="0"/>
          </a:p>
        </p:txBody>
      </p:sp>
      <p:sp>
        <p:nvSpPr>
          <p:cNvPr id="3" name="Date Placeholder 2">
            <a:extLst>
              <a:ext uri="{FF2B5EF4-FFF2-40B4-BE49-F238E27FC236}">
                <a16:creationId xmlns:a16="http://schemas.microsoft.com/office/drawing/2014/main" id="{7B25F2E3-423D-6628-FBD7-23FE2E95B95A}"/>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E54B0230-9D66-1168-73AA-22B6754B42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3BF8A2-076E-D591-6571-97EB0AFD0774}"/>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36412778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91794"/>
            <a:ext cx="9144000" cy="1074412"/>
          </a:xfrm>
        </p:spPr>
        <p:txBody>
          <a:bodyPr anchor="b"/>
          <a:lstStyle>
            <a:lvl1pPr algn="ctr">
              <a:defRPr sz="6000"/>
            </a:lvl1pPr>
          </a:lstStyle>
          <a:p>
            <a:r>
              <a:rPr lang="en-US"/>
              <a:t>Click to edit Master 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39328829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eldia">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7B1E01E7-48D6-40A1-B2AC-0BE7B982918E}"/>
              </a:ext>
            </a:extLst>
          </p:cNvPr>
          <p:cNvSpPr/>
          <p:nvPr/>
        </p:nvSpPr>
        <p:spPr>
          <a:xfrm>
            <a:off x="6" y="0"/>
            <a:ext cx="8137445"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9" name="Tijdelijke aanduiding voor inhoud 8">
            <a:extLst>
              <a:ext uri="{FF2B5EF4-FFF2-40B4-BE49-F238E27FC236}">
                <a16:creationId xmlns:a16="http://schemas.microsoft.com/office/drawing/2014/main" id="{3C9A01A2-4DCB-4FDC-8D81-7D09D89C545F}"/>
              </a:ext>
            </a:extLst>
          </p:cNvPr>
          <p:cNvSpPr>
            <a:spLocks noGrp="1"/>
          </p:cNvSpPr>
          <p:nvPr>
            <p:ph sz="quarter" idx="10"/>
          </p:nvPr>
        </p:nvSpPr>
        <p:spPr>
          <a:xfrm>
            <a:off x="8137451" y="0"/>
            <a:ext cx="4054549" cy="6858000"/>
          </a:xfrm>
          <a:solidFill>
            <a:schemeClr val="bg1"/>
          </a:solidFill>
        </p:spPr>
        <p:txBody>
          <a:bodyPr lIns="360000" tIns="792000">
            <a:normAutofit/>
          </a:bodyPr>
          <a:lstStyle>
            <a:lvl1pPr>
              <a:defRPr sz="1600"/>
            </a:lvl1pPr>
          </a:lstStyle>
          <a:p>
            <a:pPr lvl="0"/>
            <a:r>
              <a:rPr lang="en-US"/>
              <a:t>Click to edit Master text styles</a:t>
            </a:r>
          </a:p>
        </p:txBody>
      </p:sp>
      <p:sp>
        <p:nvSpPr>
          <p:cNvPr id="2" name="Titel 1">
            <a:extLst>
              <a:ext uri="{FF2B5EF4-FFF2-40B4-BE49-F238E27FC236}">
                <a16:creationId xmlns:a16="http://schemas.microsoft.com/office/drawing/2014/main" id="{3C7E7368-D515-4D42-B8E1-977B351AB0D7}"/>
              </a:ext>
            </a:extLst>
          </p:cNvPr>
          <p:cNvSpPr>
            <a:spLocks noGrp="1"/>
          </p:cNvSpPr>
          <p:nvPr>
            <p:ph type="ctrTitle"/>
          </p:nvPr>
        </p:nvSpPr>
        <p:spPr>
          <a:xfrm>
            <a:off x="411126" y="1796144"/>
            <a:ext cx="7244316" cy="3456341"/>
          </a:xfrm>
        </p:spPr>
        <p:txBody>
          <a:bodyPr anchor="t" anchorCtr="0"/>
          <a:lstStyle>
            <a:lvl1pPr algn="l">
              <a:defRPr sz="6000">
                <a:solidFill>
                  <a:schemeClr val="bg1"/>
                </a:solidFill>
              </a:defRPr>
            </a:lvl1pPr>
          </a:lstStyle>
          <a:p>
            <a:r>
              <a:rPr lang="en-US"/>
              <a:t>Click to edit Master title style</a:t>
            </a:r>
            <a:endParaRPr lang="nl-NL"/>
          </a:p>
        </p:txBody>
      </p:sp>
      <p:sp>
        <p:nvSpPr>
          <p:cNvPr id="3" name="Ondertitel 2">
            <a:extLst>
              <a:ext uri="{FF2B5EF4-FFF2-40B4-BE49-F238E27FC236}">
                <a16:creationId xmlns:a16="http://schemas.microsoft.com/office/drawing/2014/main" id="{5C86E2FA-4FEA-40D1-B8DA-4B1D5A0D93DB}"/>
              </a:ext>
            </a:extLst>
          </p:cNvPr>
          <p:cNvSpPr>
            <a:spLocks noGrp="1"/>
          </p:cNvSpPr>
          <p:nvPr>
            <p:ph type="subTitle" idx="1"/>
          </p:nvPr>
        </p:nvSpPr>
        <p:spPr>
          <a:xfrm>
            <a:off x="411125" y="792001"/>
            <a:ext cx="7244316" cy="733647"/>
          </a:xfrm>
        </p:spPr>
        <p:txBody>
          <a:bodyPr>
            <a:normAutofit/>
          </a:bodyPr>
          <a:lstStyle>
            <a:lvl1pPr marL="0" indent="0" algn="l">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pic>
        <p:nvPicPr>
          <p:cNvPr id="13" name="Afbeelding 12">
            <a:extLst>
              <a:ext uri="{FF2B5EF4-FFF2-40B4-BE49-F238E27FC236}">
                <a16:creationId xmlns:a16="http://schemas.microsoft.com/office/drawing/2014/main" id="{43513369-5699-4CCE-93DA-0A9354F633C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5443051"/>
            <a:ext cx="2416626" cy="881095"/>
          </a:xfrm>
          <a:prstGeom prst="rect">
            <a:avLst/>
          </a:prstGeom>
        </p:spPr>
      </p:pic>
    </p:spTree>
    <p:extLst>
      <p:ext uri="{BB962C8B-B14F-4D97-AF65-F5344CB8AC3E}">
        <p14:creationId xmlns:p14="http://schemas.microsoft.com/office/powerpoint/2010/main" val="223019440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el en object">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D9800953-537F-479C-A9FE-2E8F626BACCD}"/>
              </a:ext>
            </a:extLst>
          </p:cNvPr>
          <p:cNvSpPr>
            <a:spLocks noGrp="1"/>
          </p:cNvSpPr>
          <p:nvPr>
            <p:ph idx="1" hasCustomPrompt="1"/>
          </p:nvPr>
        </p:nvSpPr>
        <p:spPr>
          <a:xfrm>
            <a:off x="4040373" y="0"/>
            <a:ext cx="8151628" cy="6858000"/>
          </a:xfrm>
          <a:solidFill>
            <a:schemeClr val="bg1"/>
          </a:solidFill>
        </p:spPr>
        <p:txBody>
          <a:bodyPr lIns="432000" tIns="792000"/>
          <a:lstStyle>
            <a:lvl1pPr>
              <a:defRPr sz="1600"/>
            </a:lvl1pPr>
          </a:lstStyle>
          <a:p>
            <a:pPr lvl="0"/>
            <a:r>
              <a:rPr lang="nl-NL"/>
              <a:t>Klik om stijl te bewerken</a:t>
            </a:r>
          </a:p>
        </p:txBody>
      </p:sp>
      <p:sp>
        <p:nvSpPr>
          <p:cNvPr id="2" name="Titel 1">
            <a:extLst>
              <a:ext uri="{FF2B5EF4-FFF2-40B4-BE49-F238E27FC236}">
                <a16:creationId xmlns:a16="http://schemas.microsoft.com/office/drawing/2014/main" id="{FEF2DBF4-41D5-44FE-80A0-4858618714B5}"/>
              </a:ext>
            </a:extLst>
          </p:cNvPr>
          <p:cNvSpPr>
            <a:spLocks noGrp="1"/>
          </p:cNvSpPr>
          <p:nvPr>
            <p:ph type="title"/>
          </p:nvPr>
        </p:nvSpPr>
        <p:spPr>
          <a:xfrm>
            <a:off x="324000" y="792000"/>
            <a:ext cx="3270100" cy="1301860"/>
          </a:xfrm>
        </p:spPr>
        <p:txBody>
          <a:bodyPr anchor="t" anchorCtr="0"/>
          <a:lstStyle>
            <a:lvl1pPr>
              <a:defRPr sz="2400">
                <a:solidFill>
                  <a:schemeClr val="bg1"/>
                </a:solidFill>
              </a:defRPr>
            </a:lvl1pPr>
          </a:lstStyle>
          <a:p>
            <a:r>
              <a:rPr lang="en-US"/>
              <a:t>Click to edit Master title style</a:t>
            </a:r>
            <a:endParaRPr lang="nl-NL"/>
          </a:p>
        </p:txBody>
      </p:sp>
      <p:sp>
        <p:nvSpPr>
          <p:cNvPr id="7" name="Tijdelijke aanduiding voor tekst 6">
            <a:extLst>
              <a:ext uri="{FF2B5EF4-FFF2-40B4-BE49-F238E27FC236}">
                <a16:creationId xmlns:a16="http://schemas.microsoft.com/office/drawing/2014/main" id="{98EC8A20-6983-4311-9ACB-A2CEE97541E4}"/>
              </a:ext>
            </a:extLst>
          </p:cNvPr>
          <p:cNvSpPr>
            <a:spLocks noGrp="1"/>
          </p:cNvSpPr>
          <p:nvPr>
            <p:ph type="body" sz="quarter" idx="10"/>
          </p:nvPr>
        </p:nvSpPr>
        <p:spPr>
          <a:xfrm>
            <a:off x="324000" y="2073275"/>
            <a:ext cx="3270100" cy="3594100"/>
          </a:xfrm>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392036258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ectiekop">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5A2F99AB-32A0-423C-977A-DB29AAAED14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12" name="Afbeelding 11">
            <a:extLst>
              <a:ext uri="{FF2B5EF4-FFF2-40B4-BE49-F238E27FC236}">
                <a16:creationId xmlns:a16="http://schemas.microsoft.com/office/drawing/2014/main" id="{82D7232F-6567-4478-A980-A756C72F99B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5968800"/>
            <a:ext cx="1384385" cy="504742"/>
          </a:xfrm>
          <a:prstGeom prst="rect">
            <a:avLst/>
          </a:prstGeom>
        </p:spPr>
      </p:pic>
      <p:sp>
        <p:nvSpPr>
          <p:cNvPr id="2" name="Titel 1">
            <a:extLst>
              <a:ext uri="{FF2B5EF4-FFF2-40B4-BE49-F238E27FC236}">
                <a16:creationId xmlns:a16="http://schemas.microsoft.com/office/drawing/2014/main" id="{9B1726F7-A1D1-4F7D-A6A9-F4BE37A8413B}"/>
              </a:ext>
            </a:extLst>
          </p:cNvPr>
          <p:cNvSpPr>
            <a:spLocks noGrp="1"/>
          </p:cNvSpPr>
          <p:nvPr>
            <p:ph type="title"/>
          </p:nvPr>
        </p:nvSpPr>
        <p:spPr>
          <a:xfrm>
            <a:off x="540000" y="500284"/>
            <a:ext cx="11096477" cy="1435507"/>
          </a:xfrm>
        </p:spPr>
        <p:txBody>
          <a:bodyPr/>
          <a:lstStyle>
            <a:lvl1pPr>
              <a:defRPr>
                <a:solidFill>
                  <a:srgbClr val="009C82"/>
                </a:solidFill>
              </a:defRPr>
            </a:lvl1pPr>
          </a:lstStyle>
          <a:p>
            <a:r>
              <a:rPr lang="en-US"/>
              <a:t>Click to edit Master title style</a:t>
            </a:r>
            <a:endParaRPr lang="nl-NL"/>
          </a:p>
        </p:txBody>
      </p:sp>
      <p:sp>
        <p:nvSpPr>
          <p:cNvPr id="4" name="Tijdelijke aanduiding voor tekst 3">
            <a:extLst>
              <a:ext uri="{FF2B5EF4-FFF2-40B4-BE49-F238E27FC236}">
                <a16:creationId xmlns:a16="http://schemas.microsoft.com/office/drawing/2014/main" id="{901B3125-4D60-4C8B-8468-32E19AAC1687}"/>
              </a:ext>
            </a:extLst>
          </p:cNvPr>
          <p:cNvSpPr>
            <a:spLocks noGrp="1"/>
          </p:cNvSpPr>
          <p:nvPr>
            <p:ph type="body" sz="quarter" idx="10"/>
          </p:nvPr>
        </p:nvSpPr>
        <p:spPr>
          <a:xfrm>
            <a:off x="540000" y="2520001"/>
            <a:ext cx="11080750" cy="30643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132577018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Alleen titel">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3DB79D8F-AE8E-4A30-96E9-94F7431F2CDE}"/>
              </a:ext>
            </a:extLst>
          </p:cNvPr>
          <p:cNvSpPr/>
          <p:nvPr/>
        </p:nvSpPr>
        <p:spPr>
          <a:xfrm>
            <a:off x="0" y="0"/>
            <a:ext cx="12192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12" name="Afbeelding 11">
            <a:extLst>
              <a:ext uri="{FF2B5EF4-FFF2-40B4-BE49-F238E27FC236}">
                <a16:creationId xmlns:a16="http://schemas.microsoft.com/office/drawing/2014/main" id="{F59E5169-77CD-422C-B61A-44FA12564C5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5970195"/>
            <a:ext cx="1384385" cy="504743"/>
          </a:xfrm>
          <a:prstGeom prst="rect">
            <a:avLst/>
          </a:prstGeom>
        </p:spPr>
      </p:pic>
      <p:sp>
        <p:nvSpPr>
          <p:cNvPr id="2" name="Titel 1">
            <a:extLst>
              <a:ext uri="{FF2B5EF4-FFF2-40B4-BE49-F238E27FC236}">
                <a16:creationId xmlns:a16="http://schemas.microsoft.com/office/drawing/2014/main" id="{C814A899-67D6-40BC-8EE2-7F21AD2D624C}"/>
              </a:ext>
            </a:extLst>
          </p:cNvPr>
          <p:cNvSpPr>
            <a:spLocks noGrp="1"/>
          </p:cNvSpPr>
          <p:nvPr>
            <p:ph type="title"/>
          </p:nvPr>
        </p:nvSpPr>
        <p:spPr>
          <a:xfrm>
            <a:off x="540000" y="540000"/>
            <a:ext cx="11142324" cy="1435507"/>
          </a:xfrm>
        </p:spPr>
        <p:txBody>
          <a:bodyPr/>
          <a:lstStyle>
            <a:lvl1pPr>
              <a:defRPr>
                <a:solidFill>
                  <a:schemeClr val="bg1"/>
                </a:solidFill>
              </a:defRPr>
            </a:lvl1pPr>
          </a:lstStyle>
          <a:p>
            <a:r>
              <a:rPr lang="en-US"/>
              <a:t>Click to edit Master title style</a:t>
            </a:r>
            <a:endParaRPr lang="nl-NL"/>
          </a:p>
        </p:txBody>
      </p:sp>
      <p:sp>
        <p:nvSpPr>
          <p:cNvPr id="4" name="Tijdelijke aanduiding voor tekst 3">
            <a:extLst>
              <a:ext uri="{FF2B5EF4-FFF2-40B4-BE49-F238E27FC236}">
                <a16:creationId xmlns:a16="http://schemas.microsoft.com/office/drawing/2014/main" id="{D237381A-A174-44E9-B0E4-503D67E36DC3}"/>
              </a:ext>
            </a:extLst>
          </p:cNvPr>
          <p:cNvSpPr>
            <a:spLocks noGrp="1"/>
          </p:cNvSpPr>
          <p:nvPr>
            <p:ph type="body" sz="quarter" idx="10"/>
          </p:nvPr>
        </p:nvSpPr>
        <p:spPr>
          <a:xfrm>
            <a:off x="540000" y="2520000"/>
            <a:ext cx="11142324" cy="315106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115204010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Vergelijking">
    <p:bg>
      <p:bgPr>
        <a:solidFill>
          <a:schemeClr val="bg1"/>
        </a:solidFill>
        <a:effectLst/>
      </p:bgPr>
    </p:bg>
    <p:spTree>
      <p:nvGrpSpPr>
        <p:cNvPr id="1" name=""/>
        <p:cNvGrpSpPr/>
        <p:nvPr/>
      </p:nvGrpSpPr>
      <p:grpSpPr>
        <a:xfrm>
          <a:off x="0" y="0"/>
          <a:ext cx="0" cy="0"/>
          <a:chOff x="0" y="0"/>
          <a:chExt cx="0" cy="0"/>
        </a:xfrm>
      </p:grpSpPr>
      <p:sp>
        <p:nvSpPr>
          <p:cNvPr id="14" name="Rechthoek 13">
            <a:extLst>
              <a:ext uri="{FF2B5EF4-FFF2-40B4-BE49-F238E27FC236}">
                <a16:creationId xmlns:a16="http://schemas.microsoft.com/office/drawing/2014/main" id="{F23B92BB-44D8-46B6-BDA8-521E79490E07}"/>
              </a:ext>
            </a:extLst>
          </p:cNvPr>
          <p:cNvSpPr/>
          <p:nvPr/>
        </p:nvSpPr>
        <p:spPr>
          <a:xfrm>
            <a:off x="-20332" y="0"/>
            <a:ext cx="406131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3" name="Rechthoek 12">
            <a:extLst>
              <a:ext uri="{FF2B5EF4-FFF2-40B4-BE49-F238E27FC236}">
                <a16:creationId xmlns:a16="http://schemas.microsoft.com/office/drawing/2014/main" id="{2D6DC362-A895-44B7-80D2-E78CBF1263FC}"/>
              </a:ext>
            </a:extLst>
          </p:cNvPr>
          <p:cNvSpPr/>
          <p:nvPr/>
        </p:nvSpPr>
        <p:spPr>
          <a:xfrm>
            <a:off x="4061312" y="0"/>
            <a:ext cx="8130688"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tel 1">
            <a:extLst>
              <a:ext uri="{FF2B5EF4-FFF2-40B4-BE49-F238E27FC236}">
                <a16:creationId xmlns:a16="http://schemas.microsoft.com/office/drawing/2014/main" id="{01A6F622-BCE1-4329-92E3-2A18615AACE3}"/>
              </a:ext>
            </a:extLst>
          </p:cNvPr>
          <p:cNvSpPr>
            <a:spLocks noGrp="1"/>
          </p:cNvSpPr>
          <p:nvPr>
            <p:ph type="title"/>
          </p:nvPr>
        </p:nvSpPr>
        <p:spPr>
          <a:xfrm>
            <a:off x="-40664" y="0"/>
            <a:ext cx="4101977" cy="6858000"/>
          </a:xfrm>
          <a:noFill/>
        </p:spPr>
        <p:txBody>
          <a:bodyPr lIns="360000" tIns="792000" rIns="324000" bIns="720000" anchor="t" anchorCtr="0"/>
          <a:lstStyle>
            <a:lvl1pPr>
              <a:defRPr sz="3000"/>
            </a:lvl1pPr>
          </a:lstStyle>
          <a:p>
            <a:r>
              <a:rPr lang="en-US"/>
              <a:t>Click to edit Master title style</a:t>
            </a:r>
            <a:endParaRPr lang="nl-NL"/>
          </a:p>
        </p:txBody>
      </p:sp>
      <p:sp>
        <p:nvSpPr>
          <p:cNvPr id="3" name="Tijdelijke aanduiding voor tekst 2">
            <a:extLst>
              <a:ext uri="{FF2B5EF4-FFF2-40B4-BE49-F238E27FC236}">
                <a16:creationId xmlns:a16="http://schemas.microsoft.com/office/drawing/2014/main" id="{A8B08D5F-DC48-4007-B3E4-76BA25C21676}"/>
              </a:ext>
            </a:extLst>
          </p:cNvPr>
          <p:cNvSpPr>
            <a:spLocks noGrp="1"/>
          </p:cNvSpPr>
          <p:nvPr>
            <p:ph type="body" idx="1"/>
          </p:nvPr>
        </p:nvSpPr>
        <p:spPr>
          <a:xfrm>
            <a:off x="5040001" y="792000"/>
            <a:ext cx="6228281" cy="823912"/>
          </a:xfrm>
        </p:spPr>
        <p:txBody>
          <a:bodyPr anchor="b">
            <a:noAutofit/>
          </a:bodyPr>
          <a:lstStyle>
            <a:lvl1pPr marL="0" indent="0">
              <a:buNone/>
              <a:defRPr sz="3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ijdelijke aanduiding voor inhoud 5">
            <a:extLst>
              <a:ext uri="{FF2B5EF4-FFF2-40B4-BE49-F238E27FC236}">
                <a16:creationId xmlns:a16="http://schemas.microsoft.com/office/drawing/2014/main" id="{B272948D-E268-4603-88B2-2B415D950BF4}"/>
              </a:ext>
            </a:extLst>
          </p:cNvPr>
          <p:cNvSpPr>
            <a:spLocks noGrp="1"/>
          </p:cNvSpPr>
          <p:nvPr>
            <p:ph sz="quarter" idx="4"/>
          </p:nvPr>
        </p:nvSpPr>
        <p:spPr>
          <a:xfrm>
            <a:off x="5097620" y="1992086"/>
            <a:ext cx="6228281" cy="3767914"/>
          </a:xfrm>
        </p:spPr>
        <p:txBody>
          <a:bodyPr/>
          <a:lstStyle>
            <a:lvl1pPr marL="0" indent="0" algn="l">
              <a:buFont typeface="Arial" panose="020B0604020202020204" pitchFamily="34" charset="0"/>
              <a:buNone/>
              <a:defRPr>
                <a:solidFill>
                  <a:schemeClr val="bg1"/>
                </a:solidFill>
              </a:defRPr>
            </a:lvl1pPr>
            <a:lvl2pPr marL="457200" indent="0" algn="l">
              <a:buFont typeface="Arial" panose="020B0604020202020204" pitchFamily="34" charset="0"/>
              <a:buNone/>
              <a:defRPr>
                <a:solidFill>
                  <a:schemeClr val="bg1"/>
                </a:solidFill>
              </a:defRPr>
            </a:lvl2pPr>
            <a:lvl3pPr marL="914400" indent="0" algn="l">
              <a:buFont typeface="Arial" panose="020B0604020202020204" pitchFamily="34" charset="0"/>
              <a:buNone/>
              <a:defRPr>
                <a:solidFill>
                  <a:schemeClr val="bg1"/>
                </a:solidFill>
              </a:defRPr>
            </a:lvl3pPr>
            <a:lvl4pPr marL="1371600" indent="0" algn="l">
              <a:buFont typeface="Arial" panose="020B0604020202020204" pitchFamily="34" charset="0"/>
              <a:buNone/>
              <a:defRPr>
                <a:solidFill>
                  <a:schemeClr val="bg1"/>
                </a:solidFill>
              </a:defRPr>
            </a:lvl4pPr>
            <a:lvl5pPr marL="1828800" indent="0" algn="l">
              <a:buFont typeface="Arial" panose="020B0604020202020204" pitchFamily="34" charset="0"/>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9" name="Afbeelding 8">
            <a:extLst>
              <a:ext uri="{FF2B5EF4-FFF2-40B4-BE49-F238E27FC236}">
                <a16:creationId xmlns:a16="http://schemas.microsoft.com/office/drawing/2014/main" id="{D6DC7D93-812A-44EF-8162-A5D520F00F1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5968800"/>
            <a:ext cx="1384385" cy="504742"/>
          </a:xfrm>
          <a:prstGeom prst="rect">
            <a:avLst/>
          </a:prstGeom>
        </p:spPr>
      </p:pic>
    </p:spTree>
    <p:extLst>
      <p:ext uri="{BB962C8B-B14F-4D97-AF65-F5344CB8AC3E}">
        <p14:creationId xmlns:p14="http://schemas.microsoft.com/office/powerpoint/2010/main" val="74163709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Leeg">
    <p:spTree>
      <p:nvGrpSpPr>
        <p:cNvPr id="1" name=""/>
        <p:cNvGrpSpPr/>
        <p:nvPr/>
      </p:nvGrpSpPr>
      <p:grpSpPr>
        <a:xfrm>
          <a:off x="0" y="0"/>
          <a:ext cx="0" cy="0"/>
          <a:chOff x="0" y="0"/>
          <a:chExt cx="0" cy="0"/>
        </a:xfrm>
      </p:grpSpPr>
      <p:sp>
        <p:nvSpPr>
          <p:cNvPr id="14" name="Rechthoek 13">
            <a:extLst>
              <a:ext uri="{FF2B5EF4-FFF2-40B4-BE49-F238E27FC236}">
                <a16:creationId xmlns:a16="http://schemas.microsoft.com/office/drawing/2014/main" id="{05889135-4F9D-431D-93FA-F18A2E0B61A4}"/>
              </a:ext>
            </a:extLst>
          </p:cNvPr>
          <p:cNvSpPr/>
          <p:nvPr/>
        </p:nvSpPr>
        <p:spPr>
          <a:xfrm>
            <a:off x="0" y="0"/>
            <a:ext cx="4080933"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3" name="Rechthoek 12">
            <a:extLst>
              <a:ext uri="{FF2B5EF4-FFF2-40B4-BE49-F238E27FC236}">
                <a16:creationId xmlns:a16="http://schemas.microsoft.com/office/drawing/2014/main" id="{208A81FD-CC7F-44B7-A3C2-1BA8D56EC811}"/>
              </a:ext>
            </a:extLst>
          </p:cNvPr>
          <p:cNvSpPr/>
          <p:nvPr/>
        </p:nvSpPr>
        <p:spPr>
          <a:xfrm>
            <a:off x="4080933" y="0"/>
            <a:ext cx="811106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9" name="Titel 8">
            <a:extLst>
              <a:ext uri="{FF2B5EF4-FFF2-40B4-BE49-F238E27FC236}">
                <a16:creationId xmlns:a16="http://schemas.microsoft.com/office/drawing/2014/main" id="{C5FD37BF-9F19-45B6-A05D-C37E48EA6A4B}"/>
              </a:ext>
            </a:extLst>
          </p:cNvPr>
          <p:cNvSpPr>
            <a:spLocks noGrp="1"/>
          </p:cNvSpPr>
          <p:nvPr>
            <p:ph type="title"/>
          </p:nvPr>
        </p:nvSpPr>
        <p:spPr>
          <a:xfrm>
            <a:off x="-1" y="-146"/>
            <a:ext cx="4081444" cy="6858000"/>
          </a:xfrm>
          <a:noFill/>
        </p:spPr>
        <p:txBody>
          <a:bodyPr lIns="360000" tIns="792000" rIns="324000" bIns="720000" anchor="t" anchorCtr="0"/>
          <a:lstStyle>
            <a:lvl1pPr>
              <a:defRPr sz="3000"/>
            </a:lvl1pPr>
          </a:lstStyle>
          <a:p>
            <a:r>
              <a:rPr lang="en-US"/>
              <a:t>Click to edit Master title style</a:t>
            </a:r>
            <a:endParaRPr lang="nl-NL"/>
          </a:p>
        </p:txBody>
      </p:sp>
      <p:sp>
        <p:nvSpPr>
          <p:cNvPr id="12" name="Tijdelijke aanduiding voor inhoud 11">
            <a:extLst>
              <a:ext uri="{FF2B5EF4-FFF2-40B4-BE49-F238E27FC236}">
                <a16:creationId xmlns:a16="http://schemas.microsoft.com/office/drawing/2014/main" id="{294A9EF1-75FD-43E4-AE75-300DEE25DA65}"/>
              </a:ext>
            </a:extLst>
          </p:cNvPr>
          <p:cNvSpPr>
            <a:spLocks noGrp="1"/>
          </p:cNvSpPr>
          <p:nvPr>
            <p:ph sz="quarter" idx="11"/>
          </p:nvPr>
        </p:nvSpPr>
        <p:spPr>
          <a:xfrm>
            <a:off x="4080933" y="0"/>
            <a:ext cx="8111067" cy="6878638"/>
          </a:xfrm>
        </p:spPr>
        <p:txBody>
          <a:bodyPr lIns="360000" tIns="792000" rIns="324000" bIns="720000"/>
          <a:lstStyle>
            <a:lvl1pPr>
              <a:defRPr>
                <a:solidFill>
                  <a:srgbClr val="009C8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5" name="Afbeelding 14">
            <a:extLst>
              <a:ext uri="{FF2B5EF4-FFF2-40B4-BE49-F238E27FC236}">
                <a16:creationId xmlns:a16="http://schemas.microsoft.com/office/drawing/2014/main" id="{6659DCAD-DB1A-4352-8836-E929632DDE7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5970195"/>
            <a:ext cx="1384385" cy="504743"/>
          </a:xfrm>
          <a:prstGeom prst="rect">
            <a:avLst/>
          </a:prstGeom>
        </p:spPr>
      </p:pic>
    </p:spTree>
    <p:extLst>
      <p:ext uri="{BB962C8B-B14F-4D97-AF65-F5344CB8AC3E}">
        <p14:creationId xmlns:p14="http://schemas.microsoft.com/office/powerpoint/2010/main" val="262363119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Inhoud met bijschrift">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902D0237-9C24-46F9-989F-B21C10B9B3DC}"/>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3" name="Tijdelijke aanduiding voor inhoud 2">
            <a:extLst>
              <a:ext uri="{FF2B5EF4-FFF2-40B4-BE49-F238E27FC236}">
                <a16:creationId xmlns:a16="http://schemas.microsoft.com/office/drawing/2014/main" id="{ED959F1A-F72D-4CF6-A029-14E0DB166AD6}"/>
              </a:ext>
            </a:extLst>
          </p:cNvPr>
          <p:cNvSpPr>
            <a:spLocks noGrp="1"/>
          </p:cNvSpPr>
          <p:nvPr>
            <p:ph idx="1"/>
          </p:nvPr>
        </p:nvSpPr>
        <p:spPr>
          <a:xfrm>
            <a:off x="1" y="0"/>
            <a:ext cx="8111065" cy="6858000"/>
          </a:xfrm>
          <a:noFill/>
        </p:spPr>
        <p:txBody>
          <a:bodyPr lIns="612000" tIns="1404000" rIns="828000" bIns="720000"/>
          <a:lstStyle>
            <a:lvl1pPr>
              <a:defRPr sz="3200">
                <a:solidFill>
                  <a:srgbClr val="009C82"/>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7" name="Afbeelding 6">
            <a:extLst>
              <a:ext uri="{FF2B5EF4-FFF2-40B4-BE49-F238E27FC236}">
                <a16:creationId xmlns:a16="http://schemas.microsoft.com/office/drawing/2014/main" id="{669C65DB-15A3-40B1-BBEC-ED2A1BA1733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324000"/>
            <a:ext cx="1384385" cy="504742"/>
          </a:xfrm>
          <a:prstGeom prst="rect">
            <a:avLst/>
          </a:prstGeom>
        </p:spPr>
      </p:pic>
      <p:sp>
        <p:nvSpPr>
          <p:cNvPr id="8" name="Rechthoek 7">
            <a:extLst>
              <a:ext uri="{FF2B5EF4-FFF2-40B4-BE49-F238E27FC236}">
                <a16:creationId xmlns:a16="http://schemas.microsoft.com/office/drawing/2014/main" id="{6878B443-A221-472B-9B31-D2923602B620}"/>
              </a:ext>
            </a:extLst>
          </p:cNvPr>
          <p:cNvSpPr/>
          <p:nvPr/>
        </p:nvSpPr>
        <p:spPr>
          <a:xfrm>
            <a:off x="8111066" y="0"/>
            <a:ext cx="4080933"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5" name="Titel 4">
            <a:extLst>
              <a:ext uri="{FF2B5EF4-FFF2-40B4-BE49-F238E27FC236}">
                <a16:creationId xmlns:a16="http://schemas.microsoft.com/office/drawing/2014/main" id="{3BC222D1-C306-4567-A343-C722A1158F2B}"/>
              </a:ext>
            </a:extLst>
          </p:cNvPr>
          <p:cNvSpPr>
            <a:spLocks noGrp="1"/>
          </p:cNvSpPr>
          <p:nvPr>
            <p:ph type="title"/>
          </p:nvPr>
        </p:nvSpPr>
        <p:spPr>
          <a:xfrm>
            <a:off x="8435064" y="828742"/>
            <a:ext cx="3432935" cy="4318445"/>
          </a:xfrm>
        </p:spPr>
        <p:txBody>
          <a:bodyPr anchor="t" anchorCtr="0"/>
          <a:lstStyle>
            <a:lvl1pPr>
              <a:defRPr sz="3000">
                <a:solidFill>
                  <a:schemeClr val="bg1"/>
                </a:solidFill>
              </a:defRPr>
            </a:lvl1pPr>
          </a:lstStyle>
          <a:p>
            <a:r>
              <a:rPr lang="en-US"/>
              <a:t>Click to edit Master title style</a:t>
            </a:r>
            <a:endParaRPr lang="nl-NL"/>
          </a:p>
        </p:txBody>
      </p:sp>
    </p:spTree>
    <p:extLst>
      <p:ext uri="{BB962C8B-B14F-4D97-AF65-F5344CB8AC3E}">
        <p14:creationId xmlns:p14="http://schemas.microsoft.com/office/powerpoint/2010/main" val="354029339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Afbeelding met bijschrift">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D56FCA5F-563C-4963-A6C6-ACB86FD6731A}"/>
              </a:ext>
            </a:extLst>
          </p:cNvPr>
          <p:cNvSpPr/>
          <p:nvPr/>
        </p:nvSpPr>
        <p:spPr>
          <a:xfrm>
            <a:off x="0" y="0"/>
            <a:ext cx="8128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a:extLst>
              <a:ext uri="{FF2B5EF4-FFF2-40B4-BE49-F238E27FC236}">
                <a16:creationId xmlns:a16="http://schemas.microsoft.com/office/drawing/2014/main" id="{8892A113-690F-4A70-A450-6B634995DCCF}"/>
              </a:ext>
            </a:extLst>
          </p:cNvPr>
          <p:cNvSpPr>
            <a:spLocks noGrp="1"/>
          </p:cNvSpPr>
          <p:nvPr>
            <p:ph type="title"/>
          </p:nvPr>
        </p:nvSpPr>
        <p:spPr>
          <a:xfrm>
            <a:off x="0" y="-1"/>
            <a:ext cx="8128000" cy="6857999"/>
          </a:xfrm>
          <a:noFill/>
        </p:spPr>
        <p:txBody>
          <a:bodyPr lIns="612000" tIns="1440000" rIns="828000" bIns="720000" anchor="t" anchorCtr="0"/>
          <a:lstStyle>
            <a:lvl1pPr>
              <a:defRPr sz="3000">
                <a:solidFill>
                  <a:schemeClr val="bg1"/>
                </a:solidFill>
              </a:defRPr>
            </a:lvl1pPr>
          </a:lstStyle>
          <a:p>
            <a:r>
              <a:rPr lang="en-US"/>
              <a:t>Click to edit Master title style</a:t>
            </a:r>
            <a:endParaRPr lang="nl-NL"/>
          </a:p>
        </p:txBody>
      </p:sp>
      <p:sp>
        <p:nvSpPr>
          <p:cNvPr id="3" name="Tijdelijke aanduiding voor afbeelding 2">
            <a:extLst>
              <a:ext uri="{FF2B5EF4-FFF2-40B4-BE49-F238E27FC236}">
                <a16:creationId xmlns:a16="http://schemas.microsoft.com/office/drawing/2014/main" id="{93351474-BA6D-40FF-AD94-E36000AB4453}"/>
              </a:ext>
            </a:extLst>
          </p:cNvPr>
          <p:cNvSpPr>
            <a:spLocks noGrp="1"/>
          </p:cNvSpPr>
          <p:nvPr>
            <p:ph type="pic" idx="1"/>
          </p:nvPr>
        </p:nvSpPr>
        <p:spPr>
          <a:xfrm>
            <a:off x="8128000" y="-3"/>
            <a:ext cx="40640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nl-NL"/>
          </a:p>
        </p:txBody>
      </p:sp>
      <p:pic>
        <p:nvPicPr>
          <p:cNvPr id="7" name="Afbeelding 6">
            <a:extLst>
              <a:ext uri="{FF2B5EF4-FFF2-40B4-BE49-F238E27FC236}">
                <a16:creationId xmlns:a16="http://schemas.microsoft.com/office/drawing/2014/main" id="{9BAC8430-1514-4873-ABE5-EA31EA5A069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324000"/>
            <a:ext cx="1384385" cy="504743"/>
          </a:xfrm>
          <a:prstGeom prst="rect">
            <a:avLst/>
          </a:prstGeom>
        </p:spPr>
      </p:pic>
    </p:spTree>
    <p:extLst>
      <p:ext uri="{BB962C8B-B14F-4D97-AF65-F5344CB8AC3E}">
        <p14:creationId xmlns:p14="http://schemas.microsoft.com/office/powerpoint/2010/main" val="233576146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el en verticale teks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3" name="Afbeelding 2">
            <a:extLst>
              <a:ext uri="{FF2B5EF4-FFF2-40B4-BE49-F238E27FC236}">
                <a16:creationId xmlns:a16="http://schemas.microsoft.com/office/drawing/2014/main" id="{AEB84E45-4AEA-4831-9B87-14B3517136B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324000"/>
            <a:ext cx="1384385" cy="504742"/>
          </a:xfrm>
          <a:prstGeom prst="rect">
            <a:avLst/>
          </a:prstGeom>
        </p:spPr>
      </p:pic>
      <p:sp>
        <p:nvSpPr>
          <p:cNvPr id="2" name="Slide Number Placeholder 4">
            <a:extLst>
              <a:ext uri="{FF2B5EF4-FFF2-40B4-BE49-F238E27FC236}">
                <a16:creationId xmlns:a16="http://schemas.microsoft.com/office/drawing/2014/main" id="{EC19DED4-6C40-E918-74F2-5A9021C18362}"/>
              </a:ext>
            </a:extLst>
          </p:cNvPr>
          <p:cNvSpPr txBox="1">
            <a:spLocks/>
          </p:cNvSpPr>
          <p:nvPr userDrawn="1"/>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latin typeface="Arial" panose="020B0604020202020204" pitchFamily="34" charset="0"/>
                <a:cs typeface="Arial" panose="020B0604020202020204" pitchFamily="34" charset="0"/>
              </a:rPr>
              <a:pPr/>
              <a:t>‹#›</a:t>
            </a:fld>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651430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Verticale titel en tekst">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9EE0B92A-A73A-4C1F-A960-EBEE0651E7E5}"/>
              </a:ext>
            </a:extLst>
          </p:cNvPr>
          <p:cNvSpPr/>
          <p:nvPr/>
        </p:nvSpPr>
        <p:spPr>
          <a:xfrm>
            <a:off x="0" y="0"/>
            <a:ext cx="12192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3" name="Afbeelding 2">
            <a:extLst>
              <a:ext uri="{FF2B5EF4-FFF2-40B4-BE49-F238E27FC236}">
                <a16:creationId xmlns:a16="http://schemas.microsoft.com/office/drawing/2014/main" id="{EC08955C-C1E9-4B08-A66E-790BD8E5EB5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324000"/>
            <a:ext cx="1384385" cy="504743"/>
          </a:xfrm>
          <a:prstGeom prst="rect">
            <a:avLst/>
          </a:prstGeom>
        </p:spPr>
      </p:pic>
    </p:spTree>
    <p:extLst>
      <p:ext uri="{BB962C8B-B14F-4D97-AF65-F5344CB8AC3E}">
        <p14:creationId xmlns:p14="http://schemas.microsoft.com/office/powerpoint/2010/main" val="245341421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1_Titeldia">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NL"/>
          </a:p>
        </p:txBody>
      </p:sp>
      <p:sp>
        <p:nvSpPr>
          <p:cNvPr id="3" name="Ond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4" name="Tijdelijke aanduiding voor datum 3"/>
          <p:cNvSpPr>
            <a:spLocks noGrp="1"/>
          </p:cNvSpPr>
          <p:nvPr>
            <p:ph type="dt" sz="half" idx="10"/>
          </p:nvPr>
        </p:nvSpPr>
        <p:spPr/>
        <p:txBody>
          <a:bodyPr/>
          <a:lstStyle/>
          <a:p>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B82B4C31-D587-489A-9E91-35D0F767D5C0}" type="slidenum">
              <a:rPr lang="nl-NL" smtClean="0"/>
              <a:t>‹#›</a:t>
            </a:fld>
            <a:endParaRPr lang="nl-NL"/>
          </a:p>
        </p:txBody>
      </p:sp>
    </p:spTree>
    <p:extLst>
      <p:ext uri="{BB962C8B-B14F-4D97-AF65-F5344CB8AC3E}">
        <p14:creationId xmlns:p14="http://schemas.microsoft.com/office/powerpoint/2010/main" val="344150777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pic>
        <p:nvPicPr>
          <p:cNvPr id="5" name="Afbeelding 4"/>
          <p:cNvPicPr>
            <a:picLocks noChangeAspect="1"/>
          </p:cNvPicPr>
          <p:nvPr/>
        </p:nvPicPr>
        <p:blipFill>
          <a:blip r:embed="rId2">
            <a:extLst>
              <a:ext uri="{28A0092B-C50C-407E-A947-70E740481C1C}">
                <a14:useLocalDpi xmlns:a14="http://schemas.microsoft.com/office/drawing/2010/main"/>
              </a:ext>
            </a:extLst>
          </a:blip>
          <a:stretch>
            <a:fillRect/>
          </a:stretch>
        </p:blipFill>
        <p:spPr bwMode="auto">
          <a:xfrm>
            <a:off x="3" y="3"/>
            <a:ext cx="12191996" cy="6857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ctrTitle" hasCustomPrompt="1"/>
          </p:nvPr>
        </p:nvSpPr>
        <p:spPr>
          <a:xfrm>
            <a:off x="478356" y="1296000"/>
            <a:ext cx="6840000" cy="2376000"/>
          </a:xfrm>
        </p:spPr>
        <p:txBody>
          <a:bodyPr anchor="t" anchorCtr="0">
            <a:noAutofit/>
          </a:bodyPr>
          <a:lstStyle>
            <a:lvl1pPr algn="l">
              <a:defRPr sz="6000" b="1">
                <a:solidFill>
                  <a:schemeClr val="tx1"/>
                </a:solidFill>
              </a:defRPr>
            </a:lvl1pPr>
          </a:lstStyle>
          <a:p>
            <a:r>
              <a:rPr lang="nl-NL"/>
              <a:t>Klik om een titel te maken</a:t>
            </a:r>
            <a:endParaRPr lang="en-US"/>
          </a:p>
        </p:txBody>
      </p:sp>
      <p:sp>
        <p:nvSpPr>
          <p:cNvPr id="3" name="Ondertitel 2"/>
          <p:cNvSpPr>
            <a:spLocks noGrp="1"/>
          </p:cNvSpPr>
          <p:nvPr>
            <p:ph type="subTitle" idx="1" hasCustomPrompt="1"/>
          </p:nvPr>
        </p:nvSpPr>
        <p:spPr>
          <a:xfrm>
            <a:off x="478356" y="288000"/>
            <a:ext cx="6840000" cy="792000"/>
          </a:xfrm>
        </p:spPr>
        <p:txBody>
          <a:bodyPr anchor="b" anchorCtr="0">
            <a:normAutofit/>
          </a:bodyPr>
          <a:lstStyle>
            <a:lvl1pPr marL="0" indent="0" algn="l">
              <a:buNone/>
              <a:defRPr sz="2200" i="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a:t>Klik voor de subtitel</a:t>
            </a:r>
            <a:endParaRPr lang="en-US"/>
          </a:p>
        </p:txBody>
      </p:sp>
      <p:sp>
        <p:nvSpPr>
          <p:cNvPr id="6" name="Tekstvak 5">
            <a:extLst>
              <a:ext uri="{FF2B5EF4-FFF2-40B4-BE49-F238E27FC236}">
                <a16:creationId xmlns:a16="http://schemas.microsoft.com/office/drawing/2014/main" id="{9287665F-62CD-4131-9BD9-8FAAA949A596}"/>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TITELDIA</a:t>
            </a:r>
          </a:p>
        </p:txBody>
      </p:sp>
      <p:pic>
        <p:nvPicPr>
          <p:cNvPr id="10" name="Afbeelding 9">
            <a:extLst>
              <a:ext uri="{FF2B5EF4-FFF2-40B4-BE49-F238E27FC236}">
                <a16:creationId xmlns:a16="http://schemas.microsoft.com/office/drawing/2014/main" id="{12CF3485-17FB-471E-8577-1BDF378BC77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00708" y="5460765"/>
            <a:ext cx="2844000" cy="1100335"/>
          </a:xfrm>
          <a:prstGeom prst="rect">
            <a:avLst/>
          </a:prstGeom>
        </p:spPr>
      </p:pic>
    </p:spTree>
    <p:extLst>
      <p:ext uri="{BB962C8B-B14F-4D97-AF65-F5344CB8AC3E}">
        <p14:creationId xmlns:p14="http://schemas.microsoft.com/office/powerpoint/2010/main" val="137395614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iteldia - groen">
    <p:spTree>
      <p:nvGrpSpPr>
        <p:cNvPr id="1" name=""/>
        <p:cNvGrpSpPr/>
        <p:nvPr/>
      </p:nvGrpSpPr>
      <p:grpSpPr>
        <a:xfrm>
          <a:off x="0" y="0"/>
          <a:ext cx="0" cy="0"/>
          <a:chOff x="0" y="0"/>
          <a:chExt cx="0" cy="0"/>
        </a:xfrm>
      </p:grpSpPr>
      <p:sp>
        <p:nvSpPr>
          <p:cNvPr id="4" name="Rectangle 3"/>
          <p:cNvSpPr/>
          <p:nvPr/>
        </p:nvSpPr>
        <p:spPr>
          <a:xfrm>
            <a:off x="1" y="3"/>
            <a:ext cx="822491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5" name="Afbeelding 4"/>
          <p:cNvPicPr>
            <a:picLocks noChangeAspect="1"/>
          </p:cNvPicPr>
          <p:nvPr/>
        </p:nvPicPr>
        <p:blipFill>
          <a:blip r:embed="rId2">
            <a:extLst>
              <a:ext uri="{28A0092B-C50C-407E-A947-70E740481C1C}">
                <a14:useLocalDpi xmlns:a14="http://schemas.microsoft.com/office/drawing/2010/main"/>
              </a:ext>
            </a:extLst>
          </a:blip>
          <a:stretch>
            <a:fillRect/>
          </a:stretch>
        </p:blipFill>
        <p:spPr bwMode="auto">
          <a:xfrm>
            <a:off x="8131127" y="0"/>
            <a:ext cx="4066032"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ctrTitle" hasCustomPrompt="1"/>
          </p:nvPr>
        </p:nvSpPr>
        <p:spPr>
          <a:xfrm>
            <a:off x="478800" y="1296000"/>
            <a:ext cx="6840000" cy="2376000"/>
          </a:xfrm>
        </p:spPr>
        <p:txBody>
          <a:bodyPr anchor="t" anchorCtr="0">
            <a:noAutofit/>
          </a:bodyPr>
          <a:lstStyle>
            <a:lvl1pPr algn="l">
              <a:defRPr sz="6000" b="1">
                <a:solidFill>
                  <a:schemeClr val="bg1"/>
                </a:solidFill>
              </a:defRPr>
            </a:lvl1pPr>
          </a:lstStyle>
          <a:p>
            <a:r>
              <a:rPr lang="nl-NL"/>
              <a:t>Klik om een titel te maken</a:t>
            </a:r>
            <a:endParaRPr lang="en-US"/>
          </a:p>
        </p:txBody>
      </p:sp>
      <p:sp>
        <p:nvSpPr>
          <p:cNvPr id="3" name="Ondertitel 2"/>
          <p:cNvSpPr>
            <a:spLocks noGrp="1"/>
          </p:cNvSpPr>
          <p:nvPr>
            <p:ph type="subTitle" idx="1" hasCustomPrompt="1"/>
          </p:nvPr>
        </p:nvSpPr>
        <p:spPr>
          <a:xfrm>
            <a:off x="478800" y="288000"/>
            <a:ext cx="6840000" cy="792000"/>
          </a:xfrm>
        </p:spPr>
        <p:txBody>
          <a:bodyPr anchor="b" anchorCtr="0">
            <a:normAutofit/>
          </a:bodyPr>
          <a:lstStyle>
            <a:lvl1pPr marL="0" indent="0" algn="l">
              <a:buNone/>
              <a:defRPr sz="2200" i="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a:t>Klik voor de subtitel</a:t>
            </a:r>
            <a:endParaRPr lang="en-US"/>
          </a:p>
        </p:txBody>
      </p:sp>
      <p:sp>
        <p:nvSpPr>
          <p:cNvPr id="7" name="Tijdelijke aanduiding voor tekst 7">
            <a:extLst>
              <a:ext uri="{FF2B5EF4-FFF2-40B4-BE49-F238E27FC236}">
                <a16:creationId xmlns:a16="http://schemas.microsoft.com/office/drawing/2014/main" id="{B2EEF6AA-5177-E343-981A-EA1DF6E43F8B}"/>
              </a:ext>
            </a:extLst>
          </p:cNvPr>
          <p:cNvSpPr>
            <a:spLocks noGrp="1"/>
          </p:cNvSpPr>
          <p:nvPr>
            <p:ph type="body" sz="quarter" idx="13" hasCustomPrompt="1"/>
          </p:nvPr>
        </p:nvSpPr>
        <p:spPr>
          <a:xfrm>
            <a:off x="478800" y="4107320"/>
            <a:ext cx="6840000" cy="298223"/>
          </a:xfrm>
          <a:prstGeom prst="rect">
            <a:avLst/>
          </a:prstGeom>
        </p:spPr>
        <p:txBody>
          <a:bodyPr>
            <a:normAutofit/>
          </a:bodyPr>
          <a:lstStyle>
            <a:lvl1pPr marL="0" indent="0">
              <a:buFontTx/>
              <a:buNone/>
              <a:defRPr sz="1600" baseline="0">
                <a:solidFill>
                  <a:schemeClr val="bg1"/>
                </a:solidFill>
              </a:defRPr>
            </a:lvl1pPr>
          </a:lstStyle>
          <a:p>
            <a:r>
              <a:rPr lang="nl-NL"/>
              <a:t>Voor- en achternaam</a:t>
            </a:r>
          </a:p>
        </p:txBody>
      </p:sp>
      <p:sp>
        <p:nvSpPr>
          <p:cNvPr id="8" name="Tijdelijke aanduiding voor tekst 12">
            <a:extLst>
              <a:ext uri="{FF2B5EF4-FFF2-40B4-BE49-F238E27FC236}">
                <a16:creationId xmlns:a16="http://schemas.microsoft.com/office/drawing/2014/main" id="{D4220856-237A-504F-92B2-5ECE87CB7392}"/>
              </a:ext>
            </a:extLst>
          </p:cNvPr>
          <p:cNvSpPr>
            <a:spLocks noGrp="1"/>
          </p:cNvSpPr>
          <p:nvPr>
            <p:ph type="body" sz="quarter" idx="15" hasCustomPrompt="1"/>
          </p:nvPr>
        </p:nvSpPr>
        <p:spPr>
          <a:xfrm>
            <a:off x="478800" y="4467095"/>
            <a:ext cx="6839347" cy="304800"/>
          </a:xfrm>
          <a:prstGeom prst="rect">
            <a:avLst/>
          </a:prstGeom>
        </p:spPr>
        <p:txBody>
          <a:bodyPr>
            <a:normAutofit/>
          </a:bodyPr>
          <a:lstStyle>
            <a:lvl1pPr marL="0" indent="0">
              <a:buFontTx/>
              <a:buNone/>
              <a:defRPr sz="1600" baseline="0">
                <a:solidFill>
                  <a:schemeClr val="bg1"/>
                </a:solidFill>
              </a:defRPr>
            </a:lvl1pPr>
          </a:lstStyle>
          <a:p>
            <a:r>
              <a:rPr lang="nl-NL"/>
              <a:t>Datum</a:t>
            </a:r>
          </a:p>
        </p:txBody>
      </p:sp>
      <p:sp>
        <p:nvSpPr>
          <p:cNvPr id="9" name="Tekstvak 8">
            <a:extLst>
              <a:ext uri="{FF2B5EF4-FFF2-40B4-BE49-F238E27FC236}">
                <a16:creationId xmlns:a16="http://schemas.microsoft.com/office/drawing/2014/main" id="{CF62E955-F76A-4DE8-A1BB-8B59F2C0B567}"/>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TITELDIA-GROEN</a:t>
            </a:r>
          </a:p>
        </p:txBody>
      </p:sp>
      <p:pic>
        <p:nvPicPr>
          <p:cNvPr id="15" name="Afbeelding 14">
            <a:extLst>
              <a:ext uri="{FF2B5EF4-FFF2-40B4-BE49-F238E27FC236}">
                <a16:creationId xmlns:a16="http://schemas.microsoft.com/office/drawing/2014/main" id="{B1A9597E-956D-4D57-9D06-941C499C519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01559" y="5461202"/>
            <a:ext cx="2842299" cy="1100335"/>
          </a:xfrm>
          <a:prstGeom prst="rect">
            <a:avLst/>
          </a:prstGeom>
        </p:spPr>
      </p:pic>
    </p:spTree>
    <p:extLst>
      <p:ext uri="{BB962C8B-B14F-4D97-AF65-F5344CB8AC3E}">
        <p14:creationId xmlns:p14="http://schemas.microsoft.com/office/powerpoint/2010/main" val="355036727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eldia met foto">
    <p:spTree>
      <p:nvGrpSpPr>
        <p:cNvPr id="1" name=""/>
        <p:cNvGrpSpPr/>
        <p:nvPr/>
      </p:nvGrpSpPr>
      <p:grpSpPr>
        <a:xfrm>
          <a:off x="0" y="0"/>
          <a:ext cx="0" cy="0"/>
          <a:chOff x="0" y="0"/>
          <a:chExt cx="0" cy="0"/>
        </a:xfrm>
      </p:grpSpPr>
      <p:sp>
        <p:nvSpPr>
          <p:cNvPr id="4" name="Rectangle 3"/>
          <p:cNvSpPr/>
          <p:nvPr/>
        </p:nvSpPr>
        <p:spPr>
          <a:xfrm>
            <a:off x="-1" y="3"/>
            <a:ext cx="8203476" cy="6857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 name="Picture Placeholder 7"/>
          <p:cNvSpPr>
            <a:spLocks noGrp="1"/>
          </p:cNvSpPr>
          <p:nvPr>
            <p:ph type="pic" sz="quarter" idx="10" hasCustomPrompt="1"/>
          </p:nvPr>
        </p:nvSpPr>
        <p:spPr>
          <a:xfrm>
            <a:off x="8131200" y="0"/>
            <a:ext cx="4060800" cy="6858000"/>
          </a:xfrm>
          <a:solidFill>
            <a:schemeClr val="bg1">
              <a:lumMod val="95000"/>
            </a:schemeClr>
          </a:solidFill>
        </p:spPr>
        <p:txBody>
          <a:bodyPr>
            <a:normAutofit/>
          </a:bodyPr>
          <a:lstStyle>
            <a:lvl1pPr marL="0" indent="0" algn="ctr">
              <a:buNone/>
              <a:defRPr sz="1200" baseline="0"/>
            </a:lvl1pPr>
          </a:lstStyle>
          <a:p>
            <a:r>
              <a:rPr lang="nl-NL"/>
              <a:t>Klik op het </a:t>
            </a:r>
            <a:br>
              <a:rPr lang="nl-NL"/>
            </a:br>
            <a:r>
              <a:rPr lang="nl-NL"/>
              <a:t>afbeeldingspictogram en </a:t>
            </a:r>
            <a:br>
              <a:rPr lang="nl-NL"/>
            </a:br>
            <a:r>
              <a:rPr lang="nl-NL"/>
              <a:t>voeg je eigen foto in</a:t>
            </a:r>
            <a:r>
              <a:rPr lang="nl-NL" noProof="0"/>
              <a:t>.</a:t>
            </a:r>
          </a:p>
        </p:txBody>
      </p:sp>
      <p:sp>
        <p:nvSpPr>
          <p:cNvPr id="2" name="Titel 1"/>
          <p:cNvSpPr>
            <a:spLocks noGrp="1"/>
          </p:cNvSpPr>
          <p:nvPr>
            <p:ph type="ctrTitle" hasCustomPrompt="1"/>
          </p:nvPr>
        </p:nvSpPr>
        <p:spPr>
          <a:xfrm>
            <a:off x="478800" y="1296000"/>
            <a:ext cx="6840000" cy="2376000"/>
          </a:xfrm>
        </p:spPr>
        <p:txBody>
          <a:bodyPr anchor="t" anchorCtr="0">
            <a:noAutofit/>
          </a:bodyPr>
          <a:lstStyle>
            <a:lvl1pPr algn="l">
              <a:defRPr sz="6000" b="1">
                <a:solidFill>
                  <a:schemeClr val="tx1"/>
                </a:solidFill>
              </a:defRPr>
            </a:lvl1pPr>
          </a:lstStyle>
          <a:p>
            <a:r>
              <a:rPr lang="nl-NL"/>
              <a:t>Klik om een titel te maken</a:t>
            </a:r>
            <a:endParaRPr lang="en-US"/>
          </a:p>
        </p:txBody>
      </p:sp>
      <p:sp>
        <p:nvSpPr>
          <p:cNvPr id="3" name="Ondertitel 2"/>
          <p:cNvSpPr>
            <a:spLocks noGrp="1"/>
          </p:cNvSpPr>
          <p:nvPr>
            <p:ph type="subTitle" idx="1" hasCustomPrompt="1"/>
          </p:nvPr>
        </p:nvSpPr>
        <p:spPr>
          <a:xfrm>
            <a:off x="478800" y="288000"/>
            <a:ext cx="6840000" cy="792000"/>
          </a:xfrm>
        </p:spPr>
        <p:txBody>
          <a:bodyPr anchor="b" anchorCtr="0">
            <a:normAutofit/>
          </a:bodyPr>
          <a:lstStyle>
            <a:lvl1pPr marL="0" indent="0" algn="l">
              <a:buNone/>
              <a:defRPr sz="2200" i="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a:t>Klik voor de subtitel</a:t>
            </a:r>
            <a:endParaRPr lang="en-US"/>
          </a:p>
        </p:txBody>
      </p:sp>
      <p:sp>
        <p:nvSpPr>
          <p:cNvPr id="9" name="Tijdelijke aanduiding voor tekst 7">
            <a:extLst>
              <a:ext uri="{FF2B5EF4-FFF2-40B4-BE49-F238E27FC236}">
                <a16:creationId xmlns:a16="http://schemas.microsoft.com/office/drawing/2014/main" id="{B2EEF6AA-5177-E343-981A-EA1DF6E43F8B}"/>
              </a:ext>
            </a:extLst>
          </p:cNvPr>
          <p:cNvSpPr>
            <a:spLocks noGrp="1"/>
          </p:cNvSpPr>
          <p:nvPr>
            <p:ph type="body" sz="quarter" idx="13" hasCustomPrompt="1"/>
          </p:nvPr>
        </p:nvSpPr>
        <p:spPr>
          <a:xfrm>
            <a:off x="478800" y="4107320"/>
            <a:ext cx="6840653" cy="298223"/>
          </a:xfrm>
          <a:prstGeom prst="rect">
            <a:avLst/>
          </a:prstGeom>
        </p:spPr>
        <p:txBody>
          <a:bodyPr>
            <a:normAutofit/>
          </a:bodyPr>
          <a:lstStyle>
            <a:lvl1pPr marL="0" indent="0">
              <a:buFontTx/>
              <a:buNone/>
              <a:defRPr sz="1600" baseline="0">
                <a:solidFill>
                  <a:srgbClr val="009C82"/>
                </a:solidFill>
              </a:defRPr>
            </a:lvl1pPr>
          </a:lstStyle>
          <a:p>
            <a:r>
              <a:rPr lang="nl-NL"/>
              <a:t>Voor- en achternaam</a:t>
            </a:r>
          </a:p>
        </p:txBody>
      </p:sp>
      <p:sp>
        <p:nvSpPr>
          <p:cNvPr id="10" name="Tijdelijke aanduiding voor tekst 12">
            <a:extLst>
              <a:ext uri="{FF2B5EF4-FFF2-40B4-BE49-F238E27FC236}">
                <a16:creationId xmlns:a16="http://schemas.microsoft.com/office/drawing/2014/main" id="{D4220856-237A-504F-92B2-5ECE87CB7392}"/>
              </a:ext>
            </a:extLst>
          </p:cNvPr>
          <p:cNvSpPr>
            <a:spLocks noGrp="1"/>
          </p:cNvSpPr>
          <p:nvPr>
            <p:ph type="body" sz="quarter" idx="15" hasCustomPrompt="1"/>
          </p:nvPr>
        </p:nvSpPr>
        <p:spPr>
          <a:xfrm>
            <a:off x="478800" y="4467095"/>
            <a:ext cx="6840000" cy="304800"/>
          </a:xfrm>
          <a:prstGeom prst="rect">
            <a:avLst/>
          </a:prstGeom>
        </p:spPr>
        <p:txBody>
          <a:bodyPr>
            <a:normAutofit/>
          </a:bodyPr>
          <a:lstStyle>
            <a:lvl1pPr marL="0" indent="0">
              <a:buFontTx/>
              <a:buNone/>
              <a:defRPr sz="1600" baseline="0">
                <a:solidFill>
                  <a:srgbClr val="009C82"/>
                </a:solidFill>
              </a:defRPr>
            </a:lvl1pPr>
          </a:lstStyle>
          <a:p>
            <a:r>
              <a:rPr lang="nl-NL"/>
              <a:t>Datum</a:t>
            </a:r>
          </a:p>
        </p:txBody>
      </p:sp>
      <p:sp>
        <p:nvSpPr>
          <p:cNvPr id="12" name="Tekstvak 11">
            <a:extLst>
              <a:ext uri="{FF2B5EF4-FFF2-40B4-BE49-F238E27FC236}">
                <a16:creationId xmlns:a16="http://schemas.microsoft.com/office/drawing/2014/main" id="{CCE6B724-6B58-4515-B463-84D4E794F73B}"/>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TITELDIA MET FOTO</a:t>
            </a:r>
          </a:p>
        </p:txBody>
      </p:sp>
      <p:sp>
        <p:nvSpPr>
          <p:cNvPr id="14" name="Tekstvak 13">
            <a:extLst>
              <a:ext uri="{FF2B5EF4-FFF2-40B4-BE49-F238E27FC236}">
                <a16:creationId xmlns:a16="http://schemas.microsoft.com/office/drawing/2014/main" id="{A8F674CA-F8DA-462E-A15C-CDBF6BC504E2}"/>
              </a:ext>
            </a:extLst>
          </p:cNvPr>
          <p:cNvSpPr txBox="1"/>
          <p:nvPr/>
        </p:nvSpPr>
        <p:spPr>
          <a:xfrm>
            <a:off x="12478626" y="-36000"/>
            <a:ext cx="2088000" cy="4911024"/>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INVOEGEN</a:t>
            </a:r>
          </a:p>
          <a:p>
            <a:pPr marL="0"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afbeeldings-pictogram in het midden van het fotovak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1" cap="all"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VERVANGEN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Verwijder de foto door op </a:t>
            </a:r>
            <a:r>
              <a:rPr lang="nl-NL" sz="900" b="0" u="none" baseline="0" noProof="1">
                <a:solidFill>
                  <a:srgbClr val="515F67"/>
                </a:solidFill>
                <a:latin typeface="Arial Black" panose="020B0A04020102020204" pitchFamily="34" charset="0"/>
                <a:cs typeface="Arial" panose="020B0604020202020204" pitchFamily="34" charset="0"/>
              </a:rPr>
              <a:t>Delete</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drukken.</a:t>
            </a:r>
          </a:p>
          <a:p>
            <a:pPr marL="108000" indent="-10800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Klik op het afbeeldings-pictogram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BIJSNIJDEN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br>
              <a:rPr lang="nl-NL" sz="900" baseline="0" noProof="1">
                <a:solidFill>
                  <a:srgbClr val="515F67"/>
                </a:solidFill>
                <a:latin typeface="Arial" panose="020B0604020202020204" pitchFamily="34" charset="0"/>
                <a:cs typeface="Arial" panose="020B0604020202020204" pitchFamily="34" charset="0"/>
              </a:rPr>
            </a:br>
            <a:r>
              <a:rPr lang="nl-NL" sz="900" baseline="0" noProof="1">
                <a:solidFill>
                  <a:srgbClr val="515F67"/>
                </a:solidFill>
                <a:latin typeface="Arial" panose="020B0604020202020204" pitchFamily="34" charset="0"/>
                <a:cs typeface="Arial" panose="020B0604020202020204" pitchFamily="34" charset="0"/>
              </a:rPr>
              <a:t>De tab ‘Afbeeldingsopmaak’ verschijnt.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het onderste deel van de knop </a:t>
            </a:r>
            <a:r>
              <a:rPr lang="nl-NL" sz="900" baseline="0" noProof="1">
                <a:solidFill>
                  <a:srgbClr val="515F67"/>
                </a:solidFill>
                <a:latin typeface="Arial Black" panose="020B0A04020102020204" pitchFamily="34" charset="0"/>
                <a:cs typeface="Arial" panose="020B0604020202020204" pitchFamily="34" charset="0"/>
              </a:rPr>
              <a:t>Bijsnijden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optie </a:t>
            </a:r>
            <a:r>
              <a:rPr lang="nl-NL" sz="900" b="0" baseline="0" noProof="1">
                <a:solidFill>
                  <a:srgbClr val="515F67"/>
                </a:solidFill>
                <a:latin typeface="Arial Black" panose="020B0A04020102020204" pitchFamily="34" charset="0"/>
                <a:cs typeface="Arial" panose="020B0604020202020204" pitchFamily="34" charset="0"/>
              </a:rPr>
              <a:t>Opvullen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Houd eventueel de </a:t>
            </a:r>
            <a:r>
              <a:rPr lang="nl-NL" sz="900" b="0" baseline="0" noProof="1">
                <a:solidFill>
                  <a:srgbClr val="515F67"/>
                </a:solidFill>
                <a:latin typeface="Arial Black" panose="020B0A04020102020204" pitchFamily="34" charset="0"/>
                <a:cs typeface="Arial" panose="020B0604020202020204" pitchFamily="34" charset="0"/>
              </a:rPr>
              <a:t>Shift-toets</a:t>
            </a:r>
            <a:r>
              <a:rPr lang="nl-NL" sz="900" baseline="0" noProof="1">
                <a:solidFill>
                  <a:srgbClr val="515F67"/>
                </a:solidFill>
                <a:latin typeface="Arial" panose="020B0604020202020204" pitchFamily="34" charset="0"/>
                <a:cs typeface="Arial" panose="020B0604020202020204" pitchFamily="34" charset="0"/>
              </a:rPr>
              <a:t> ingedrukt en sleep de foto zodat het juiste deel van de foto wordt getoond. </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naast de dia.</a:t>
            </a:r>
          </a:p>
        </p:txBody>
      </p:sp>
      <p:pic>
        <p:nvPicPr>
          <p:cNvPr id="15" name="Afbeelding 14">
            <a:extLst>
              <a:ext uri="{FF2B5EF4-FFF2-40B4-BE49-F238E27FC236}">
                <a16:creationId xmlns:a16="http://schemas.microsoft.com/office/drawing/2014/main" id="{A8A007AA-B55B-4E9D-A2F8-666B46E418C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6" name="Afbeelding 15">
            <a:extLst>
              <a:ext uri="{FF2B5EF4-FFF2-40B4-BE49-F238E27FC236}">
                <a16:creationId xmlns:a16="http://schemas.microsoft.com/office/drawing/2014/main" id="{8AFAFDC3-00F9-47CD-8BCB-D1616EBC9ED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8" name="Afbeelding 17">
            <a:extLst>
              <a:ext uri="{FF2B5EF4-FFF2-40B4-BE49-F238E27FC236}">
                <a16:creationId xmlns:a16="http://schemas.microsoft.com/office/drawing/2014/main" id="{5C8AFDF8-1E85-4372-95AE-14A33EA128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9" name="Afbeelding 18">
            <a:extLst>
              <a:ext uri="{FF2B5EF4-FFF2-40B4-BE49-F238E27FC236}">
                <a16:creationId xmlns:a16="http://schemas.microsoft.com/office/drawing/2014/main" id="{DCC2A9E9-C804-4EB0-B3AD-C5402F1A15B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00708" y="5460765"/>
            <a:ext cx="2844000" cy="1100335"/>
          </a:xfrm>
          <a:prstGeom prst="rect">
            <a:avLst/>
          </a:prstGeom>
        </p:spPr>
      </p:pic>
    </p:spTree>
    <p:extLst>
      <p:ext uri="{BB962C8B-B14F-4D97-AF65-F5344CB8AC3E}">
        <p14:creationId xmlns:p14="http://schemas.microsoft.com/office/powerpoint/2010/main" val="382265204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p>
        </p:txBody>
      </p:sp>
      <p:sp>
        <p:nvSpPr>
          <p:cNvPr id="3" name="Tijdelijke aanduiding voor inhoud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5" name="Tekstvak 4">
            <a:extLst>
              <a:ext uri="{FF2B5EF4-FFF2-40B4-BE49-F238E27FC236}">
                <a16:creationId xmlns:a16="http://schemas.microsoft.com/office/drawing/2014/main" id="{83CAAD80-5083-4E39-80FC-83B1EBE8A588}"/>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a:t>
            </a:r>
          </a:p>
        </p:txBody>
      </p:sp>
    </p:spTree>
    <p:extLst>
      <p:ext uri="{BB962C8B-B14F-4D97-AF65-F5344CB8AC3E}">
        <p14:creationId xmlns:p14="http://schemas.microsoft.com/office/powerpoint/2010/main" val="114978590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el en object (wi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p>
        </p:txBody>
      </p:sp>
      <p:sp>
        <p:nvSpPr>
          <p:cNvPr id="3" name="Tijdelijke aanduiding voor inhoud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4" name="Rechthoek 3"/>
          <p:cNvSpPr/>
          <p:nvPr/>
        </p:nvSpPr>
        <p:spPr>
          <a:xfrm>
            <a:off x="0" y="-1"/>
            <a:ext cx="12192000" cy="591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6" name="Tekstvak 5">
            <a:extLst>
              <a:ext uri="{FF2B5EF4-FFF2-40B4-BE49-F238E27FC236}">
                <a16:creationId xmlns:a16="http://schemas.microsoft.com/office/drawing/2014/main" id="{E631A57E-AFC2-43F7-8E0B-1D68531D3ABF}"/>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 (wit)</a:t>
            </a:r>
          </a:p>
        </p:txBody>
      </p:sp>
    </p:spTree>
    <p:extLst>
      <p:ext uri="{BB962C8B-B14F-4D97-AF65-F5344CB8AC3E}">
        <p14:creationId xmlns:p14="http://schemas.microsoft.com/office/powerpoint/2010/main" val="71345781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itel en object (wit+1/3 foto)">
    <p:spTree>
      <p:nvGrpSpPr>
        <p:cNvPr id="1" name=""/>
        <p:cNvGrpSpPr/>
        <p:nvPr/>
      </p:nvGrpSpPr>
      <p:grpSpPr>
        <a:xfrm>
          <a:off x="0" y="0"/>
          <a:ext cx="0" cy="0"/>
          <a:chOff x="0" y="0"/>
          <a:chExt cx="0" cy="0"/>
        </a:xfrm>
      </p:grpSpPr>
      <p:sp>
        <p:nvSpPr>
          <p:cNvPr id="4" name="Rechthoek 3"/>
          <p:cNvSpPr/>
          <p:nvPr/>
        </p:nvSpPr>
        <p:spPr>
          <a:xfrm>
            <a:off x="0" y="-1"/>
            <a:ext cx="12192000" cy="591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0" name="Picture Placeholder 7">
            <a:extLst>
              <a:ext uri="{FF2B5EF4-FFF2-40B4-BE49-F238E27FC236}">
                <a16:creationId xmlns:a16="http://schemas.microsoft.com/office/drawing/2014/main" id="{6892B8C9-9FB2-4773-A4FB-95DC8AA4747A}"/>
              </a:ext>
            </a:extLst>
          </p:cNvPr>
          <p:cNvSpPr>
            <a:spLocks noGrp="1"/>
          </p:cNvSpPr>
          <p:nvPr>
            <p:ph type="pic" sz="quarter" idx="10" hasCustomPrompt="1"/>
          </p:nvPr>
        </p:nvSpPr>
        <p:spPr>
          <a:xfrm>
            <a:off x="8131200" y="0"/>
            <a:ext cx="4060800" cy="6858000"/>
          </a:xfrm>
          <a:solidFill>
            <a:schemeClr val="bg1">
              <a:lumMod val="95000"/>
            </a:schemeClr>
          </a:solidFill>
        </p:spPr>
        <p:txBody>
          <a:bodyPr>
            <a:normAutofit/>
          </a:bodyPr>
          <a:lstStyle>
            <a:lvl1pPr marL="0" indent="0" algn="ctr">
              <a:buNone/>
              <a:defRPr sz="1200" baseline="0"/>
            </a:lvl1pPr>
          </a:lstStyle>
          <a:p>
            <a:r>
              <a:rPr lang="nl-NL"/>
              <a:t>Klik op het </a:t>
            </a:r>
            <a:br>
              <a:rPr lang="nl-NL"/>
            </a:br>
            <a:r>
              <a:rPr lang="nl-NL"/>
              <a:t>afbeeldingspictogram en </a:t>
            </a:r>
            <a:br>
              <a:rPr lang="nl-NL"/>
            </a:br>
            <a:r>
              <a:rPr lang="nl-NL"/>
              <a:t>voeg je eigen foto in</a:t>
            </a:r>
            <a:r>
              <a:rPr lang="nl-NL" noProof="0"/>
              <a:t>.</a:t>
            </a:r>
          </a:p>
        </p:txBody>
      </p:sp>
      <p:sp>
        <p:nvSpPr>
          <p:cNvPr id="2" name="Titel 1"/>
          <p:cNvSpPr>
            <a:spLocks noGrp="1"/>
          </p:cNvSpPr>
          <p:nvPr>
            <p:ph type="title"/>
          </p:nvPr>
        </p:nvSpPr>
        <p:spPr>
          <a:xfrm>
            <a:off x="670986" y="1026000"/>
            <a:ext cx="7122865" cy="666000"/>
          </a:xfrm>
        </p:spPr>
        <p:txBody>
          <a:bodyPr/>
          <a:lstStyle/>
          <a:p>
            <a:r>
              <a:rPr lang="en-US"/>
              <a:t>Click to edit Master title style</a:t>
            </a:r>
          </a:p>
        </p:txBody>
      </p:sp>
      <p:sp>
        <p:nvSpPr>
          <p:cNvPr id="3" name="Tijdelijke aanduiding voor inhoud 2"/>
          <p:cNvSpPr>
            <a:spLocks noGrp="1"/>
          </p:cNvSpPr>
          <p:nvPr>
            <p:ph idx="1"/>
          </p:nvPr>
        </p:nvSpPr>
        <p:spPr>
          <a:xfrm>
            <a:off x="670986" y="1764000"/>
            <a:ext cx="7122865" cy="414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11" name="Tekstvak 10">
            <a:extLst>
              <a:ext uri="{FF2B5EF4-FFF2-40B4-BE49-F238E27FC236}">
                <a16:creationId xmlns:a16="http://schemas.microsoft.com/office/drawing/2014/main" id="{7A595EE6-BDA6-43DD-955F-79046DE607D5}"/>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 (wit+1/3 foto)</a:t>
            </a:r>
          </a:p>
        </p:txBody>
      </p:sp>
      <p:pic>
        <p:nvPicPr>
          <p:cNvPr id="13" name="Afbeelding 12">
            <a:extLst>
              <a:ext uri="{FF2B5EF4-FFF2-40B4-BE49-F238E27FC236}">
                <a16:creationId xmlns:a16="http://schemas.microsoft.com/office/drawing/2014/main" id="{C029E682-A8BB-47FD-A325-4DFA4345394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4" name="Afbeelding 13">
            <a:extLst>
              <a:ext uri="{FF2B5EF4-FFF2-40B4-BE49-F238E27FC236}">
                <a16:creationId xmlns:a16="http://schemas.microsoft.com/office/drawing/2014/main" id="{38D7D234-8261-4EA0-B56C-D8D99B2E30C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6" name="Afbeelding 15">
            <a:extLst>
              <a:ext uri="{FF2B5EF4-FFF2-40B4-BE49-F238E27FC236}">
                <a16:creationId xmlns:a16="http://schemas.microsoft.com/office/drawing/2014/main" id="{489B0BBB-4ADE-4546-9C32-E55E68427B6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sp>
        <p:nvSpPr>
          <p:cNvPr id="15" name="Tekstvak 14">
            <a:extLst>
              <a:ext uri="{FF2B5EF4-FFF2-40B4-BE49-F238E27FC236}">
                <a16:creationId xmlns:a16="http://schemas.microsoft.com/office/drawing/2014/main" id="{A4CF239C-5E61-4154-A6FE-1FDBBAB3A7B9}"/>
              </a:ext>
            </a:extLst>
          </p:cNvPr>
          <p:cNvSpPr txBox="1"/>
          <p:nvPr/>
        </p:nvSpPr>
        <p:spPr>
          <a:xfrm>
            <a:off x="12478626" y="-36000"/>
            <a:ext cx="2088000" cy="4911024"/>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INVOEGEN</a:t>
            </a:r>
          </a:p>
          <a:p>
            <a:pPr marL="0"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afbeeldings-pictogram in het midden van het fotovak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1" cap="all"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VERVANGEN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Verwijder de foto door op </a:t>
            </a:r>
            <a:r>
              <a:rPr lang="nl-NL" sz="900" b="0" u="none" baseline="0" noProof="1">
                <a:solidFill>
                  <a:srgbClr val="515F67"/>
                </a:solidFill>
                <a:latin typeface="Arial Black" panose="020B0A04020102020204" pitchFamily="34" charset="0"/>
                <a:cs typeface="Arial" panose="020B0604020202020204" pitchFamily="34" charset="0"/>
              </a:rPr>
              <a:t>Delete</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drukken.</a:t>
            </a:r>
          </a:p>
          <a:p>
            <a:pPr marL="108000" indent="-10800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Klik op het afbeeldings-pictogram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BIJSNIJDEN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br>
              <a:rPr lang="nl-NL" sz="900" baseline="0" noProof="1">
                <a:solidFill>
                  <a:srgbClr val="515F67"/>
                </a:solidFill>
                <a:latin typeface="Arial" panose="020B0604020202020204" pitchFamily="34" charset="0"/>
                <a:cs typeface="Arial" panose="020B0604020202020204" pitchFamily="34" charset="0"/>
              </a:rPr>
            </a:br>
            <a:r>
              <a:rPr lang="nl-NL" sz="900" baseline="0" noProof="1">
                <a:solidFill>
                  <a:srgbClr val="515F67"/>
                </a:solidFill>
                <a:latin typeface="Arial" panose="020B0604020202020204" pitchFamily="34" charset="0"/>
                <a:cs typeface="Arial" panose="020B0604020202020204" pitchFamily="34" charset="0"/>
              </a:rPr>
              <a:t>De tab ‘Afbeeldingsopmaak’ verschijnt.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het onderste deel van de knop </a:t>
            </a:r>
            <a:r>
              <a:rPr lang="nl-NL" sz="900" baseline="0" noProof="1">
                <a:solidFill>
                  <a:srgbClr val="515F67"/>
                </a:solidFill>
                <a:latin typeface="Arial Black" panose="020B0A04020102020204" pitchFamily="34" charset="0"/>
                <a:cs typeface="Arial" panose="020B0604020202020204" pitchFamily="34" charset="0"/>
              </a:rPr>
              <a:t>Bijsnijden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optie </a:t>
            </a:r>
            <a:r>
              <a:rPr lang="nl-NL" sz="900" b="0" baseline="0" noProof="1">
                <a:solidFill>
                  <a:srgbClr val="515F67"/>
                </a:solidFill>
                <a:latin typeface="Arial Black" panose="020B0A04020102020204" pitchFamily="34" charset="0"/>
                <a:cs typeface="Arial" panose="020B0604020202020204" pitchFamily="34" charset="0"/>
              </a:rPr>
              <a:t>Opvullen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Houd eventueel de </a:t>
            </a:r>
            <a:r>
              <a:rPr lang="nl-NL" sz="900" b="0" baseline="0" noProof="1">
                <a:solidFill>
                  <a:srgbClr val="515F67"/>
                </a:solidFill>
                <a:latin typeface="Arial Black" panose="020B0A04020102020204" pitchFamily="34" charset="0"/>
                <a:cs typeface="Arial" panose="020B0604020202020204" pitchFamily="34" charset="0"/>
              </a:rPr>
              <a:t>Shift-toets</a:t>
            </a:r>
            <a:r>
              <a:rPr lang="nl-NL" sz="900" baseline="0" noProof="1">
                <a:solidFill>
                  <a:srgbClr val="515F67"/>
                </a:solidFill>
                <a:latin typeface="Arial" panose="020B0604020202020204" pitchFamily="34" charset="0"/>
                <a:cs typeface="Arial" panose="020B0604020202020204" pitchFamily="34" charset="0"/>
              </a:rPr>
              <a:t> ingedrukt en sleep de foto zodat het juiste deel van de foto wordt getoond. </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naast de dia.</a:t>
            </a:r>
          </a:p>
        </p:txBody>
      </p:sp>
    </p:spTree>
    <p:extLst>
      <p:ext uri="{BB962C8B-B14F-4D97-AF65-F5344CB8AC3E}">
        <p14:creationId xmlns:p14="http://schemas.microsoft.com/office/powerpoint/2010/main" val="180033143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el en object (wit+2/3 foto)">
    <p:spTree>
      <p:nvGrpSpPr>
        <p:cNvPr id="1" name=""/>
        <p:cNvGrpSpPr/>
        <p:nvPr/>
      </p:nvGrpSpPr>
      <p:grpSpPr>
        <a:xfrm>
          <a:off x="0" y="0"/>
          <a:ext cx="0" cy="0"/>
          <a:chOff x="0" y="0"/>
          <a:chExt cx="0" cy="0"/>
        </a:xfrm>
      </p:grpSpPr>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4" name="Rechthoek 3"/>
          <p:cNvSpPr/>
          <p:nvPr/>
        </p:nvSpPr>
        <p:spPr>
          <a:xfrm>
            <a:off x="0" y="-1"/>
            <a:ext cx="12192000" cy="591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6" name="Picture Placeholder 7"/>
          <p:cNvSpPr>
            <a:spLocks noGrp="1"/>
          </p:cNvSpPr>
          <p:nvPr>
            <p:ph type="pic" sz="quarter" idx="10" hasCustomPrompt="1"/>
          </p:nvPr>
        </p:nvSpPr>
        <p:spPr>
          <a:xfrm>
            <a:off x="4080000" y="0"/>
            <a:ext cx="8112000" cy="6858000"/>
          </a:xfrm>
          <a:solidFill>
            <a:schemeClr val="bg1">
              <a:lumMod val="95000"/>
            </a:schemeClr>
          </a:solidFill>
        </p:spPr>
        <p:txBody>
          <a:bodyPr>
            <a:normAutofit/>
          </a:bodyPr>
          <a:lstStyle>
            <a:lvl1pPr marL="0" indent="0" algn="ctr">
              <a:buNone/>
              <a:defRPr sz="1200" baseline="0"/>
            </a:lvl1pPr>
          </a:lstStyle>
          <a:p>
            <a:r>
              <a:rPr lang="nl-NL"/>
              <a:t>Klik op het </a:t>
            </a:r>
            <a:br>
              <a:rPr lang="nl-NL"/>
            </a:br>
            <a:r>
              <a:rPr lang="nl-NL"/>
              <a:t>afbeeldingspictogram en </a:t>
            </a:r>
            <a:br>
              <a:rPr lang="nl-NL"/>
            </a:br>
            <a:r>
              <a:rPr lang="nl-NL"/>
              <a:t>voeg je eigen foto in</a:t>
            </a:r>
            <a:r>
              <a:rPr lang="nl-NL" noProof="0"/>
              <a:t>.</a:t>
            </a:r>
          </a:p>
        </p:txBody>
      </p:sp>
      <p:sp>
        <p:nvSpPr>
          <p:cNvPr id="11" name="Tekstvak 10">
            <a:extLst>
              <a:ext uri="{FF2B5EF4-FFF2-40B4-BE49-F238E27FC236}">
                <a16:creationId xmlns:a16="http://schemas.microsoft.com/office/drawing/2014/main" id="{E4520427-BA8E-4D38-95EF-C9120025EE09}"/>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 (wit+2/3 foto)</a:t>
            </a:r>
          </a:p>
        </p:txBody>
      </p:sp>
      <p:pic>
        <p:nvPicPr>
          <p:cNvPr id="13" name="Afbeelding 12">
            <a:extLst>
              <a:ext uri="{FF2B5EF4-FFF2-40B4-BE49-F238E27FC236}">
                <a16:creationId xmlns:a16="http://schemas.microsoft.com/office/drawing/2014/main" id="{45BB2FBE-FC88-42C6-9174-5B42C6FFF55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4" name="Afbeelding 13">
            <a:extLst>
              <a:ext uri="{FF2B5EF4-FFF2-40B4-BE49-F238E27FC236}">
                <a16:creationId xmlns:a16="http://schemas.microsoft.com/office/drawing/2014/main" id="{DFF4EBA5-603A-445C-8AD1-3851C6AF8F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5" name="Afbeelding 14">
            <a:extLst>
              <a:ext uri="{FF2B5EF4-FFF2-40B4-BE49-F238E27FC236}">
                <a16:creationId xmlns:a16="http://schemas.microsoft.com/office/drawing/2014/main" id="{5842EA36-C2FD-4BE7-A75F-AF0D849969C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sp>
        <p:nvSpPr>
          <p:cNvPr id="16" name="Tekstvak 15">
            <a:extLst>
              <a:ext uri="{FF2B5EF4-FFF2-40B4-BE49-F238E27FC236}">
                <a16:creationId xmlns:a16="http://schemas.microsoft.com/office/drawing/2014/main" id="{8B6077C4-AF02-4848-AD0D-4DD038E4E57A}"/>
              </a:ext>
            </a:extLst>
          </p:cNvPr>
          <p:cNvSpPr txBox="1"/>
          <p:nvPr/>
        </p:nvSpPr>
        <p:spPr>
          <a:xfrm>
            <a:off x="12478626" y="-36000"/>
            <a:ext cx="2088000" cy="4911024"/>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INVOEGEN</a:t>
            </a:r>
          </a:p>
          <a:p>
            <a:pPr marL="0"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afbeeldings-pictogram in het midden van het fotovak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1" cap="all"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VERVANGEN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Verwijder de foto door op </a:t>
            </a:r>
            <a:r>
              <a:rPr lang="nl-NL" sz="900" b="0" u="none" baseline="0" noProof="1">
                <a:solidFill>
                  <a:srgbClr val="515F67"/>
                </a:solidFill>
                <a:latin typeface="Arial Black" panose="020B0A04020102020204" pitchFamily="34" charset="0"/>
                <a:cs typeface="Arial" panose="020B0604020202020204" pitchFamily="34" charset="0"/>
              </a:rPr>
              <a:t>Delete</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drukken.</a:t>
            </a:r>
          </a:p>
          <a:p>
            <a:pPr marL="108000" indent="-10800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Klik op het afbeeldings-pictogram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BIJSNIJDEN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br>
              <a:rPr lang="nl-NL" sz="900" baseline="0" noProof="1">
                <a:solidFill>
                  <a:srgbClr val="515F67"/>
                </a:solidFill>
                <a:latin typeface="Arial" panose="020B0604020202020204" pitchFamily="34" charset="0"/>
                <a:cs typeface="Arial" panose="020B0604020202020204" pitchFamily="34" charset="0"/>
              </a:rPr>
            </a:br>
            <a:r>
              <a:rPr lang="nl-NL" sz="900" baseline="0" noProof="1">
                <a:solidFill>
                  <a:srgbClr val="515F67"/>
                </a:solidFill>
                <a:latin typeface="Arial" panose="020B0604020202020204" pitchFamily="34" charset="0"/>
                <a:cs typeface="Arial" panose="020B0604020202020204" pitchFamily="34" charset="0"/>
              </a:rPr>
              <a:t>De tab ‘Afbeeldingsopmaak’ verschijnt.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het onderste deel van de knop </a:t>
            </a:r>
            <a:r>
              <a:rPr lang="nl-NL" sz="900" baseline="0" noProof="1">
                <a:solidFill>
                  <a:srgbClr val="515F67"/>
                </a:solidFill>
                <a:latin typeface="Arial Black" panose="020B0A04020102020204" pitchFamily="34" charset="0"/>
                <a:cs typeface="Arial" panose="020B0604020202020204" pitchFamily="34" charset="0"/>
              </a:rPr>
              <a:t>Bijsnijden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optie </a:t>
            </a:r>
            <a:r>
              <a:rPr lang="nl-NL" sz="900" b="0" baseline="0" noProof="1">
                <a:solidFill>
                  <a:srgbClr val="515F67"/>
                </a:solidFill>
                <a:latin typeface="Arial Black" panose="020B0A04020102020204" pitchFamily="34" charset="0"/>
                <a:cs typeface="Arial" panose="020B0604020202020204" pitchFamily="34" charset="0"/>
              </a:rPr>
              <a:t>Opvullen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Houd eventueel de </a:t>
            </a:r>
            <a:r>
              <a:rPr lang="nl-NL" sz="900" b="0" baseline="0" noProof="1">
                <a:solidFill>
                  <a:srgbClr val="515F67"/>
                </a:solidFill>
                <a:latin typeface="Arial Black" panose="020B0A04020102020204" pitchFamily="34" charset="0"/>
                <a:cs typeface="Arial" panose="020B0604020202020204" pitchFamily="34" charset="0"/>
              </a:rPr>
              <a:t>Shift-toets</a:t>
            </a:r>
            <a:r>
              <a:rPr lang="nl-NL" sz="900" baseline="0" noProof="1">
                <a:solidFill>
                  <a:srgbClr val="515F67"/>
                </a:solidFill>
                <a:latin typeface="Arial" panose="020B0604020202020204" pitchFamily="34" charset="0"/>
                <a:cs typeface="Arial" panose="020B0604020202020204" pitchFamily="34" charset="0"/>
              </a:rPr>
              <a:t> ingedrukt en sleep de foto zodat het juiste deel van de foto wordt getoond. </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naast de dia.</a:t>
            </a:r>
          </a:p>
        </p:txBody>
      </p:sp>
      <p:sp>
        <p:nvSpPr>
          <p:cNvPr id="3" name="Titel 2">
            <a:extLst>
              <a:ext uri="{FF2B5EF4-FFF2-40B4-BE49-F238E27FC236}">
                <a16:creationId xmlns:a16="http://schemas.microsoft.com/office/drawing/2014/main" id="{572574B8-641E-4642-A1D6-57EB1E59FBC1}"/>
              </a:ext>
            </a:extLst>
          </p:cNvPr>
          <p:cNvSpPr>
            <a:spLocks noGrp="1"/>
          </p:cNvSpPr>
          <p:nvPr>
            <p:ph type="title"/>
          </p:nvPr>
        </p:nvSpPr>
        <p:spPr>
          <a:xfrm>
            <a:off x="672000" y="1026000"/>
            <a:ext cx="3121374" cy="666000"/>
          </a:xfrm>
        </p:spPr>
        <p:txBody>
          <a:bodyPr/>
          <a:lstStyle/>
          <a:p>
            <a:r>
              <a:rPr lang="en-US"/>
              <a:t>Click to edit Master title style</a:t>
            </a:r>
            <a:endParaRPr lang="en-GB"/>
          </a:p>
        </p:txBody>
      </p:sp>
      <p:sp>
        <p:nvSpPr>
          <p:cNvPr id="12" name="Tijdelijke aanduiding voor inhoud 2">
            <a:extLst>
              <a:ext uri="{FF2B5EF4-FFF2-40B4-BE49-F238E27FC236}">
                <a16:creationId xmlns:a16="http://schemas.microsoft.com/office/drawing/2014/main" id="{41D107AE-6AC5-4E94-825B-476C4EB5AD0E}"/>
              </a:ext>
            </a:extLst>
          </p:cNvPr>
          <p:cNvSpPr>
            <a:spLocks noGrp="1"/>
          </p:cNvSpPr>
          <p:nvPr>
            <p:ph idx="1"/>
          </p:nvPr>
        </p:nvSpPr>
        <p:spPr>
          <a:xfrm>
            <a:off x="670987" y="1764000"/>
            <a:ext cx="3121374" cy="414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3801922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el en object (groen)">
    <p:spTree>
      <p:nvGrpSpPr>
        <p:cNvPr id="1" name=""/>
        <p:cNvGrpSpPr/>
        <p:nvPr/>
      </p:nvGrpSpPr>
      <p:grpSpPr>
        <a:xfrm>
          <a:off x="0" y="0"/>
          <a:ext cx="0" cy="0"/>
          <a:chOff x="0" y="0"/>
          <a:chExt cx="0" cy="0"/>
        </a:xfrm>
      </p:grpSpPr>
      <p:sp>
        <p:nvSpPr>
          <p:cNvPr id="4" name="Rechthoek 3"/>
          <p:cNvSpPr/>
          <p:nvPr/>
        </p:nvSpPr>
        <p:spPr>
          <a:xfrm>
            <a:off x="0" y="-1"/>
            <a:ext cx="12192000"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Tijdelijke aanduiding voor inhoud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chemeClr val="bg1"/>
                </a:solidFill>
              </a:defRPr>
            </a:lvl1pPr>
          </a:lstStyle>
          <a:p>
            <a:fld id="{4ABABD56-4143-49FB-826B-FECBCEF91FBB}" type="slidenum">
              <a:rPr lang="nl-NL" smtClean="0"/>
              <a:t>‹#›</a:t>
            </a:fld>
            <a:endParaRPr lang="nl-NL"/>
          </a:p>
        </p:txBody>
      </p:sp>
      <p:sp>
        <p:nvSpPr>
          <p:cNvPr id="7" name="Tekstvak 6">
            <a:extLst>
              <a:ext uri="{FF2B5EF4-FFF2-40B4-BE49-F238E27FC236}">
                <a16:creationId xmlns:a16="http://schemas.microsoft.com/office/drawing/2014/main" id="{86EBFDE8-B5CE-401E-8469-26933AAE4F33}"/>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 (groen)</a:t>
            </a:r>
          </a:p>
        </p:txBody>
      </p:sp>
      <p:pic>
        <p:nvPicPr>
          <p:cNvPr id="13" name="Afbeelding 12">
            <a:extLst>
              <a:ext uri="{FF2B5EF4-FFF2-40B4-BE49-F238E27FC236}">
                <a16:creationId xmlns:a16="http://schemas.microsoft.com/office/drawing/2014/main" id="{D25D200E-0D89-4918-8FEC-8C4416C12CC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303910" y="6201364"/>
            <a:ext cx="1151315" cy="445707"/>
          </a:xfrm>
          <a:prstGeom prst="rect">
            <a:avLst/>
          </a:prstGeom>
        </p:spPr>
      </p:pic>
    </p:spTree>
    <p:extLst>
      <p:ext uri="{BB962C8B-B14F-4D97-AF65-F5344CB8AC3E}">
        <p14:creationId xmlns:p14="http://schemas.microsoft.com/office/powerpoint/2010/main" val="122188501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itel en object (groen+1/3 foto)">
    <p:spTree>
      <p:nvGrpSpPr>
        <p:cNvPr id="1" name=""/>
        <p:cNvGrpSpPr/>
        <p:nvPr/>
      </p:nvGrpSpPr>
      <p:grpSpPr>
        <a:xfrm>
          <a:off x="0" y="0"/>
          <a:ext cx="0" cy="0"/>
          <a:chOff x="0" y="0"/>
          <a:chExt cx="0" cy="0"/>
        </a:xfrm>
      </p:grpSpPr>
      <p:sp>
        <p:nvSpPr>
          <p:cNvPr id="7" name="Rechthoek 6"/>
          <p:cNvSpPr/>
          <p:nvPr/>
        </p:nvSpPr>
        <p:spPr>
          <a:xfrm>
            <a:off x="0" y="-1"/>
            <a:ext cx="12192000"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p:cNvSpPr>
            <a:spLocks noGrp="1"/>
          </p:cNvSpPr>
          <p:nvPr>
            <p:ph type="title"/>
          </p:nvPr>
        </p:nvSpPr>
        <p:spPr>
          <a:xfrm>
            <a:off x="670986" y="1026000"/>
            <a:ext cx="7122865" cy="666000"/>
          </a:xfrm>
        </p:spPr>
        <p:txBody>
          <a:bodyPr/>
          <a:lstStyle>
            <a:lvl1pPr>
              <a:defRPr>
                <a:solidFill>
                  <a:schemeClr val="bg1"/>
                </a:solidFill>
              </a:defRPr>
            </a:lvl1pPr>
          </a:lstStyle>
          <a:p>
            <a:r>
              <a:rPr lang="en-US"/>
              <a:t>Click to edit Master title style</a:t>
            </a:r>
          </a:p>
        </p:txBody>
      </p:sp>
      <p:sp>
        <p:nvSpPr>
          <p:cNvPr id="3" name="Tijdelijke aanduiding voor inhoud 2"/>
          <p:cNvSpPr>
            <a:spLocks noGrp="1"/>
          </p:cNvSpPr>
          <p:nvPr>
            <p:ph idx="1"/>
          </p:nvPr>
        </p:nvSpPr>
        <p:spPr>
          <a:xfrm>
            <a:off x="670986" y="1764000"/>
            <a:ext cx="7122865" cy="414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6" name="Picture Placeholder 7"/>
          <p:cNvSpPr>
            <a:spLocks noGrp="1"/>
          </p:cNvSpPr>
          <p:nvPr>
            <p:ph type="pic" sz="quarter" idx="10" hasCustomPrompt="1"/>
          </p:nvPr>
        </p:nvSpPr>
        <p:spPr>
          <a:xfrm>
            <a:off x="8225369" y="0"/>
            <a:ext cx="3966633" cy="6858000"/>
          </a:xfrm>
          <a:solidFill>
            <a:schemeClr val="bg1">
              <a:lumMod val="95000"/>
            </a:schemeClr>
          </a:solidFill>
        </p:spPr>
        <p:txBody>
          <a:bodyPr>
            <a:normAutofit/>
          </a:bodyPr>
          <a:lstStyle>
            <a:lvl1pPr marL="0" indent="0" algn="ctr">
              <a:buNone/>
              <a:defRPr sz="1200" baseline="0"/>
            </a:lvl1pPr>
          </a:lstStyle>
          <a:p>
            <a:r>
              <a:rPr lang="nl-NL"/>
              <a:t>Klik op het </a:t>
            </a:r>
            <a:br>
              <a:rPr lang="nl-NL"/>
            </a:br>
            <a:r>
              <a:rPr lang="nl-NL"/>
              <a:t>afbeeldingspictogram en </a:t>
            </a:r>
            <a:br>
              <a:rPr lang="nl-NL"/>
            </a:br>
            <a:r>
              <a:rPr lang="nl-NL"/>
              <a:t>voeg je eigen foto in</a:t>
            </a:r>
            <a:r>
              <a:rPr lang="nl-NL" noProof="0"/>
              <a:t>.</a:t>
            </a:r>
          </a:p>
        </p:txBody>
      </p:sp>
      <p:sp>
        <p:nvSpPr>
          <p:cNvPr id="13" name="Tekstvak 12">
            <a:extLst>
              <a:ext uri="{FF2B5EF4-FFF2-40B4-BE49-F238E27FC236}">
                <a16:creationId xmlns:a16="http://schemas.microsoft.com/office/drawing/2014/main" id="{4C1CB270-3104-4523-AB85-86B0C678E631}"/>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 (groen+1/3 foto)</a:t>
            </a:r>
          </a:p>
        </p:txBody>
      </p:sp>
      <p:pic>
        <p:nvPicPr>
          <p:cNvPr id="15" name="Afbeelding 14">
            <a:extLst>
              <a:ext uri="{FF2B5EF4-FFF2-40B4-BE49-F238E27FC236}">
                <a16:creationId xmlns:a16="http://schemas.microsoft.com/office/drawing/2014/main" id="{44AFC8A0-D9D9-4FDC-AA0B-3AC152C587D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6" name="Afbeelding 15">
            <a:extLst>
              <a:ext uri="{FF2B5EF4-FFF2-40B4-BE49-F238E27FC236}">
                <a16:creationId xmlns:a16="http://schemas.microsoft.com/office/drawing/2014/main" id="{27B4DFB2-E726-48CA-BF58-470D84AEE44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7" name="Afbeelding 16">
            <a:extLst>
              <a:ext uri="{FF2B5EF4-FFF2-40B4-BE49-F238E27FC236}">
                <a16:creationId xmlns:a16="http://schemas.microsoft.com/office/drawing/2014/main" id="{78BF8541-7B2F-4AF1-98D2-F872725BD3C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sp>
        <p:nvSpPr>
          <p:cNvPr id="18" name="Tekstvak 17">
            <a:extLst>
              <a:ext uri="{FF2B5EF4-FFF2-40B4-BE49-F238E27FC236}">
                <a16:creationId xmlns:a16="http://schemas.microsoft.com/office/drawing/2014/main" id="{5024C2AF-5528-434F-92BD-EC588604F841}"/>
              </a:ext>
            </a:extLst>
          </p:cNvPr>
          <p:cNvSpPr txBox="1"/>
          <p:nvPr/>
        </p:nvSpPr>
        <p:spPr>
          <a:xfrm>
            <a:off x="12478626" y="-36000"/>
            <a:ext cx="2088000" cy="4911024"/>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INVOEGEN</a:t>
            </a:r>
          </a:p>
          <a:p>
            <a:pPr marL="0"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afbeeldings-pictogram in het midden van het fotovak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1" cap="all"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VERVANGEN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Verwijder de foto door op </a:t>
            </a:r>
            <a:r>
              <a:rPr lang="nl-NL" sz="900" b="0" u="none" baseline="0" noProof="1">
                <a:solidFill>
                  <a:srgbClr val="515F67"/>
                </a:solidFill>
                <a:latin typeface="Arial Black" panose="020B0A04020102020204" pitchFamily="34" charset="0"/>
                <a:cs typeface="Arial" panose="020B0604020202020204" pitchFamily="34" charset="0"/>
              </a:rPr>
              <a:t>Delete</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drukken.</a:t>
            </a:r>
          </a:p>
          <a:p>
            <a:pPr marL="108000" indent="-10800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Klik op het afbeeldings-pictogram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BIJSNIJDEN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br>
              <a:rPr lang="nl-NL" sz="900" baseline="0" noProof="1">
                <a:solidFill>
                  <a:srgbClr val="515F67"/>
                </a:solidFill>
                <a:latin typeface="Arial" panose="020B0604020202020204" pitchFamily="34" charset="0"/>
                <a:cs typeface="Arial" panose="020B0604020202020204" pitchFamily="34" charset="0"/>
              </a:rPr>
            </a:br>
            <a:r>
              <a:rPr lang="nl-NL" sz="900" baseline="0" noProof="1">
                <a:solidFill>
                  <a:srgbClr val="515F67"/>
                </a:solidFill>
                <a:latin typeface="Arial" panose="020B0604020202020204" pitchFamily="34" charset="0"/>
                <a:cs typeface="Arial" panose="020B0604020202020204" pitchFamily="34" charset="0"/>
              </a:rPr>
              <a:t>De tab ‘Afbeeldingsopmaak’ verschijnt.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het onderste deel van de knop </a:t>
            </a:r>
            <a:r>
              <a:rPr lang="nl-NL" sz="900" baseline="0" noProof="1">
                <a:solidFill>
                  <a:srgbClr val="515F67"/>
                </a:solidFill>
                <a:latin typeface="Arial Black" panose="020B0A04020102020204" pitchFamily="34" charset="0"/>
                <a:cs typeface="Arial" panose="020B0604020202020204" pitchFamily="34" charset="0"/>
              </a:rPr>
              <a:t>Bijsnijden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optie </a:t>
            </a:r>
            <a:r>
              <a:rPr lang="nl-NL" sz="900" b="0" baseline="0" noProof="1">
                <a:solidFill>
                  <a:srgbClr val="515F67"/>
                </a:solidFill>
                <a:latin typeface="Arial Black" panose="020B0A04020102020204" pitchFamily="34" charset="0"/>
                <a:cs typeface="Arial" panose="020B0604020202020204" pitchFamily="34" charset="0"/>
              </a:rPr>
              <a:t>Opvullen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Houd eventueel de </a:t>
            </a:r>
            <a:r>
              <a:rPr lang="nl-NL" sz="900" b="0" baseline="0" noProof="1">
                <a:solidFill>
                  <a:srgbClr val="515F67"/>
                </a:solidFill>
                <a:latin typeface="Arial Black" panose="020B0A04020102020204" pitchFamily="34" charset="0"/>
                <a:cs typeface="Arial" panose="020B0604020202020204" pitchFamily="34" charset="0"/>
              </a:rPr>
              <a:t>Shift-toets</a:t>
            </a:r>
            <a:r>
              <a:rPr lang="nl-NL" sz="900" baseline="0" noProof="1">
                <a:solidFill>
                  <a:srgbClr val="515F67"/>
                </a:solidFill>
                <a:latin typeface="Arial" panose="020B0604020202020204" pitchFamily="34" charset="0"/>
                <a:cs typeface="Arial" panose="020B0604020202020204" pitchFamily="34" charset="0"/>
              </a:rPr>
              <a:t> ingedrukt en sleep de foto zodat het juiste deel van de foto wordt getoond. </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naast de dia.</a:t>
            </a:r>
          </a:p>
        </p:txBody>
      </p:sp>
      <p:pic>
        <p:nvPicPr>
          <p:cNvPr id="20" name="Afbeelding 19">
            <a:extLst>
              <a:ext uri="{FF2B5EF4-FFF2-40B4-BE49-F238E27FC236}">
                <a16:creationId xmlns:a16="http://schemas.microsoft.com/office/drawing/2014/main" id="{26F5C812-23F5-4050-AC64-729B0E48218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03910" y="6201364"/>
            <a:ext cx="1151315" cy="445707"/>
          </a:xfrm>
          <a:prstGeom prst="rect">
            <a:avLst/>
          </a:prstGeom>
        </p:spPr>
      </p:pic>
    </p:spTree>
    <p:extLst>
      <p:ext uri="{BB962C8B-B14F-4D97-AF65-F5344CB8AC3E}">
        <p14:creationId xmlns:p14="http://schemas.microsoft.com/office/powerpoint/2010/main" val="234187516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el en object (groen+2/3 foto)">
    <p:spTree>
      <p:nvGrpSpPr>
        <p:cNvPr id="1" name=""/>
        <p:cNvGrpSpPr/>
        <p:nvPr/>
      </p:nvGrpSpPr>
      <p:grpSpPr>
        <a:xfrm>
          <a:off x="0" y="0"/>
          <a:ext cx="0" cy="0"/>
          <a:chOff x="0" y="0"/>
          <a:chExt cx="0" cy="0"/>
        </a:xfrm>
      </p:grpSpPr>
      <p:sp>
        <p:nvSpPr>
          <p:cNvPr id="7" name="Rechthoek 6"/>
          <p:cNvSpPr/>
          <p:nvPr/>
        </p:nvSpPr>
        <p:spPr>
          <a:xfrm>
            <a:off x="0" y="-1"/>
            <a:ext cx="12192000"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6" name="Picture Placeholder 7"/>
          <p:cNvSpPr>
            <a:spLocks noGrp="1"/>
          </p:cNvSpPr>
          <p:nvPr>
            <p:ph type="pic" sz="quarter" idx="10" hasCustomPrompt="1"/>
          </p:nvPr>
        </p:nvSpPr>
        <p:spPr>
          <a:xfrm>
            <a:off x="4080000" y="0"/>
            <a:ext cx="8112000" cy="6858000"/>
          </a:xfrm>
          <a:solidFill>
            <a:schemeClr val="bg1">
              <a:lumMod val="95000"/>
            </a:schemeClr>
          </a:solidFill>
        </p:spPr>
        <p:txBody>
          <a:bodyPr>
            <a:normAutofit/>
          </a:bodyPr>
          <a:lstStyle>
            <a:lvl1pPr marL="0" indent="0" algn="ctr">
              <a:buNone/>
              <a:defRPr sz="1200" baseline="0"/>
            </a:lvl1pPr>
          </a:lstStyle>
          <a:p>
            <a:r>
              <a:rPr lang="nl-NL"/>
              <a:t>Klik op het </a:t>
            </a:r>
            <a:br>
              <a:rPr lang="nl-NL"/>
            </a:br>
            <a:r>
              <a:rPr lang="nl-NL"/>
              <a:t>afbeeldingspictogram en </a:t>
            </a:r>
            <a:br>
              <a:rPr lang="nl-NL"/>
            </a:br>
            <a:r>
              <a:rPr lang="nl-NL"/>
              <a:t>voeg je eigen foto in</a:t>
            </a:r>
            <a:r>
              <a:rPr lang="nl-NL" noProof="0"/>
              <a:t>.</a:t>
            </a:r>
          </a:p>
        </p:txBody>
      </p:sp>
      <p:sp>
        <p:nvSpPr>
          <p:cNvPr id="13" name="Tekstvak 12">
            <a:extLst>
              <a:ext uri="{FF2B5EF4-FFF2-40B4-BE49-F238E27FC236}">
                <a16:creationId xmlns:a16="http://schemas.microsoft.com/office/drawing/2014/main" id="{F710D2C9-CBE6-4CD7-81BB-91DEE2FE3712}"/>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 (groen+2/3 foto)</a:t>
            </a:r>
          </a:p>
        </p:txBody>
      </p:sp>
      <p:pic>
        <p:nvPicPr>
          <p:cNvPr id="15" name="Afbeelding 14">
            <a:extLst>
              <a:ext uri="{FF2B5EF4-FFF2-40B4-BE49-F238E27FC236}">
                <a16:creationId xmlns:a16="http://schemas.microsoft.com/office/drawing/2014/main" id="{AD136605-3DEF-465E-8B56-319FC4B68D8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6" name="Afbeelding 15">
            <a:extLst>
              <a:ext uri="{FF2B5EF4-FFF2-40B4-BE49-F238E27FC236}">
                <a16:creationId xmlns:a16="http://schemas.microsoft.com/office/drawing/2014/main" id="{40250544-D823-418F-966E-C7D8943C203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7" name="Afbeelding 16">
            <a:extLst>
              <a:ext uri="{FF2B5EF4-FFF2-40B4-BE49-F238E27FC236}">
                <a16:creationId xmlns:a16="http://schemas.microsoft.com/office/drawing/2014/main" id="{2968F752-43C6-425E-9342-5E238901A72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sp>
        <p:nvSpPr>
          <p:cNvPr id="18" name="Tekstvak 17">
            <a:extLst>
              <a:ext uri="{FF2B5EF4-FFF2-40B4-BE49-F238E27FC236}">
                <a16:creationId xmlns:a16="http://schemas.microsoft.com/office/drawing/2014/main" id="{46267936-07FE-4EFB-8513-36D661469332}"/>
              </a:ext>
            </a:extLst>
          </p:cNvPr>
          <p:cNvSpPr txBox="1"/>
          <p:nvPr/>
        </p:nvSpPr>
        <p:spPr>
          <a:xfrm>
            <a:off x="12478626" y="-36000"/>
            <a:ext cx="2088000" cy="4911024"/>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INVOEGEN</a:t>
            </a:r>
          </a:p>
          <a:p>
            <a:pPr marL="0"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afbeeldings-pictogram in het midden van het fotovak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1" cap="all"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VERVANGEN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Verwijder de foto door op </a:t>
            </a:r>
            <a:r>
              <a:rPr lang="nl-NL" sz="900" b="0" u="none" baseline="0" noProof="1">
                <a:solidFill>
                  <a:srgbClr val="515F67"/>
                </a:solidFill>
                <a:latin typeface="Arial Black" panose="020B0A04020102020204" pitchFamily="34" charset="0"/>
                <a:cs typeface="Arial" panose="020B0604020202020204" pitchFamily="34" charset="0"/>
              </a:rPr>
              <a:t>Delete</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drukken.</a:t>
            </a:r>
          </a:p>
          <a:p>
            <a:pPr marL="108000" indent="-10800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Klik op het afbeeldings-pictogram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BIJSNIJDEN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br>
              <a:rPr lang="nl-NL" sz="900" baseline="0" noProof="1">
                <a:solidFill>
                  <a:srgbClr val="515F67"/>
                </a:solidFill>
                <a:latin typeface="Arial" panose="020B0604020202020204" pitchFamily="34" charset="0"/>
                <a:cs typeface="Arial" panose="020B0604020202020204" pitchFamily="34" charset="0"/>
              </a:rPr>
            </a:br>
            <a:r>
              <a:rPr lang="nl-NL" sz="900" baseline="0" noProof="1">
                <a:solidFill>
                  <a:srgbClr val="515F67"/>
                </a:solidFill>
                <a:latin typeface="Arial" panose="020B0604020202020204" pitchFamily="34" charset="0"/>
                <a:cs typeface="Arial" panose="020B0604020202020204" pitchFamily="34" charset="0"/>
              </a:rPr>
              <a:t>De tab ‘Afbeeldingsopmaak’ verschijnt.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het onderste deel van de knop </a:t>
            </a:r>
            <a:r>
              <a:rPr lang="nl-NL" sz="900" baseline="0" noProof="1">
                <a:solidFill>
                  <a:srgbClr val="515F67"/>
                </a:solidFill>
                <a:latin typeface="Arial Black" panose="020B0A04020102020204" pitchFamily="34" charset="0"/>
                <a:cs typeface="Arial" panose="020B0604020202020204" pitchFamily="34" charset="0"/>
              </a:rPr>
              <a:t>Bijsnijden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optie </a:t>
            </a:r>
            <a:r>
              <a:rPr lang="nl-NL" sz="900" b="0" baseline="0" noProof="1">
                <a:solidFill>
                  <a:srgbClr val="515F67"/>
                </a:solidFill>
                <a:latin typeface="Arial Black" panose="020B0A04020102020204" pitchFamily="34" charset="0"/>
                <a:cs typeface="Arial" panose="020B0604020202020204" pitchFamily="34" charset="0"/>
              </a:rPr>
              <a:t>Opvullen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Houd eventueel de </a:t>
            </a:r>
            <a:r>
              <a:rPr lang="nl-NL" sz="900" b="0" baseline="0" noProof="1">
                <a:solidFill>
                  <a:srgbClr val="515F67"/>
                </a:solidFill>
                <a:latin typeface="Arial Black" panose="020B0A04020102020204" pitchFamily="34" charset="0"/>
                <a:cs typeface="Arial" panose="020B0604020202020204" pitchFamily="34" charset="0"/>
              </a:rPr>
              <a:t>Shift-toets</a:t>
            </a:r>
            <a:r>
              <a:rPr lang="nl-NL" sz="900" baseline="0" noProof="1">
                <a:solidFill>
                  <a:srgbClr val="515F67"/>
                </a:solidFill>
                <a:latin typeface="Arial" panose="020B0604020202020204" pitchFamily="34" charset="0"/>
                <a:cs typeface="Arial" panose="020B0604020202020204" pitchFamily="34" charset="0"/>
              </a:rPr>
              <a:t> ingedrukt en sleep de foto zodat het juiste deel van de foto wordt getoond. </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naast de dia.</a:t>
            </a:r>
          </a:p>
        </p:txBody>
      </p:sp>
      <p:sp>
        <p:nvSpPr>
          <p:cNvPr id="14" name="Titel 2">
            <a:extLst>
              <a:ext uri="{FF2B5EF4-FFF2-40B4-BE49-F238E27FC236}">
                <a16:creationId xmlns:a16="http://schemas.microsoft.com/office/drawing/2014/main" id="{E59E2A4A-E906-40C2-9FE4-8D70A8B6AF0E}"/>
              </a:ext>
            </a:extLst>
          </p:cNvPr>
          <p:cNvSpPr>
            <a:spLocks noGrp="1"/>
          </p:cNvSpPr>
          <p:nvPr>
            <p:ph type="title"/>
          </p:nvPr>
        </p:nvSpPr>
        <p:spPr>
          <a:xfrm>
            <a:off x="672000" y="1026000"/>
            <a:ext cx="3121374" cy="666000"/>
          </a:xfrm>
        </p:spPr>
        <p:txBody>
          <a:bodyPr/>
          <a:lstStyle>
            <a:lvl1pPr>
              <a:defRPr>
                <a:solidFill>
                  <a:schemeClr val="bg1"/>
                </a:solidFill>
              </a:defRPr>
            </a:lvl1pPr>
          </a:lstStyle>
          <a:p>
            <a:r>
              <a:rPr lang="en-US"/>
              <a:t>Click to edit Master title style</a:t>
            </a:r>
            <a:endParaRPr lang="en-GB"/>
          </a:p>
        </p:txBody>
      </p:sp>
      <p:sp>
        <p:nvSpPr>
          <p:cNvPr id="20" name="Tijdelijke aanduiding voor inhoud 2">
            <a:extLst>
              <a:ext uri="{FF2B5EF4-FFF2-40B4-BE49-F238E27FC236}">
                <a16:creationId xmlns:a16="http://schemas.microsoft.com/office/drawing/2014/main" id="{3439CB3E-A9D4-4E2D-922F-65E21A0AFD96}"/>
              </a:ext>
            </a:extLst>
          </p:cNvPr>
          <p:cNvSpPr>
            <a:spLocks noGrp="1"/>
          </p:cNvSpPr>
          <p:nvPr>
            <p:ph idx="1"/>
          </p:nvPr>
        </p:nvSpPr>
        <p:spPr>
          <a:xfrm>
            <a:off x="670987" y="1764000"/>
            <a:ext cx="3121374" cy="414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Afbeelding 21">
            <a:extLst>
              <a:ext uri="{FF2B5EF4-FFF2-40B4-BE49-F238E27FC236}">
                <a16:creationId xmlns:a16="http://schemas.microsoft.com/office/drawing/2014/main" id="{37035787-6F0F-49E5-9360-6DDB5D5A46E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03910" y="6201364"/>
            <a:ext cx="1151315" cy="445707"/>
          </a:xfrm>
          <a:prstGeom prst="rect">
            <a:avLst/>
          </a:prstGeom>
        </p:spPr>
      </p:pic>
    </p:spTree>
    <p:extLst>
      <p:ext uri="{BB962C8B-B14F-4D97-AF65-F5344CB8AC3E}">
        <p14:creationId xmlns:p14="http://schemas.microsoft.com/office/powerpoint/2010/main" val="337061404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Grote foto">
    <p:spTree>
      <p:nvGrpSpPr>
        <p:cNvPr id="1" name=""/>
        <p:cNvGrpSpPr/>
        <p:nvPr/>
      </p:nvGrpSpPr>
      <p:grpSpPr>
        <a:xfrm>
          <a:off x="0" y="0"/>
          <a:ext cx="0" cy="0"/>
          <a:chOff x="0" y="0"/>
          <a:chExt cx="0" cy="0"/>
        </a:xfrm>
      </p:grpSpPr>
      <p:sp>
        <p:nvSpPr>
          <p:cNvPr id="6" name="Tijdelijke aanduiding voor afbeelding 5"/>
          <p:cNvSpPr>
            <a:spLocks noGrp="1"/>
          </p:cNvSpPr>
          <p:nvPr>
            <p:ph type="pic" sz="quarter" idx="10" hasCustomPrompt="1"/>
          </p:nvPr>
        </p:nvSpPr>
        <p:spPr>
          <a:xfrm>
            <a:off x="0" y="0"/>
            <a:ext cx="12192000" cy="6858000"/>
          </a:xfrm>
          <a:solidFill>
            <a:schemeClr val="bg1">
              <a:lumMod val="95000"/>
            </a:schemeClr>
          </a:solidFill>
        </p:spPr>
        <p:txBody>
          <a:bodyPr/>
          <a:lstStyle>
            <a:lvl1pPr marL="0" indent="0" algn="ctr">
              <a:buNone/>
              <a:defRPr/>
            </a:lvl1pPr>
          </a:lstStyle>
          <a:p>
            <a:r>
              <a:rPr lang="nl-NL"/>
              <a:t>Klik op het </a:t>
            </a:r>
            <a:br>
              <a:rPr lang="nl-NL"/>
            </a:br>
            <a:r>
              <a:rPr lang="nl-NL"/>
              <a:t>afbeeldingspictogram en </a:t>
            </a:r>
            <a:br>
              <a:rPr lang="nl-NL"/>
            </a:br>
            <a:r>
              <a:rPr lang="nl-NL"/>
              <a:t>voeg je eigen foto in.</a:t>
            </a:r>
          </a:p>
          <a:p>
            <a:endParaRPr lang="nl-NL"/>
          </a:p>
        </p:txBody>
      </p:sp>
      <p:sp>
        <p:nvSpPr>
          <p:cNvPr id="5"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8" name="Tijdelijke aanduiding voor afbeelding 7"/>
          <p:cNvSpPr>
            <a:spLocks noGrp="1"/>
          </p:cNvSpPr>
          <p:nvPr>
            <p:ph type="pic" sz="quarter" idx="11" hasCustomPrompt="1"/>
          </p:nvPr>
        </p:nvSpPr>
        <p:spPr>
          <a:xfrm>
            <a:off x="302400" y="6202800"/>
            <a:ext cx="1152000" cy="446400"/>
          </a:xfrm>
          <a:blipFill>
            <a:blip r:embed="rId2"/>
            <a:stretch>
              <a:fillRect/>
            </a:stretch>
          </a:blipFill>
        </p:spPr>
        <p:txBody>
          <a:bodyPr/>
          <a:lstStyle>
            <a:lvl1pPr marL="0" indent="0">
              <a:buNone/>
              <a:defRPr/>
            </a:lvl1pPr>
          </a:lstStyle>
          <a:p>
            <a:r>
              <a:rPr lang="nl-NL"/>
              <a:t> </a:t>
            </a:r>
          </a:p>
        </p:txBody>
      </p:sp>
      <p:sp>
        <p:nvSpPr>
          <p:cNvPr id="11" name="Tekstvak 10">
            <a:extLst>
              <a:ext uri="{FF2B5EF4-FFF2-40B4-BE49-F238E27FC236}">
                <a16:creationId xmlns:a16="http://schemas.microsoft.com/office/drawing/2014/main" id="{A817D2C3-502A-4EA4-8566-1A465E14F8A4}"/>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Grote foto</a:t>
            </a:r>
          </a:p>
        </p:txBody>
      </p:sp>
      <p:pic>
        <p:nvPicPr>
          <p:cNvPr id="12" name="Afbeelding 11">
            <a:extLst>
              <a:ext uri="{FF2B5EF4-FFF2-40B4-BE49-F238E27FC236}">
                <a16:creationId xmlns:a16="http://schemas.microsoft.com/office/drawing/2014/main" id="{648CED8D-9F18-460A-A1D9-D9742331D75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3" name="Afbeelding 12">
            <a:extLst>
              <a:ext uri="{FF2B5EF4-FFF2-40B4-BE49-F238E27FC236}">
                <a16:creationId xmlns:a16="http://schemas.microsoft.com/office/drawing/2014/main" id="{C95B1336-E4CD-4D66-9B53-2E2B09B439C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4" name="Afbeelding 13">
            <a:extLst>
              <a:ext uri="{FF2B5EF4-FFF2-40B4-BE49-F238E27FC236}">
                <a16:creationId xmlns:a16="http://schemas.microsoft.com/office/drawing/2014/main" id="{734EEF8F-C0DB-44F7-80E9-6F24D5F4CA8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sp>
        <p:nvSpPr>
          <p:cNvPr id="10" name="Tekstvak 9">
            <a:extLst>
              <a:ext uri="{FF2B5EF4-FFF2-40B4-BE49-F238E27FC236}">
                <a16:creationId xmlns:a16="http://schemas.microsoft.com/office/drawing/2014/main" id="{7488985C-F0AB-45E1-B334-177AE6C9DAD3}"/>
              </a:ext>
            </a:extLst>
          </p:cNvPr>
          <p:cNvSpPr txBox="1"/>
          <p:nvPr/>
        </p:nvSpPr>
        <p:spPr>
          <a:xfrm>
            <a:off x="12478626" y="-36000"/>
            <a:ext cx="2088000" cy="4911024"/>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INVOEGEN</a:t>
            </a:r>
          </a:p>
          <a:p>
            <a:pPr marL="0"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afbeeldings-pictogram in het midden van het fotovak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1" cap="all"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VERVANGEN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Verwijder de foto door op </a:t>
            </a:r>
            <a:r>
              <a:rPr lang="nl-NL" sz="900" b="0" u="none" baseline="0" noProof="1">
                <a:solidFill>
                  <a:srgbClr val="515F67"/>
                </a:solidFill>
                <a:latin typeface="Arial Black" panose="020B0A04020102020204" pitchFamily="34" charset="0"/>
                <a:cs typeface="Arial" panose="020B0604020202020204" pitchFamily="34" charset="0"/>
              </a:rPr>
              <a:t>Delete</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drukken.</a:t>
            </a:r>
          </a:p>
          <a:p>
            <a:pPr marL="108000" indent="-10800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Klik op het afbeeldings-pictogram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BIJSNIJDEN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br>
              <a:rPr lang="nl-NL" sz="900" baseline="0" noProof="1">
                <a:solidFill>
                  <a:srgbClr val="515F67"/>
                </a:solidFill>
                <a:latin typeface="Arial" panose="020B0604020202020204" pitchFamily="34" charset="0"/>
                <a:cs typeface="Arial" panose="020B0604020202020204" pitchFamily="34" charset="0"/>
              </a:rPr>
            </a:br>
            <a:r>
              <a:rPr lang="nl-NL" sz="900" baseline="0" noProof="1">
                <a:solidFill>
                  <a:srgbClr val="515F67"/>
                </a:solidFill>
                <a:latin typeface="Arial" panose="020B0604020202020204" pitchFamily="34" charset="0"/>
                <a:cs typeface="Arial" panose="020B0604020202020204" pitchFamily="34" charset="0"/>
              </a:rPr>
              <a:t>De tab ‘Afbeeldingsopmaak’ verschijnt.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het onderste deel van de knop </a:t>
            </a:r>
            <a:r>
              <a:rPr lang="nl-NL" sz="900" baseline="0" noProof="1">
                <a:solidFill>
                  <a:srgbClr val="515F67"/>
                </a:solidFill>
                <a:latin typeface="Arial Black" panose="020B0A04020102020204" pitchFamily="34" charset="0"/>
                <a:cs typeface="Arial" panose="020B0604020202020204" pitchFamily="34" charset="0"/>
              </a:rPr>
              <a:t>Bijsnijden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optie </a:t>
            </a:r>
            <a:r>
              <a:rPr lang="nl-NL" sz="900" b="0" baseline="0" noProof="1">
                <a:solidFill>
                  <a:srgbClr val="515F67"/>
                </a:solidFill>
                <a:latin typeface="Arial Black" panose="020B0A04020102020204" pitchFamily="34" charset="0"/>
                <a:cs typeface="Arial" panose="020B0604020202020204" pitchFamily="34" charset="0"/>
              </a:rPr>
              <a:t>Opvullen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Houd eventueel de </a:t>
            </a:r>
            <a:r>
              <a:rPr lang="nl-NL" sz="900" b="0" baseline="0" noProof="1">
                <a:solidFill>
                  <a:srgbClr val="515F67"/>
                </a:solidFill>
                <a:latin typeface="Arial Black" panose="020B0A04020102020204" pitchFamily="34" charset="0"/>
                <a:cs typeface="Arial" panose="020B0604020202020204" pitchFamily="34" charset="0"/>
              </a:rPr>
              <a:t>Shift-toets</a:t>
            </a:r>
            <a:r>
              <a:rPr lang="nl-NL" sz="900" baseline="0" noProof="1">
                <a:solidFill>
                  <a:srgbClr val="515F67"/>
                </a:solidFill>
                <a:latin typeface="Arial" panose="020B0604020202020204" pitchFamily="34" charset="0"/>
                <a:cs typeface="Arial" panose="020B0604020202020204" pitchFamily="34" charset="0"/>
              </a:rPr>
              <a:t> ingedrukt en sleep de foto zodat het juiste deel van de foto wordt getoond. </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naast de dia.</a:t>
            </a:r>
          </a:p>
        </p:txBody>
      </p:sp>
    </p:spTree>
    <p:extLst>
      <p:ext uri="{BB962C8B-B14F-4D97-AF65-F5344CB8AC3E}">
        <p14:creationId xmlns:p14="http://schemas.microsoft.com/office/powerpoint/2010/main" val="317424032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670900" y="4406903"/>
            <a:ext cx="10418317" cy="1362075"/>
          </a:xfrm>
        </p:spPr>
        <p:txBody>
          <a:bodyPr anchor="t"/>
          <a:lstStyle>
            <a:lvl1pPr algn="l">
              <a:defRPr sz="4000" b="1" cap="all"/>
            </a:lvl1pPr>
          </a:lstStyle>
          <a:p>
            <a:r>
              <a:rPr lang="en-US"/>
              <a:t>Click to edit Master title style</a:t>
            </a:r>
          </a:p>
        </p:txBody>
      </p:sp>
      <p:sp>
        <p:nvSpPr>
          <p:cNvPr id="3" name="Tijdelijke aanduiding voor tekst 2"/>
          <p:cNvSpPr>
            <a:spLocks noGrp="1"/>
          </p:cNvSpPr>
          <p:nvPr>
            <p:ph type="body" idx="1"/>
          </p:nvPr>
        </p:nvSpPr>
        <p:spPr>
          <a:xfrm>
            <a:off x="670985" y="2906713"/>
            <a:ext cx="10417016"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6" name="Tekstvak 5">
            <a:extLst>
              <a:ext uri="{FF2B5EF4-FFF2-40B4-BE49-F238E27FC236}">
                <a16:creationId xmlns:a16="http://schemas.microsoft.com/office/drawing/2014/main" id="{39D60296-2A65-4A38-BB67-4A38E7380A8E}"/>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sectiekop</a:t>
            </a:r>
          </a:p>
        </p:txBody>
      </p:sp>
    </p:spTree>
    <p:extLst>
      <p:ext uri="{BB962C8B-B14F-4D97-AF65-F5344CB8AC3E}">
        <p14:creationId xmlns:p14="http://schemas.microsoft.com/office/powerpoint/2010/main" val="22397724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Inhoud van twee">
    <p:spTree>
      <p:nvGrpSpPr>
        <p:cNvPr id="1" name=""/>
        <p:cNvGrpSpPr/>
        <p:nvPr/>
      </p:nvGrpSpPr>
      <p:grpSpPr>
        <a:xfrm>
          <a:off x="0" y="0"/>
          <a:ext cx="0" cy="0"/>
          <a:chOff x="0" y="0"/>
          <a:chExt cx="0" cy="0"/>
        </a:xfrm>
      </p:grpSpPr>
      <p:sp>
        <p:nvSpPr>
          <p:cNvPr id="3" name="Tijdelijke aanduiding voor inhoud 2"/>
          <p:cNvSpPr>
            <a:spLocks noGrp="1"/>
          </p:cNvSpPr>
          <p:nvPr>
            <p:ph sz="half" idx="1"/>
          </p:nvPr>
        </p:nvSpPr>
        <p:spPr>
          <a:xfrm>
            <a:off x="670983" y="1736728"/>
            <a:ext cx="4992000" cy="4176713"/>
          </a:xfrm>
        </p:spPr>
        <p:txBody>
          <a:bodyPr>
            <a:normAutofit/>
          </a:bodyPr>
          <a:lstStyle>
            <a:lvl1pPr marL="288000">
              <a:defRPr sz="2300"/>
            </a:lvl1pPr>
            <a:lvl2pPr>
              <a:defRPr sz="2300"/>
            </a:lvl2pPr>
            <a:lvl3pPr>
              <a:defRPr sz="2300"/>
            </a:lvl3pPr>
            <a:lvl4pPr>
              <a:defRPr sz="2300"/>
            </a:lvl4pPr>
            <a:lvl5pPr>
              <a:defRPr sz="23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jdelijke aanduiding voor inhoud 3"/>
          <p:cNvSpPr>
            <a:spLocks noGrp="1"/>
          </p:cNvSpPr>
          <p:nvPr>
            <p:ph sz="half" idx="2"/>
          </p:nvPr>
        </p:nvSpPr>
        <p:spPr>
          <a:xfrm>
            <a:off x="6096002" y="1736728"/>
            <a:ext cx="4993217" cy="4176713"/>
          </a:xfrm>
        </p:spPr>
        <p:txBody>
          <a:bodyPr>
            <a:normAutofit/>
          </a:bodyPr>
          <a:lstStyle>
            <a:lvl1pPr marL="288000">
              <a:defRPr sz="2300"/>
            </a:lvl1pPr>
            <a:lvl2pPr>
              <a:defRPr sz="2300"/>
            </a:lvl2pPr>
            <a:lvl3pPr>
              <a:defRPr sz="2300"/>
            </a:lvl3pPr>
            <a:lvl4pPr>
              <a:defRPr sz="2300"/>
            </a:lvl4pPr>
            <a:lvl5pPr>
              <a:defRPr sz="23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el 1"/>
          <p:cNvSpPr>
            <a:spLocks noGrp="1"/>
          </p:cNvSpPr>
          <p:nvPr>
            <p:ph type="title"/>
          </p:nvPr>
        </p:nvSpPr>
        <p:spPr>
          <a:xfrm>
            <a:off x="670984" y="1026000"/>
            <a:ext cx="10417016" cy="666000"/>
          </a:xfrm>
        </p:spPr>
        <p:txBody>
          <a:bodyPr/>
          <a:lstStyle/>
          <a:p>
            <a:r>
              <a:rPr lang="en-US"/>
              <a:t>Click to edit Master title style</a:t>
            </a:r>
          </a:p>
        </p:txBody>
      </p:sp>
      <p:sp>
        <p:nvSpPr>
          <p:cNvPr id="6"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8" name="Tekstvak 7">
            <a:extLst>
              <a:ext uri="{FF2B5EF4-FFF2-40B4-BE49-F238E27FC236}">
                <a16:creationId xmlns:a16="http://schemas.microsoft.com/office/drawing/2014/main" id="{CC5EE97F-CAC9-44A7-ACC8-8F1AF103AAD4}"/>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Inhoud van twee</a:t>
            </a:r>
          </a:p>
        </p:txBody>
      </p:sp>
    </p:spTree>
    <p:extLst>
      <p:ext uri="{BB962C8B-B14F-4D97-AF65-F5344CB8AC3E}">
        <p14:creationId xmlns:p14="http://schemas.microsoft.com/office/powerpoint/2010/main" val="127065145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a:t>Click to edit Master title style</a:t>
            </a:r>
          </a:p>
        </p:txBody>
      </p:sp>
      <p:sp>
        <p:nvSpPr>
          <p:cNvPr id="3" name="Tijdelijke aanduiding voor tekst 2"/>
          <p:cNvSpPr>
            <a:spLocks noGrp="1"/>
          </p:cNvSpPr>
          <p:nvPr>
            <p:ph type="body" idx="1" hasCustomPrompt="1"/>
          </p:nvPr>
        </p:nvSpPr>
        <p:spPr>
          <a:xfrm>
            <a:off x="672000" y="1736725"/>
            <a:ext cx="4992000" cy="438150"/>
          </a:xfrm>
        </p:spPr>
        <p:txBody>
          <a:bodyPr anchor="b">
            <a:normAutofit/>
          </a:bodyPr>
          <a:lstStyle>
            <a:lvl1pPr marL="0" indent="0">
              <a:buNone/>
              <a:defRPr sz="23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voor </a:t>
            </a:r>
            <a:r>
              <a:rPr lang="nl-NL" err="1"/>
              <a:t>subkop</a:t>
            </a:r>
            <a:endParaRPr lang="nl-NL"/>
          </a:p>
        </p:txBody>
      </p:sp>
      <p:sp>
        <p:nvSpPr>
          <p:cNvPr id="4" name="Tijdelijke aanduiding voor inhoud 3"/>
          <p:cNvSpPr>
            <a:spLocks noGrp="1"/>
          </p:cNvSpPr>
          <p:nvPr>
            <p:ph sz="half" idx="2"/>
          </p:nvPr>
        </p:nvSpPr>
        <p:spPr>
          <a:xfrm>
            <a:off x="672000" y="2174878"/>
            <a:ext cx="4992000" cy="3738563"/>
          </a:xfrm>
        </p:spPr>
        <p:txBody>
          <a:bodyPr>
            <a:normAutofit/>
          </a:bodyPr>
          <a:lstStyle>
            <a:lvl1pPr>
              <a:defRPr sz="2300"/>
            </a:lvl1pPr>
            <a:lvl2pPr>
              <a:defRPr sz="2300"/>
            </a:lvl2pPr>
            <a:lvl3pPr>
              <a:defRPr sz="2300"/>
            </a:lvl3pPr>
            <a:lvl4pPr>
              <a:defRPr sz="2300"/>
            </a:lvl4pPr>
            <a:lvl5pPr>
              <a:defRPr sz="23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jdelijke aanduiding voor tekst 4"/>
          <p:cNvSpPr>
            <a:spLocks noGrp="1"/>
          </p:cNvSpPr>
          <p:nvPr>
            <p:ph type="body" sz="quarter" idx="3" hasCustomPrompt="1"/>
          </p:nvPr>
        </p:nvSpPr>
        <p:spPr>
          <a:xfrm>
            <a:off x="6096003" y="1736725"/>
            <a:ext cx="4993216" cy="438150"/>
          </a:xfrm>
        </p:spPr>
        <p:txBody>
          <a:bodyPr anchor="b">
            <a:normAutofit/>
          </a:bodyPr>
          <a:lstStyle>
            <a:lvl1pPr marL="0" indent="0">
              <a:buNone/>
              <a:defRPr sz="23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voor </a:t>
            </a:r>
            <a:r>
              <a:rPr lang="nl-NL" err="1"/>
              <a:t>subkop</a:t>
            </a:r>
            <a:endParaRPr lang="nl-NL"/>
          </a:p>
        </p:txBody>
      </p:sp>
      <p:sp>
        <p:nvSpPr>
          <p:cNvPr id="6" name="Tijdelijke aanduiding voor inhoud 5"/>
          <p:cNvSpPr>
            <a:spLocks noGrp="1"/>
          </p:cNvSpPr>
          <p:nvPr>
            <p:ph sz="quarter" idx="4"/>
          </p:nvPr>
        </p:nvSpPr>
        <p:spPr>
          <a:xfrm>
            <a:off x="6096001" y="2174878"/>
            <a:ext cx="4993216" cy="3738563"/>
          </a:xfrm>
        </p:spPr>
        <p:txBody>
          <a:bodyPr>
            <a:normAutofit/>
          </a:bodyPr>
          <a:lstStyle>
            <a:lvl1pPr>
              <a:defRPr sz="2300"/>
            </a:lvl1pPr>
            <a:lvl2pPr>
              <a:defRPr sz="2300"/>
            </a:lvl2pPr>
            <a:lvl3pPr>
              <a:defRPr sz="2300"/>
            </a:lvl3pPr>
            <a:lvl4pPr>
              <a:defRPr sz="2300"/>
            </a:lvl4pPr>
            <a:lvl5pPr>
              <a:defRPr sz="23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jdelijke aanduiding voor dianummer 5"/>
          <p:cNvSpPr>
            <a:spLocks noGrp="1"/>
          </p:cNvSpPr>
          <p:nvPr>
            <p:ph type="sldNum" sz="quarter" idx="10"/>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9" name="Tekstvak 8">
            <a:extLst>
              <a:ext uri="{FF2B5EF4-FFF2-40B4-BE49-F238E27FC236}">
                <a16:creationId xmlns:a16="http://schemas.microsoft.com/office/drawing/2014/main" id="{DF31D87E-EA1A-432A-AFBF-FF7B5E69CE19}"/>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vergelijking</a:t>
            </a:r>
          </a:p>
        </p:txBody>
      </p:sp>
    </p:spTree>
    <p:extLst>
      <p:ext uri="{BB962C8B-B14F-4D97-AF65-F5344CB8AC3E}">
        <p14:creationId xmlns:p14="http://schemas.microsoft.com/office/powerpoint/2010/main" val="344565730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Alleen titel">
    <p:spTree>
      <p:nvGrpSpPr>
        <p:cNvPr id="1" name=""/>
        <p:cNvGrpSpPr/>
        <p:nvPr/>
      </p:nvGrpSpPr>
      <p:grpSpPr>
        <a:xfrm>
          <a:off x="0" y="0"/>
          <a:ext cx="0" cy="0"/>
          <a:chOff x="0" y="0"/>
          <a:chExt cx="0" cy="0"/>
        </a:xfrm>
      </p:grpSpPr>
      <p:sp>
        <p:nvSpPr>
          <p:cNvPr id="4" name="Titel 1"/>
          <p:cNvSpPr>
            <a:spLocks noGrp="1"/>
          </p:cNvSpPr>
          <p:nvPr>
            <p:ph type="title"/>
          </p:nvPr>
        </p:nvSpPr>
        <p:spPr>
          <a:xfrm>
            <a:off x="670984" y="1026000"/>
            <a:ext cx="10417016" cy="666000"/>
          </a:xfrm>
        </p:spPr>
        <p:txBody>
          <a:bodyPr/>
          <a:lstStyle/>
          <a:p>
            <a:r>
              <a:rPr lang="en-US"/>
              <a:t>Click to edit Master title style</a:t>
            </a:r>
          </a:p>
        </p:txBody>
      </p:sp>
      <p:sp>
        <p:nvSpPr>
          <p:cNvPr id="5"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6" name="Tekstvak 5">
            <a:extLst>
              <a:ext uri="{FF2B5EF4-FFF2-40B4-BE49-F238E27FC236}">
                <a16:creationId xmlns:a16="http://schemas.microsoft.com/office/drawing/2014/main" id="{5DADD9A8-7A38-4589-B5A1-997790D855A2}"/>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Alleen titel</a:t>
            </a:r>
          </a:p>
        </p:txBody>
      </p:sp>
    </p:spTree>
    <p:extLst>
      <p:ext uri="{BB962C8B-B14F-4D97-AF65-F5344CB8AC3E}">
        <p14:creationId xmlns:p14="http://schemas.microsoft.com/office/powerpoint/2010/main" val="269487764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3"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4" name="Tekstvak 3">
            <a:extLst>
              <a:ext uri="{FF2B5EF4-FFF2-40B4-BE49-F238E27FC236}">
                <a16:creationId xmlns:a16="http://schemas.microsoft.com/office/drawing/2014/main" id="{26814762-C25A-44C2-B67B-1AC52F962445}"/>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leeg</a:t>
            </a:r>
          </a:p>
        </p:txBody>
      </p:sp>
    </p:spTree>
    <p:extLst>
      <p:ext uri="{BB962C8B-B14F-4D97-AF65-F5344CB8AC3E}">
        <p14:creationId xmlns:p14="http://schemas.microsoft.com/office/powerpoint/2010/main" val="389904748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670986" y="1016002"/>
            <a:ext cx="3949700" cy="720725"/>
          </a:xfrm>
        </p:spPr>
        <p:txBody>
          <a:bodyPr anchor="b"/>
          <a:lstStyle>
            <a:lvl1pPr algn="l">
              <a:defRPr sz="2000" b="1"/>
            </a:lvl1pPr>
          </a:lstStyle>
          <a:p>
            <a:r>
              <a:rPr lang="en-US"/>
              <a:t>Click to edit Master title style</a:t>
            </a:r>
          </a:p>
        </p:txBody>
      </p:sp>
      <p:sp>
        <p:nvSpPr>
          <p:cNvPr id="3" name="Tijdelijke aanduiding voor inhoud 2"/>
          <p:cNvSpPr>
            <a:spLocks noGrp="1"/>
          </p:cNvSpPr>
          <p:nvPr>
            <p:ph idx="1"/>
          </p:nvPr>
        </p:nvSpPr>
        <p:spPr>
          <a:xfrm>
            <a:off x="4766735" y="1016001"/>
            <a:ext cx="6322484" cy="4897439"/>
          </a:xfrm>
        </p:spPr>
        <p:txBody>
          <a:bodyPr>
            <a:normAutofit/>
          </a:bodyPr>
          <a:lstStyle>
            <a:lvl1pPr>
              <a:defRPr sz="2300"/>
            </a:lvl1pPr>
            <a:lvl2pPr>
              <a:defRPr sz="2300"/>
            </a:lvl2pPr>
            <a:lvl3pPr>
              <a:defRPr sz="2300"/>
            </a:lvl3pPr>
            <a:lvl4pPr>
              <a:defRPr sz="2300"/>
            </a:lvl4pPr>
            <a:lvl5pPr>
              <a:defRPr sz="23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jdelijke aanduiding voor tekst 3"/>
          <p:cNvSpPr>
            <a:spLocks noGrp="1"/>
          </p:cNvSpPr>
          <p:nvPr>
            <p:ph type="body" sz="half" idx="2"/>
          </p:nvPr>
        </p:nvSpPr>
        <p:spPr>
          <a:xfrm>
            <a:off x="670986" y="1736725"/>
            <a:ext cx="3949700" cy="42189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7" name="Tekstvak 6">
            <a:extLst>
              <a:ext uri="{FF2B5EF4-FFF2-40B4-BE49-F238E27FC236}">
                <a16:creationId xmlns:a16="http://schemas.microsoft.com/office/drawing/2014/main" id="{06A9401F-A3DE-42D3-875C-47649ABF2D48}"/>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Inhoud met bijschrift</a:t>
            </a:r>
          </a:p>
        </p:txBody>
      </p:sp>
    </p:spTree>
    <p:extLst>
      <p:ext uri="{BB962C8B-B14F-4D97-AF65-F5344CB8AC3E}">
        <p14:creationId xmlns:p14="http://schemas.microsoft.com/office/powerpoint/2010/main" val="67174275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Tijdelijke aanduiding voor afbeelding 2"/>
          <p:cNvSpPr>
            <a:spLocks noGrp="1"/>
          </p:cNvSpPr>
          <p:nvPr>
            <p:ph type="pic" idx="1"/>
          </p:nvPr>
        </p:nvSpPr>
        <p:spPr>
          <a:xfrm>
            <a:off x="2389717" y="568411"/>
            <a:ext cx="7315200" cy="415916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ijdelijke aanduiding voor tekst 3"/>
          <p:cNvSpPr>
            <a:spLocks noGrp="1"/>
          </p:cNvSpPr>
          <p:nvPr>
            <p:ph type="body" sz="half" idx="2"/>
          </p:nvPr>
        </p:nvSpPr>
        <p:spPr>
          <a:xfrm>
            <a:off x="2389717" y="5367338"/>
            <a:ext cx="7315200" cy="5461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7" name="Tekstvak 6">
            <a:extLst>
              <a:ext uri="{FF2B5EF4-FFF2-40B4-BE49-F238E27FC236}">
                <a16:creationId xmlns:a16="http://schemas.microsoft.com/office/drawing/2014/main" id="{59C40B75-09AC-4745-A84A-CD342AFBE385}"/>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Afbeelding met bijschrift</a:t>
            </a:r>
          </a:p>
        </p:txBody>
      </p:sp>
    </p:spTree>
    <p:extLst>
      <p:ext uri="{BB962C8B-B14F-4D97-AF65-F5344CB8AC3E}">
        <p14:creationId xmlns:p14="http://schemas.microsoft.com/office/powerpoint/2010/main" val="161668682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NTENTPAGINA GROEN 2">
    <p:bg>
      <p:bgPr>
        <a:solidFill>
          <a:schemeClr val="bg1"/>
        </a:solidFill>
        <a:effectLst/>
      </p:bgPr>
    </p:bg>
    <p:spTree>
      <p:nvGrpSpPr>
        <p:cNvPr id="1" name=""/>
        <p:cNvGrpSpPr/>
        <p:nvPr/>
      </p:nvGrpSpPr>
      <p:grpSpPr>
        <a:xfrm>
          <a:off x="0" y="0"/>
          <a:ext cx="0" cy="0"/>
          <a:chOff x="0" y="0"/>
          <a:chExt cx="0" cy="0"/>
        </a:xfrm>
      </p:grpSpPr>
      <p:sp>
        <p:nvSpPr>
          <p:cNvPr id="12" name="Tijdelijke aanduiding voor tekst 11">
            <a:extLst>
              <a:ext uri="{FF2B5EF4-FFF2-40B4-BE49-F238E27FC236}">
                <a16:creationId xmlns:a16="http://schemas.microsoft.com/office/drawing/2014/main" id="{AA0FAF0F-FE3B-E34A-88BF-FDD0848A27F6}"/>
              </a:ext>
            </a:extLst>
          </p:cNvPr>
          <p:cNvSpPr>
            <a:spLocks noGrp="1"/>
          </p:cNvSpPr>
          <p:nvPr>
            <p:ph type="body" sz="quarter" idx="12" hasCustomPrompt="1"/>
          </p:nvPr>
        </p:nvSpPr>
        <p:spPr>
          <a:xfrm>
            <a:off x="403225" y="643692"/>
            <a:ext cx="3352800" cy="4947903"/>
          </a:xfrm>
          <a:prstGeom prst="rect">
            <a:avLst/>
          </a:prstGeom>
        </p:spPr>
        <p:txBody>
          <a:bodyPr>
            <a:normAutofit/>
          </a:bodyPr>
          <a:lstStyle>
            <a:lvl1pPr marL="0" indent="0">
              <a:buFontTx/>
              <a:buNone/>
              <a:defRPr sz="3000" b="1" i="0" baseline="0">
                <a:solidFill>
                  <a:schemeClr val="tx1"/>
                </a:solidFill>
              </a:defRPr>
            </a:lvl1pPr>
          </a:lstStyle>
          <a:p>
            <a:r>
              <a:rPr lang="nl-NL"/>
              <a:t>Kopregel van de pagina over meerdere regels</a:t>
            </a:r>
          </a:p>
        </p:txBody>
      </p:sp>
      <p:sp>
        <p:nvSpPr>
          <p:cNvPr id="5" name="Tijdelijke aanduiding voor afbeelding 4">
            <a:extLst>
              <a:ext uri="{FF2B5EF4-FFF2-40B4-BE49-F238E27FC236}">
                <a16:creationId xmlns:a16="http://schemas.microsoft.com/office/drawing/2014/main" id="{AFA084CB-F740-D447-81B8-74D1ADD933A9}"/>
              </a:ext>
            </a:extLst>
          </p:cNvPr>
          <p:cNvSpPr>
            <a:spLocks noGrp="1"/>
          </p:cNvSpPr>
          <p:nvPr>
            <p:ph type="pic" sz="quarter" idx="13"/>
          </p:nvPr>
        </p:nvSpPr>
        <p:spPr>
          <a:xfrm>
            <a:off x="4131618" y="0"/>
            <a:ext cx="8060381" cy="6858000"/>
          </a:xfrm>
          <a:solidFill>
            <a:schemeClr val="tx1">
              <a:lumMod val="50000"/>
              <a:lumOff val="50000"/>
            </a:schemeClr>
          </a:solidFill>
        </p:spPr>
        <p:txBody>
          <a:bodyPr/>
          <a:lstStyle/>
          <a:p>
            <a:r>
              <a:rPr lang="en-US"/>
              <a:t>Click icon to add picture</a:t>
            </a:r>
            <a:endParaRPr lang="nl-NL"/>
          </a:p>
        </p:txBody>
      </p:sp>
      <p:pic>
        <p:nvPicPr>
          <p:cNvPr id="6" name="Afbeelding 5">
            <a:extLst>
              <a:ext uri="{FF2B5EF4-FFF2-40B4-BE49-F238E27FC236}">
                <a16:creationId xmlns:a16="http://schemas.microsoft.com/office/drawing/2014/main" id="{15ACF728-6D39-B64B-8A97-94786611632E}"/>
              </a:ext>
            </a:extLst>
          </p:cNvPr>
          <p:cNvPicPr>
            <a:picLocks noChangeAspect="1"/>
          </p:cNvPicPr>
          <p:nvPr userDrawn="1"/>
        </p:nvPicPr>
        <p:blipFill>
          <a:blip r:embed="rId2"/>
          <a:stretch>
            <a:fillRect/>
          </a:stretch>
        </p:blipFill>
        <p:spPr>
          <a:xfrm>
            <a:off x="210446" y="5717837"/>
            <a:ext cx="1964389" cy="987073"/>
          </a:xfrm>
          <a:prstGeom prst="rect">
            <a:avLst/>
          </a:prstGeom>
        </p:spPr>
      </p:pic>
    </p:spTree>
    <p:extLst>
      <p:ext uri="{BB962C8B-B14F-4D97-AF65-F5344CB8AC3E}">
        <p14:creationId xmlns:p14="http://schemas.microsoft.com/office/powerpoint/2010/main" val="199832561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ONTENTPAGINA WIT 3">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69671D-7FBA-F94F-99E6-915DE56A8E21}"/>
              </a:ext>
            </a:extLst>
          </p:cNvPr>
          <p:cNvSpPr>
            <a:spLocks noGrp="1"/>
          </p:cNvSpPr>
          <p:nvPr>
            <p:ph type="ctrTitle" hasCustomPrompt="1"/>
          </p:nvPr>
        </p:nvSpPr>
        <p:spPr>
          <a:xfrm>
            <a:off x="914400" y="681793"/>
            <a:ext cx="10325100" cy="492443"/>
          </a:xfrm>
          <a:prstGeom prst="rect">
            <a:avLst/>
          </a:prstGeom>
        </p:spPr>
        <p:txBody>
          <a:bodyPr anchor="t" anchorCtr="0">
            <a:normAutofit/>
          </a:bodyPr>
          <a:lstStyle>
            <a:lvl1pPr algn="l">
              <a:defRPr sz="2500" b="1" i="0" baseline="0">
                <a:solidFill>
                  <a:srgbClr val="009C82"/>
                </a:solidFill>
              </a:defRPr>
            </a:lvl1pPr>
          </a:lstStyle>
          <a:p>
            <a:r>
              <a:rPr lang="nl-NL"/>
              <a:t>Klik om titel bewerken</a:t>
            </a:r>
          </a:p>
        </p:txBody>
      </p:sp>
      <p:sp>
        <p:nvSpPr>
          <p:cNvPr id="3" name="Ondertitel 2">
            <a:extLst>
              <a:ext uri="{FF2B5EF4-FFF2-40B4-BE49-F238E27FC236}">
                <a16:creationId xmlns:a16="http://schemas.microsoft.com/office/drawing/2014/main" id="{FBFF6E1D-D5AB-5646-8382-E424A5FED9E9}"/>
              </a:ext>
            </a:extLst>
          </p:cNvPr>
          <p:cNvSpPr>
            <a:spLocks noGrp="1"/>
          </p:cNvSpPr>
          <p:nvPr>
            <p:ph type="subTitle" idx="1"/>
          </p:nvPr>
        </p:nvSpPr>
        <p:spPr>
          <a:xfrm>
            <a:off x="914400" y="1503330"/>
            <a:ext cx="10325100" cy="4088266"/>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pic>
        <p:nvPicPr>
          <p:cNvPr id="9" name="Afbeelding 8">
            <a:extLst>
              <a:ext uri="{FF2B5EF4-FFF2-40B4-BE49-F238E27FC236}">
                <a16:creationId xmlns:a16="http://schemas.microsoft.com/office/drawing/2014/main" id="{FC3859B3-A404-4E4F-9836-31AACCED8F68}"/>
              </a:ext>
            </a:extLst>
          </p:cNvPr>
          <p:cNvPicPr>
            <a:picLocks noChangeAspect="1"/>
          </p:cNvPicPr>
          <p:nvPr userDrawn="1"/>
        </p:nvPicPr>
        <p:blipFill>
          <a:blip r:embed="rId2"/>
          <a:stretch>
            <a:fillRect/>
          </a:stretch>
        </p:blipFill>
        <p:spPr>
          <a:xfrm>
            <a:off x="210446" y="5717837"/>
            <a:ext cx="1964389" cy="987073"/>
          </a:xfrm>
          <a:prstGeom prst="rect">
            <a:avLst/>
          </a:prstGeom>
        </p:spPr>
      </p:pic>
    </p:spTree>
    <p:extLst>
      <p:ext uri="{BB962C8B-B14F-4D97-AF65-F5344CB8AC3E}">
        <p14:creationId xmlns:p14="http://schemas.microsoft.com/office/powerpoint/2010/main" val="302477411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649202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26" Type="http://schemas.openxmlformats.org/officeDocument/2006/relationships/theme" Target="../theme/theme2.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5" Type="http://schemas.openxmlformats.org/officeDocument/2006/relationships/slideLayout" Target="../slideLayouts/slideLayout47.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24" Type="http://schemas.openxmlformats.org/officeDocument/2006/relationships/slideLayout" Target="../slideLayouts/slideLayout46.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slideLayout" Target="../slideLayouts/slideLayout45.xml"/><Relationship Id="rId28" Type="http://schemas.openxmlformats.org/officeDocument/2006/relationships/image" Target="../media/image2.png"/><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 Id="rId27"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image" Target="../media/image1.png"/><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theme" Target="../theme/theme3.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image" Target="../media/image1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slideLayout" Target="../slideLayouts/slideLayout71.xml"/><Relationship Id="rId18" Type="http://schemas.openxmlformats.org/officeDocument/2006/relationships/slideLayout" Target="../slideLayouts/slideLayout76.xml"/><Relationship Id="rId26" Type="http://schemas.openxmlformats.org/officeDocument/2006/relationships/image" Target="../media/image17.png"/><Relationship Id="rId3" Type="http://schemas.openxmlformats.org/officeDocument/2006/relationships/slideLayout" Target="../slideLayouts/slideLayout61.xml"/><Relationship Id="rId21" Type="http://schemas.openxmlformats.org/officeDocument/2006/relationships/slideLayout" Target="../slideLayouts/slideLayout79.xml"/><Relationship Id="rId7" Type="http://schemas.openxmlformats.org/officeDocument/2006/relationships/slideLayout" Target="../slideLayouts/slideLayout65.xml"/><Relationship Id="rId12" Type="http://schemas.openxmlformats.org/officeDocument/2006/relationships/slideLayout" Target="../slideLayouts/slideLayout70.xml"/><Relationship Id="rId17" Type="http://schemas.openxmlformats.org/officeDocument/2006/relationships/slideLayout" Target="../slideLayouts/slideLayout75.xml"/><Relationship Id="rId25" Type="http://schemas.openxmlformats.org/officeDocument/2006/relationships/image" Target="../media/image16.png"/><Relationship Id="rId2" Type="http://schemas.openxmlformats.org/officeDocument/2006/relationships/slideLayout" Target="../slideLayouts/slideLayout60.xml"/><Relationship Id="rId16" Type="http://schemas.openxmlformats.org/officeDocument/2006/relationships/slideLayout" Target="../slideLayouts/slideLayout74.xml"/><Relationship Id="rId20" Type="http://schemas.openxmlformats.org/officeDocument/2006/relationships/slideLayout" Target="../slideLayouts/slideLayout78.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24" Type="http://schemas.openxmlformats.org/officeDocument/2006/relationships/image" Target="../media/image15.png"/><Relationship Id="rId5" Type="http://schemas.openxmlformats.org/officeDocument/2006/relationships/slideLayout" Target="../slideLayouts/slideLayout63.xml"/><Relationship Id="rId15" Type="http://schemas.openxmlformats.org/officeDocument/2006/relationships/slideLayout" Target="../slideLayouts/slideLayout73.xml"/><Relationship Id="rId23" Type="http://schemas.openxmlformats.org/officeDocument/2006/relationships/image" Target="../media/image14.png"/><Relationship Id="rId10" Type="http://schemas.openxmlformats.org/officeDocument/2006/relationships/slideLayout" Target="../slideLayouts/slideLayout68.xml"/><Relationship Id="rId19" Type="http://schemas.openxmlformats.org/officeDocument/2006/relationships/slideLayout" Target="../slideLayouts/slideLayout77.xml"/><Relationship Id="rId4" Type="http://schemas.openxmlformats.org/officeDocument/2006/relationships/slideLayout" Target="../slideLayouts/slideLayout62.xml"/><Relationship Id="rId9" Type="http://schemas.openxmlformats.org/officeDocument/2006/relationships/slideLayout" Target="../slideLayouts/slideLayout67.xml"/><Relationship Id="rId14" Type="http://schemas.openxmlformats.org/officeDocument/2006/relationships/slideLayout" Target="../slideLayouts/slideLayout72.xml"/><Relationship Id="rId22" Type="http://schemas.openxmlformats.org/officeDocument/2006/relationships/theme" Target="../theme/theme4.xml"/><Relationship Id="rId27" Type="http://schemas.openxmlformats.org/officeDocument/2006/relationships/image" Target="../media/image18.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335AE316-A033-42C3-91B9-BB69790144E1}"/>
              </a:ext>
            </a:extLst>
          </p:cNvPr>
          <p:cNvSpPr/>
          <p:nvPr/>
        </p:nvSpPr>
        <p:spPr>
          <a:xfrm>
            <a:off x="5" y="0"/>
            <a:ext cx="40608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jdelijke aanduiding voor titel 1">
            <a:extLst>
              <a:ext uri="{FF2B5EF4-FFF2-40B4-BE49-F238E27FC236}">
                <a16:creationId xmlns:a16="http://schemas.microsoft.com/office/drawing/2014/main" id="{F5331E97-3ECC-4AF2-98AB-D57122C85F3A}"/>
              </a:ext>
            </a:extLst>
          </p:cNvPr>
          <p:cNvSpPr>
            <a:spLocks noGrp="1"/>
          </p:cNvSpPr>
          <p:nvPr>
            <p:ph type="title"/>
          </p:nvPr>
        </p:nvSpPr>
        <p:spPr>
          <a:xfrm>
            <a:off x="4692501" y="500284"/>
            <a:ext cx="6661297" cy="1435507"/>
          </a:xfrm>
          <a:prstGeom prst="rect">
            <a:avLst/>
          </a:prstGeom>
        </p:spPr>
        <p:txBody>
          <a:bodyPr vert="horz" lIns="91440" tIns="45720" rIns="91440" bIns="45720" rtlCol="0" anchor="ctr">
            <a:noAutofit/>
          </a:bodyPr>
          <a:lstStyle/>
          <a:p>
            <a:r>
              <a:rPr lang="nl-NL"/>
              <a:t>Format </a:t>
            </a:r>
            <a:br>
              <a:rPr lang="nl-NL"/>
            </a:br>
            <a:r>
              <a:rPr lang="nl-NL"/>
              <a:t>16:9 INT</a:t>
            </a:r>
          </a:p>
        </p:txBody>
      </p:sp>
      <p:sp>
        <p:nvSpPr>
          <p:cNvPr id="3" name="Tijdelijke aanduiding voor tekst 2">
            <a:extLst>
              <a:ext uri="{FF2B5EF4-FFF2-40B4-BE49-F238E27FC236}">
                <a16:creationId xmlns:a16="http://schemas.microsoft.com/office/drawing/2014/main" id="{72391E4F-156B-48E6-81C2-3447F3936994}"/>
              </a:ext>
            </a:extLst>
          </p:cNvPr>
          <p:cNvSpPr>
            <a:spLocks noGrp="1"/>
          </p:cNvSpPr>
          <p:nvPr>
            <p:ph type="body" idx="1"/>
          </p:nvPr>
        </p:nvSpPr>
        <p:spPr>
          <a:xfrm>
            <a:off x="4692500" y="2006379"/>
            <a:ext cx="6661299" cy="4351338"/>
          </a:xfrm>
          <a:prstGeom prst="rect">
            <a:avLst/>
          </a:prstGeom>
        </p:spPr>
        <p:txBody>
          <a:bodyPr vert="horz" lIns="91440" tIns="45720" rIns="91440" bIns="45720" rtlCol="0">
            <a:normAutofit/>
          </a:bodyPr>
          <a:lstStyle/>
          <a:p>
            <a:pPr lvl="0"/>
            <a:r>
              <a:rPr lang="nl-NL"/>
              <a:t>Tekststijl van het model bewerken</a:t>
            </a:r>
          </a:p>
        </p:txBody>
      </p:sp>
      <p:pic>
        <p:nvPicPr>
          <p:cNvPr id="8" name="Afbeelding 7">
            <a:extLst>
              <a:ext uri="{FF2B5EF4-FFF2-40B4-BE49-F238E27FC236}">
                <a16:creationId xmlns:a16="http://schemas.microsoft.com/office/drawing/2014/main" id="{CB4A502B-E2CB-4287-9DED-C3AC2B5E0CFA}"/>
              </a:ext>
            </a:extLst>
          </p:cNvPr>
          <p:cNvPicPr>
            <a:picLocks noChangeAspect="1"/>
          </p:cNvPicPr>
          <p:nvPr/>
        </p:nvPicPr>
        <p:blipFill>
          <a:blip r:embed="rId24" cstate="screen">
            <a:extLst>
              <a:ext uri="{28A0092B-C50C-407E-A947-70E740481C1C}">
                <a14:useLocalDpi xmlns:a14="http://schemas.microsoft.com/office/drawing/2010/main"/>
              </a:ext>
            </a:extLst>
          </a:blip>
          <a:stretch>
            <a:fillRect/>
          </a:stretch>
        </p:blipFill>
        <p:spPr>
          <a:xfrm>
            <a:off x="380014" y="5248352"/>
            <a:ext cx="3534447" cy="1332000"/>
          </a:xfrm>
          <a:prstGeom prst="rect">
            <a:avLst/>
          </a:prstGeom>
        </p:spPr>
      </p:pic>
      <p:pic>
        <p:nvPicPr>
          <p:cNvPr id="16" name="Afbeelding 15">
            <a:extLst>
              <a:ext uri="{FF2B5EF4-FFF2-40B4-BE49-F238E27FC236}">
                <a16:creationId xmlns:a16="http://schemas.microsoft.com/office/drawing/2014/main" id="{24CF265D-E83E-4BC2-8036-5C85388D4FCA}"/>
              </a:ext>
            </a:extLst>
          </p:cNvPr>
          <p:cNvPicPr>
            <a:picLocks noChangeAspect="1"/>
          </p:cNvPicPr>
          <p:nvPr/>
        </p:nvPicPr>
        <p:blipFill>
          <a:blip r:embed="rId25" cstate="screen">
            <a:extLst>
              <a:ext uri="{28A0092B-C50C-407E-A947-70E740481C1C}">
                <a14:useLocalDpi xmlns:a14="http://schemas.microsoft.com/office/drawing/2010/main"/>
              </a:ext>
            </a:extLst>
          </a:blip>
          <a:stretch>
            <a:fillRect/>
          </a:stretch>
        </p:blipFill>
        <p:spPr>
          <a:xfrm>
            <a:off x="0" y="5182286"/>
            <a:ext cx="3334864" cy="1675714"/>
          </a:xfrm>
          <a:prstGeom prst="rect">
            <a:avLst/>
          </a:prstGeom>
        </p:spPr>
      </p:pic>
    </p:spTree>
    <p:extLst>
      <p:ext uri="{BB962C8B-B14F-4D97-AF65-F5344CB8AC3E}">
        <p14:creationId xmlns:p14="http://schemas.microsoft.com/office/powerpoint/2010/main" val="852704633"/>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737" r:id="rId3"/>
    <p:sldLayoutId id="2147483682" r:id="rId4"/>
    <p:sldLayoutId id="2147483683" r:id="rId5"/>
    <p:sldLayoutId id="2147483684" r:id="rId6"/>
    <p:sldLayoutId id="2147483685" r:id="rId7"/>
    <p:sldLayoutId id="2147483686" r:id="rId8"/>
    <p:sldLayoutId id="2147483687" r:id="rId9"/>
    <p:sldLayoutId id="2147483688" r:id="rId10"/>
    <p:sldLayoutId id="2147483736"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701" r:id="rId21"/>
    <p:sldLayoutId id="2147483660" r:id="rId22"/>
  </p:sldLayoutIdLst>
  <p:hf hdr="0" ftr="0" dt="0"/>
  <p:txStyles>
    <p:titleStyle>
      <a:lvl1pPr algn="l" defTabSz="914400" rtl="0" eaLnBrk="1" latinLnBrk="0" hangingPunct="1">
        <a:lnSpc>
          <a:spcPct val="90000"/>
        </a:lnSpc>
        <a:spcBef>
          <a:spcPct val="0"/>
        </a:spcBef>
        <a:buNone/>
        <a:defRPr sz="6000" b="1"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28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Tx/>
        <a:buNone/>
        <a:defRPr sz="2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20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335AE316-A033-42C3-91B9-BB69790144E1}"/>
              </a:ext>
            </a:extLst>
          </p:cNvPr>
          <p:cNvSpPr/>
          <p:nvPr/>
        </p:nvSpPr>
        <p:spPr>
          <a:xfrm>
            <a:off x="5" y="0"/>
            <a:ext cx="40608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jdelijke aanduiding voor titel 1">
            <a:extLst>
              <a:ext uri="{FF2B5EF4-FFF2-40B4-BE49-F238E27FC236}">
                <a16:creationId xmlns:a16="http://schemas.microsoft.com/office/drawing/2014/main" id="{F5331E97-3ECC-4AF2-98AB-D57122C85F3A}"/>
              </a:ext>
            </a:extLst>
          </p:cNvPr>
          <p:cNvSpPr>
            <a:spLocks noGrp="1"/>
          </p:cNvSpPr>
          <p:nvPr>
            <p:ph type="title"/>
          </p:nvPr>
        </p:nvSpPr>
        <p:spPr>
          <a:xfrm>
            <a:off x="4692501" y="500284"/>
            <a:ext cx="6661297" cy="1435507"/>
          </a:xfrm>
          <a:prstGeom prst="rect">
            <a:avLst/>
          </a:prstGeom>
        </p:spPr>
        <p:txBody>
          <a:bodyPr vert="horz" lIns="91440" tIns="45720" rIns="91440" bIns="45720" rtlCol="0" anchor="ctr">
            <a:noAutofit/>
          </a:bodyPr>
          <a:lstStyle/>
          <a:p>
            <a:r>
              <a:rPr lang="nl-NL"/>
              <a:t>Format </a:t>
            </a:r>
            <a:br>
              <a:rPr lang="nl-NL"/>
            </a:br>
            <a:r>
              <a:rPr lang="nl-NL"/>
              <a:t>16:9 INT</a:t>
            </a:r>
          </a:p>
        </p:txBody>
      </p:sp>
      <p:sp>
        <p:nvSpPr>
          <p:cNvPr id="3" name="Tijdelijke aanduiding voor tekst 2">
            <a:extLst>
              <a:ext uri="{FF2B5EF4-FFF2-40B4-BE49-F238E27FC236}">
                <a16:creationId xmlns:a16="http://schemas.microsoft.com/office/drawing/2014/main" id="{72391E4F-156B-48E6-81C2-3447F3936994}"/>
              </a:ext>
            </a:extLst>
          </p:cNvPr>
          <p:cNvSpPr>
            <a:spLocks noGrp="1"/>
          </p:cNvSpPr>
          <p:nvPr>
            <p:ph type="body" idx="1"/>
          </p:nvPr>
        </p:nvSpPr>
        <p:spPr>
          <a:xfrm>
            <a:off x="4692500" y="2006379"/>
            <a:ext cx="6661299" cy="4351338"/>
          </a:xfrm>
          <a:prstGeom prst="rect">
            <a:avLst/>
          </a:prstGeom>
        </p:spPr>
        <p:txBody>
          <a:bodyPr vert="horz" lIns="91440" tIns="45720" rIns="91440" bIns="45720" rtlCol="0">
            <a:normAutofit/>
          </a:bodyPr>
          <a:lstStyle/>
          <a:p>
            <a:pPr lvl="0"/>
            <a:r>
              <a:rPr lang="nl-NL"/>
              <a:t>Tekststijl van het model bewerken</a:t>
            </a:r>
          </a:p>
        </p:txBody>
      </p:sp>
      <p:pic>
        <p:nvPicPr>
          <p:cNvPr id="8" name="Afbeelding 7">
            <a:extLst>
              <a:ext uri="{FF2B5EF4-FFF2-40B4-BE49-F238E27FC236}">
                <a16:creationId xmlns:a16="http://schemas.microsoft.com/office/drawing/2014/main" id="{CB4A502B-E2CB-4287-9DED-C3AC2B5E0CFA}"/>
              </a:ext>
            </a:extLst>
          </p:cNvPr>
          <p:cNvPicPr>
            <a:picLocks noChangeAspect="1"/>
          </p:cNvPicPr>
          <p:nvPr/>
        </p:nvPicPr>
        <p:blipFill>
          <a:blip r:embed="rId27" cstate="screen">
            <a:extLst>
              <a:ext uri="{28A0092B-C50C-407E-A947-70E740481C1C}">
                <a14:useLocalDpi xmlns:a14="http://schemas.microsoft.com/office/drawing/2010/main"/>
              </a:ext>
            </a:extLst>
          </a:blip>
          <a:stretch>
            <a:fillRect/>
          </a:stretch>
        </p:blipFill>
        <p:spPr>
          <a:xfrm>
            <a:off x="380014" y="5248352"/>
            <a:ext cx="3534447" cy="1332000"/>
          </a:xfrm>
          <a:prstGeom prst="rect">
            <a:avLst/>
          </a:prstGeom>
        </p:spPr>
      </p:pic>
      <p:pic>
        <p:nvPicPr>
          <p:cNvPr id="16" name="Afbeelding 15">
            <a:extLst>
              <a:ext uri="{FF2B5EF4-FFF2-40B4-BE49-F238E27FC236}">
                <a16:creationId xmlns:a16="http://schemas.microsoft.com/office/drawing/2014/main" id="{24CF265D-E83E-4BC2-8036-5C85388D4FCA}"/>
              </a:ext>
            </a:extLst>
          </p:cNvPr>
          <p:cNvPicPr>
            <a:picLocks noChangeAspect="1"/>
          </p:cNvPicPr>
          <p:nvPr/>
        </p:nvPicPr>
        <p:blipFill>
          <a:blip r:embed="rId28" cstate="screen">
            <a:extLst>
              <a:ext uri="{28A0092B-C50C-407E-A947-70E740481C1C}">
                <a14:useLocalDpi xmlns:a14="http://schemas.microsoft.com/office/drawing/2010/main"/>
              </a:ext>
            </a:extLst>
          </a:blip>
          <a:stretch>
            <a:fillRect/>
          </a:stretch>
        </p:blipFill>
        <p:spPr>
          <a:xfrm>
            <a:off x="362973" y="2591143"/>
            <a:ext cx="3334864" cy="1675714"/>
          </a:xfrm>
          <a:prstGeom prst="rect">
            <a:avLst/>
          </a:prstGeom>
        </p:spPr>
      </p:pic>
    </p:spTree>
    <p:extLst>
      <p:ext uri="{BB962C8B-B14F-4D97-AF65-F5344CB8AC3E}">
        <p14:creationId xmlns:p14="http://schemas.microsoft.com/office/powerpoint/2010/main" val="3898690302"/>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 id="2147483756" r:id="rId18"/>
    <p:sldLayoutId id="2147483757" r:id="rId19"/>
    <p:sldLayoutId id="2147483758" r:id="rId20"/>
    <p:sldLayoutId id="2147483759" r:id="rId21"/>
    <p:sldLayoutId id="2147483760" r:id="rId22"/>
    <p:sldLayoutId id="2147483761" r:id="rId23"/>
    <p:sldLayoutId id="2147483762" r:id="rId24"/>
    <p:sldLayoutId id="2147483763" r:id="rId25"/>
  </p:sldLayoutIdLst>
  <p:hf hdr="0" ftr="0" dt="0"/>
  <p:txStyles>
    <p:titleStyle>
      <a:lvl1pPr algn="l" defTabSz="914400" rtl="0" eaLnBrk="1" latinLnBrk="0" hangingPunct="1">
        <a:lnSpc>
          <a:spcPct val="90000"/>
        </a:lnSpc>
        <a:spcBef>
          <a:spcPct val="0"/>
        </a:spcBef>
        <a:buNone/>
        <a:defRPr sz="6000" b="1"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28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Tx/>
        <a:buNone/>
        <a:defRPr sz="2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20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335AE316-A033-42C3-91B9-BB69790144E1}"/>
              </a:ext>
            </a:extLst>
          </p:cNvPr>
          <p:cNvSpPr/>
          <p:nvPr/>
        </p:nvSpPr>
        <p:spPr>
          <a:xfrm>
            <a:off x="5" y="0"/>
            <a:ext cx="40608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jdelijke aanduiding voor titel 1">
            <a:extLst>
              <a:ext uri="{FF2B5EF4-FFF2-40B4-BE49-F238E27FC236}">
                <a16:creationId xmlns:a16="http://schemas.microsoft.com/office/drawing/2014/main" id="{F5331E97-3ECC-4AF2-98AB-D57122C85F3A}"/>
              </a:ext>
            </a:extLst>
          </p:cNvPr>
          <p:cNvSpPr>
            <a:spLocks noGrp="1"/>
          </p:cNvSpPr>
          <p:nvPr>
            <p:ph type="title"/>
          </p:nvPr>
        </p:nvSpPr>
        <p:spPr>
          <a:xfrm>
            <a:off x="4692501" y="500284"/>
            <a:ext cx="6661297" cy="1435507"/>
          </a:xfrm>
          <a:prstGeom prst="rect">
            <a:avLst/>
          </a:prstGeom>
        </p:spPr>
        <p:txBody>
          <a:bodyPr vert="horz" lIns="91440" tIns="45720" rIns="91440" bIns="45720" rtlCol="0" anchor="ctr">
            <a:noAutofit/>
          </a:bodyPr>
          <a:lstStyle/>
          <a:p>
            <a:r>
              <a:rPr lang="nl-NL"/>
              <a:t>Formaat </a:t>
            </a:r>
            <a:br>
              <a:rPr lang="nl-NL"/>
            </a:br>
            <a:r>
              <a:rPr lang="nl-NL"/>
              <a:t>16:9 NL</a:t>
            </a:r>
          </a:p>
        </p:txBody>
      </p:sp>
      <p:sp>
        <p:nvSpPr>
          <p:cNvPr id="3" name="Tijdelijke aanduiding voor tekst 2">
            <a:extLst>
              <a:ext uri="{FF2B5EF4-FFF2-40B4-BE49-F238E27FC236}">
                <a16:creationId xmlns:a16="http://schemas.microsoft.com/office/drawing/2014/main" id="{72391E4F-156B-48E6-81C2-3447F3936994}"/>
              </a:ext>
            </a:extLst>
          </p:cNvPr>
          <p:cNvSpPr>
            <a:spLocks noGrp="1"/>
          </p:cNvSpPr>
          <p:nvPr>
            <p:ph type="body" idx="1"/>
          </p:nvPr>
        </p:nvSpPr>
        <p:spPr>
          <a:xfrm>
            <a:off x="4692500" y="2006379"/>
            <a:ext cx="6661299" cy="4351338"/>
          </a:xfrm>
          <a:prstGeom prst="rect">
            <a:avLst/>
          </a:prstGeom>
        </p:spPr>
        <p:txBody>
          <a:bodyPr vert="horz" lIns="91440" tIns="45720" rIns="91440" bIns="45720" rtlCol="0">
            <a:normAutofit/>
          </a:bodyPr>
          <a:lstStyle/>
          <a:p>
            <a:pPr lvl="0"/>
            <a:r>
              <a:rPr lang="nl-NL"/>
              <a:t>Tekststijl van het model bewerken</a:t>
            </a:r>
          </a:p>
        </p:txBody>
      </p:sp>
      <p:pic>
        <p:nvPicPr>
          <p:cNvPr id="8" name="Afbeelding 7">
            <a:extLst>
              <a:ext uri="{FF2B5EF4-FFF2-40B4-BE49-F238E27FC236}">
                <a16:creationId xmlns:a16="http://schemas.microsoft.com/office/drawing/2014/main" id="{CB4A502B-E2CB-4287-9DED-C3AC2B5E0CFA}"/>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380014" y="5248352"/>
            <a:ext cx="3534447" cy="1332000"/>
          </a:xfrm>
          <a:prstGeom prst="rect">
            <a:avLst/>
          </a:prstGeom>
        </p:spPr>
      </p:pic>
      <p:pic>
        <p:nvPicPr>
          <p:cNvPr id="14" name="Afbeelding 13">
            <a:extLst>
              <a:ext uri="{FF2B5EF4-FFF2-40B4-BE49-F238E27FC236}">
                <a16:creationId xmlns:a16="http://schemas.microsoft.com/office/drawing/2014/main" id="{00CFFBB0-A4A8-48C7-A271-8455A1541367}"/>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324000" y="5473804"/>
            <a:ext cx="2416626" cy="881095"/>
          </a:xfrm>
          <a:prstGeom prst="rect">
            <a:avLst/>
          </a:prstGeom>
        </p:spPr>
      </p:pic>
    </p:spTree>
    <p:extLst>
      <p:ext uri="{BB962C8B-B14F-4D97-AF65-F5344CB8AC3E}">
        <p14:creationId xmlns:p14="http://schemas.microsoft.com/office/powerpoint/2010/main" val="2846973719"/>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hf hdr="0" ftr="0" dt="0"/>
  <p:txStyles>
    <p:titleStyle>
      <a:lvl1pPr algn="l" defTabSz="914400" rtl="0" eaLnBrk="1" latinLnBrk="0" hangingPunct="1">
        <a:lnSpc>
          <a:spcPct val="90000"/>
        </a:lnSpc>
        <a:spcBef>
          <a:spcPct val="0"/>
        </a:spcBef>
        <a:buNone/>
        <a:defRPr sz="6000" b="1"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28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Tx/>
        <a:buNone/>
        <a:defRPr sz="2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20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Afbeelding 3"/>
          <p:cNvPicPr>
            <a:picLocks noChangeAspect="1"/>
          </p:cNvPicPr>
          <p:nvPr/>
        </p:nvPicPr>
        <p:blipFill>
          <a:blip r:embed="rId23">
            <a:extLst>
              <a:ext uri="{28A0092B-C50C-407E-A947-70E740481C1C}">
                <a14:useLocalDpi xmlns:a14="http://schemas.microsoft.com/office/drawing/2010/main" val="0"/>
              </a:ext>
            </a:extLst>
          </a:blip>
          <a:stretch>
            <a:fillRect/>
          </a:stretch>
        </p:blipFill>
        <p:spPr bwMode="auto">
          <a:xfrm>
            <a:off x="0" y="0"/>
            <a:ext cx="12192000" cy="573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jdelijke aanduiding voor titel 1"/>
          <p:cNvSpPr>
            <a:spLocks noGrp="1"/>
          </p:cNvSpPr>
          <p:nvPr>
            <p:ph type="title"/>
          </p:nvPr>
        </p:nvSpPr>
        <p:spPr>
          <a:xfrm>
            <a:off x="672000" y="1026000"/>
            <a:ext cx="10416000" cy="666000"/>
          </a:xfrm>
          <a:prstGeom prst="rect">
            <a:avLst/>
          </a:prstGeom>
        </p:spPr>
        <p:txBody>
          <a:bodyPr vert="horz" lIns="0" tIns="0" rIns="0" bIns="0" rtlCol="0" anchor="t" anchorCtr="0">
            <a:normAutofit/>
          </a:bodyPr>
          <a:lstStyle/>
          <a:p>
            <a:r>
              <a:rPr lang="nl-NL"/>
              <a:t>Klik om de stijl te bewerken</a:t>
            </a:r>
            <a:endParaRPr lang="en-US"/>
          </a:p>
        </p:txBody>
      </p:sp>
      <p:sp>
        <p:nvSpPr>
          <p:cNvPr id="3" name="Tijdelijke aanduiding voor tekst 2"/>
          <p:cNvSpPr>
            <a:spLocks noGrp="1"/>
          </p:cNvSpPr>
          <p:nvPr>
            <p:ph type="body" idx="1"/>
          </p:nvPr>
        </p:nvSpPr>
        <p:spPr>
          <a:xfrm>
            <a:off x="672000" y="1764000"/>
            <a:ext cx="10416000" cy="4140000"/>
          </a:xfrm>
          <a:prstGeom prst="rect">
            <a:avLst/>
          </a:prstGeom>
        </p:spPr>
        <p:txBody>
          <a:bodyPr vert="horz" lIns="0" tIns="0" rIns="0" bIns="0" rtlCol="0">
            <a:normAutofit/>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6" name="Tijdelijke aanduiding voor dianummer 5"/>
          <p:cNvSpPr>
            <a:spLocks noGrp="1"/>
          </p:cNvSpPr>
          <p:nvPr>
            <p:ph type="sldNum" sz="quarter" idx="4"/>
          </p:nvPr>
        </p:nvSpPr>
        <p:spPr>
          <a:xfrm>
            <a:off x="8640000" y="6401359"/>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13" name="Tekstvak 12">
            <a:extLst>
              <a:ext uri="{FF2B5EF4-FFF2-40B4-BE49-F238E27FC236}">
                <a16:creationId xmlns:a16="http://schemas.microsoft.com/office/drawing/2014/main" id="{92809271-3493-466D-AB40-73FA581AA587}"/>
              </a:ext>
            </a:extLst>
          </p:cNvPr>
          <p:cNvSpPr txBox="1"/>
          <p:nvPr/>
        </p:nvSpPr>
        <p:spPr>
          <a:xfrm>
            <a:off x="-2241155" y="-36000"/>
            <a:ext cx="2088000" cy="6505099"/>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50673"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TAB START</a:t>
            </a:r>
          </a:p>
          <a:p>
            <a:pPr>
              <a:lnSpc>
                <a:spcPct val="120000"/>
              </a:lnSpc>
            </a:pPr>
            <a:endParaRPr lang="nl-NL" sz="1000" b="1" kern="1200" cap="all" baseline="0" noProof="1">
              <a:solidFill>
                <a:schemeClr val="tx2"/>
              </a:solidFill>
              <a:latin typeface="Arial" panose="020B0604020202020204" pitchFamily="34" charset="0"/>
              <a:ea typeface="+mn-ea"/>
              <a:cs typeface="Arial" panose="020B0604020202020204" pitchFamily="34" charset="0"/>
            </a:endParaRPr>
          </a:p>
          <a:p>
            <a:pPr>
              <a:lnSpc>
                <a:spcPct val="120000"/>
              </a:lnSpc>
            </a:pPr>
            <a:endParaRPr lang="nl-NL" sz="1000" b="1" kern="1200" cap="all" baseline="0" noProof="1">
              <a:solidFill>
                <a:schemeClr val="tx2"/>
              </a:solidFill>
              <a:latin typeface="Arial" panose="020B0604020202020204" pitchFamily="34" charset="0"/>
              <a:ea typeface="+mn-ea"/>
              <a:cs typeface="Arial" panose="020B0604020202020204" pitchFamily="34" charset="0"/>
            </a:endParaRPr>
          </a:p>
          <a:p>
            <a:pPr>
              <a:lnSpc>
                <a:spcPct val="120000"/>
              </a:lnSpc>
            </a:pPr>
            <a:endParaRPr lang="nl-NL" sz="1000" b="1" kern="1200" cap="all" baseline="0" noProof="1">
              <a:solidFill>
                <a:schemeClr val="tx2"/>
              </a:solidFill>
              <a:latin typeface="Arial" panose="020B0604020202020204" pitchFamily="34" charset="0"/>
              <a:ea typeface="+mn-ea"/>
              <a:cs typeface="Arial" panose="020B0604020202020204" pitchFamily="34" charset="0"/>
            </a:endParaRPr>
          </a:p>
          <a:p>
            <a:pPr>
              <a:lnSpc>
                <a:spcPct val="120000"/>
              </a:lnSpc>
            </a:pPr>
            <a:endParaRPr lang="nl-NL" sz="1000" b="1" kern="1200" cap="all" baseline="0" noProof="1">
              <a:solidFill>
                <a:schemeClr val="tx2"/>
              </a:solidFill>
              <a:latin typeface="Arial" panose="020B0604020202020204" pitchFamily="34" charset="0"/>
              <a:ea typeface="+mn-ea"/>
              <a:cs typeface="Arial" panose="020B0604020202020204" pitchFamily="34" charset="0"/>
            </a:endParaRPr>
          </a:p>
          <a:p>
            <a:pPr>
              <a:lnSpc>
                <a:spcPct val="120000"/>
              </a:lnSpc>
            </a:pPr>
            <a:endParaRPr lang="nl-NL" sz="1000" b="1" kern="1200" cap="all" baseline="0" noProof="1">
              <a:solidFill>
                <a:schemeClr val="tx2"/>
              </a:solidFill>
              <a:latin typeface="Arial" panose="020B0604020202020204" pitchFamily="34" charset="0"/>
              <a:ea typeface="+mn-ea"/>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nieuwe DIA INVOEGEN</a:t>
            </a:r>
          </a:p>
          <a:p>
            <a:pPr marL="536575"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onderste deel van de knop </a:t>
            </a:r>
            <a:r>
              <a:rPr lang="nl-NL" sz="900" b="0" baseline="0" noProof="1">
                <a:solidFill>
                  <a:srgbClr val="515F67"/>
                </a:solidFill>
                <a:latin typeface="Arial Black" panose="020B0A04020102020204" pitchFamily="34" charset="0"/>
                <a:cs typeface="Arial" panose="020B0604020202020204" pitchFamily="34" charset="0"/>
              </a:rPr>
              <a:t>Nieuwe Dia </a:t>
            </a:r>
            <a:r>
              <a:rPr lang="nl-NL" sz="900" b="0" baseline="0" noProof="1">
                <a:solidFill>
                  <a:srgbClr val="515F67"/>
                </a:solidFill>
                <a:latin typeface="Arial" panose="020B0604020202020204" pitchFamily="34" charset="0"/>
                <a:cs typeface="Arial" panose="020B0604020202020204" pitchFamily="34" charset="0"/>
              </a:rPr>
              <a:t>en kies de gewenste dia-indeling. </a:t>
            </a:r>
          </a:p>
          <a:p>
            <a:pPr marL="0" marR="0" lvl="0" indent="0" algn="l" defTabSz="914400" rtl="0" eaLnBrk="1" fontAlgn="auto" latinLnBrk="0" hangingPunct="1">
              <a:lnSpc>
                <a:spcPct val="120000"/>
              </a:lnSpc>
              <a:spcBef>
                <a:spcPts val="0"/>
              </a:spcBef>
              <a:spcAft>
                <a:spcPts val="0"/>
              </a:spcAft>
              <a:buClrTx/>
              <a:buSzTx/>
              <a:buFontTx/>
              <a:buNone/>
              <a:tabLst/>
              <a:defRPr/>
            </a:pPr>
            <a:endParaRPr lang="nl-NL" sz="900" b="0" baseline="0" noProof="1">
              <a:solidFill>
                <a:srgbClr val="515F67"/>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ANDERE DIA-INDEling </a:t>
            </a:r>
          </a:p>
          <a:p>
            <a:pPr marL="107950" indent="-10795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dia waarvan je de dia-indeling wilt wijzigen.</a:t>
            </a:r>
          </a:p>
          <a:p>
            <a:pPr marL="107950" indent="-10795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knop </a:t>
            </a:r>
            <a:r>
              <a:rPr lang="nl-NL" sz="900" b="0" baseline="0" noProof="1">
                <a:solidFill>
                  <a:srgbClr val="515F67"/>
                </a:solidFill>
                <a:latin typeface="Arial Black" panose="020B0A04020102020204" pitchFamily="34" charset="0"/>
                <a:cs typeface="Arial" panose="020B0604020202020204" pitchFamily="34" charset="0"/>
              </a:rPr>
              <a:t>Indeling</a:t>
            </a:r>
            <a:r>
              <a:rPr lang="nl-NL" sz="900" baseline="0" noProof="1">
                <a:solidFill>
                  <a:srgbClr val="515F67"/>
                </a:solidFill>
                <a:latin typeface="Arial" panose="020B0604020202020204" pitchFamily="34" charset="0"/>
                <a:cs typeface="Arial" panose="020B0604020202020204" pitchFamily="34" charset="0"/>
              </a:rPr>
              <a:t>.</a:t>
            </a:r>
            <a:endParaRPr lang="nl-NL" sz="900" b="0" baseline="0" noProof="1">
              <a:solidFill>
                <a:srgbClr val="515F67"/>
              </a:solidFill>
              <a:latin typeface="Arial" panose="020B0604020202020204" pitchFamily="34" charset="0"/>
              <a:cs typeface="Arial" panose="020B0604020202020204" pitchFamily="34" charset="0"/>
            </a:endParaRPr>
          </a:p>
          <a:p>
            <a:pPr marL="107950" indent="-10795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Kies de gewenste indeling.</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DIA-INDELING HERSTELLEN</a:t>
            </a:r>
          </a:p>
          <a:p>
            <a:pPr marL="0" indent="0">
              <a:lnSpc>
                <a:spcPct val="120000"/>
              </a:lnSpc>
              <a:buFont typeface="+mj-lt"/>
              <a:buNone/>
            </a:pPr>
            <a:r>
              <a:rPr lang="nl-NL" sz="900" baseline="0" noProof="1">
                <a:solidFill>
                  <a:srgbClr val="515F67"/>
                </a:solidFill>
                <a:latin typeface="Arial" panose="020B0604020202020204" pitchFamily="34" charset="0"/>
                <a:cs typeface="Arial" panose="020B0604020202020204" pitchFamily="34" charset="0"/>
              </a:rPr>
              <a:t>Het kan gebeuren dat je de tekst- of fotovakken per ongeluk hebt verplaatst, waardoor ze niet meer op de juiste positie staan.</a:t>
            </a:r>
          </a:p>
          <a:p>
            <a:pPr marL="0" indent="0">
              <a:lnSpc>
                <a:spcPct val="120000"/>
              </a:lnSpc>
              <a:buFont typeface="+mj-lt"/>
              <a:buNone/>
            </a:pPr>
            <a:r>
              <a:rPr lang="nl-NL" sz="900" baseline="0" noProof="1">
                <a:solidFill>
                  <a:srgbClr val="515F67"/>
                </a:solidFill>
                <a:latin typeface="Arial" panose="020B0604020202020204" pitchFamily="34" charset="0"/>
                <a:cs typeface="Arial" panose="020B0604020202020204" pitchFamily="34" charset="0"/>
              </a:rPr>
              <a:t>Herstel dit door op de knop </a:t>
            </a:r>
            <a:r>
              <a:rPr lang="nl-NL" sz="900" b="1" baseline="0" noProof="1">
                <a:solidFill>
                  <a:srgbClr val="515F67"/>
                </a:solidFill>
                <a:latin typeface="Arial Black" panose="020B0A04020102020204" pitchFamily="34" charset="0"/>
                <a:cs typeface="Arial" panose="020B0604020202020204" pitchFamily="34" charset="0"/>
              </a:rPr>
              <a:t>Opnieuw</a:t>
            </a:r>
            <a:r>
              <a:rPr lang="nl-NL" sz="900" baseline="0" noProof="1">
                <a:solidFill>
                  <a:srgbClr val="515F67"/>
                </a:solidFill>
                <a:latin typeface="Arial Black" panose="020B0A04020102020204" pitchFamily="34" charset="0"/>
                <a:cs typeface="Arial" panose="020B0604020202020204" pitchFamily="34" charset="0"/>
              </a:rPr>
              <a:t> </a:t>
            </a:r>
            <a:r>
              <a:rPr lang="nl-NL" sz="900" b="1" baseline="0" noProof="1">
                <a:solidFill>
                  <a:srgbClr val="515F67"/>
                </a:solidFill>
                <a:latin typeface="Arial Black" panose="020B0A04020102020204" pitchFamily="34" charset="0"/>
                <a:cs typeface="Arial" panose="020B0604020202020204" pitchFamily="34" charset="0"/>
              </a:rPr>
              <a:t>instellen</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klikken.</a:t>
            </a:r>
          </a:p>
          <a:p>
            <a:pPr marL="0" indent="0">
              <a:lnSpc>
                <a:spcPct val="120000"/>
              </a:lnSpc>
              <a:buFont typeface="+mj-lt"/>
              <a:buNone/>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KOPIËREN VANUIT EEN OUDE PRESENTATIE</a:t>
            </a:r>
          </a:p>
          <a:p>
            <a:pPr marL="0" indent="0">
              <a:lnSpc>
                <a:spcPct val="120000"/>
              </a:lnSpc>
              <a:buFont typeface="+mj-lt"/>
              <a:buNone/>
            </a:pPr>
            <a:r>
              <a:rPr lang="nl-NL" sz="900" baseline="0" noProof="1">
                <a:solidFill>
                  <a:srgbClr val="515F67"/>
                </a:solidFill>
                <a:latin typeface="Arial" panose="020B0604020202020204" pitchFamily="34" charset="0"/>
                <a:cs typeface="Arial" panose="020B0604020202020204" pitchFamily="34" charset="0"/>
              </a:rPr>
              <a:t>Je kunt geen complete dia’s kopiëren vanuit presentaties met een </a:t>
            </a:r>
            <a:r>
              <a:rPr lang="nl-NL" sz="900" u="sng" baseline="0" noProof="1">
                <a:solidFill>
                  <a:srgbClr val="515F67"/>
                </a:solidFill>
                <a:latin typeface="Arial" panose="020B0604020202020204" pitchFamily="34" charset="0"/>
                <a:cs typeface="Arial" panose="020B0604020202020204" pitchFamily="34" charset="0"/>
              </a:rPr>
              <a:t>andere</a:t>
            </a:r>
            <a:r>
              <a:rPr lang="nl-NL" sz="900" baseline="0" noProof="1">
                <a:solidFill>
                  <a:srgbClr val="515F67"/>
                </a:solidFill>
                <a:latin typeface="Arial" panose="020B0604020202020204" pitchFamily="34" charset="0"/>
                <a:cs typeface="Arial" panose="020B0604020202020204" pitchFamily="34" charset="0"/>
              </a:rPr>
              <a:t> opmaak. Voeg in dat geval een nieuwe dia in en kopieer de tekst vanuit de ‘oude’ presentatie naar de nieuwe dia. Gebruik hieroor de knop </a:t>
            </a:r>
            <a:r>
              <a:rPr lang="nl-NL" sz="900" baseline="0" noProof="1">
                <a:solidFill>
                  <a:srgbClr val="515F67"/>
                </a:solidFill>
                <a:latin typeface="Arial Black" panose="020B0A04020102020204" pitchFamily="34" charset="0"/>
                <a:cs typeface="Arial" panose="020B0604020202020204" pitchFamily="34" charset="0"/>
              </a:rPr>
              <a:t>Plakken</a:t>
            </a:r>
            <a:r>
              <a:rPr lang="nl-NL" sz="900" baseline="0" noProof="1">
                <a:solidFill>
                  <a:srgbClr val="515F67"/>
                </a:solidFill>
                <a:latin typeface="Arial" panose="020B0604020202020204" pitchFamily="34" charset="0"/>
                <a:cs typeface="Arial" panose="020B0604020202020204" pitchFamily="34" charset="0"/>
              </a:rPr>
              <a:t> en kies de optie </a:t>
            </a:r>
            <a:r>
              <a:rPr lang="nl-NL" sz="900" b="1" kern="1200" baseline="0" noProof="1">
                <a:solidFill>
                  <a:srgbClr val="515F67"/>
                </a:solidFill>
                <a:latin typeface="Arial Black" panose="020B0A04020102020204" pitchFamily="34" charset="0"/>
                <a:ea typeface="+mn-ea"/>
                <a:cs typeface="Arial" panose="020B0604020202020204" pitchFamily="34" charset="0"/>
              </a:rPr>
              <a:t>Alleen</a:t>
            </a:r>
            <a:r>
              <a:rPr lang="nl-NL" sz="900" baseline="0" noProof="1">
                <a:solidFill>
                  <a:srgbClr val="515F67"/>
                </a:solidFill>
                <a:latin typeface="Arial" panose="020B0604020202020204" pitchFamily="34" charset="0"/>
                <a:cs typeface="Arial" panose="020B0604020202020204" pitchFamily="34" charset="0"/>
              </a:rPr>
              <a:t> </a:t>
            </a:r>
            <a:r>
              <a:rPr lang="nl-NL" sz="900" b="1" kern="1200" baseline="0" noProof="1">
                <a:solidFill>
                  <a:srgbClr val="515F67"/>
                </a:solidFill>
                <a:latin typeface="Arial Black" panose="020B0A04020102020204" pitchFamily="34" charset="0"/>
                <a:ea typeface="+mn-ea"/>
                <a:cs typeface="Arial" panose="020B0604020202020204" pitchFamily="34" charset="0"/>
              </a:rPr>
              <a:t>tekst</a:t>
            </a:r>
            <a:r>
              <a:rPr lang="nl-NL" sz="900" baseline="0" noProof="1">
                <a:solidFill>
                  <a:srgbClr val="515F67"/>
                </a:solidFill>
                <a:latin typeface="Arial" panose="020B0604020202020204" pitchFamily="34" charset="0"/>
                <a:cs typeface="Arial" panose="020B0604020202020204" pitchFamily="34" charset="0"/>
              </a:rPr>
              <a:t> </a:t>
            </a:r>
            <a:r>
              <a:rPr lang="nl-NL" sz="900" b="1" kern="1200" baseline="0" noProof="1">
                <a:solidFill>
                  <a:srgbClr val="515F67"/>
                </a:solidFill>
                <a:latin typeface="Arial Black" panose="020B0A04020102020204" pitchFamily="34" charset="0"/>
                <a:ea typeface="+mn-ea"/>
                <a:cs typeface="Arial" panose="020B0604020202020204" pitchFamily="34" charset="0"/>
              </a:rPr>
              <a:t>behouden</a:t>
            </a:r>
            <a:r>
              <a:rPr lang="nl-NL" sz="900" baseline="0" noProof="1">
                <a:solidFill>
                  <a:srgbClr val="515F67"/>
                </a:solidFill>
                <a:latin typeface="Arial" panose="020B0604020202020204" pitchFamily="34" charset="0"/>
                <a:cs typeface="Arial" panose="020B0604020202020204" pitchFamily="34" charset="0"/>
              </a:rPr>
              <a:t>.</a:t>
            </a:r>
            <a:endParaRPr lang="nl-NL" sz="900" kern="1200" baseline="0" noProof="1">
              <a:solidFill>
                <a:srgbClr val="515F67"/>
              </a:solidFill>
              <a:latin typeface="Arial" panose="020B0604020202020204" pitchFamily="34" charset="0"/>
              <a:ea typeface="+mn-ea"/>
              <a:cs typeface="Arial" panose="020B0604020202020204" pitchFamily="34" charset="0"/>
            </a:endParaRPr>
          </a:p>
        </p:txBody>
      </p:sp>
      <p:pic>
        <p:nvPicPr>
          <p:cNvPr id="14" name="Afbeelding 13">
            <a:extLst>
              <a:ext uri="{FF2B5EF4-FFF2-40B4-BE49-F238E27FC236}">
                <a16:creationId xmlns:a16="http://schemas.microsoft.com/office/drawing/2014/main" id="{F7FC3243-A215-4B96-80E1-7A8F51022F71}"/>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2115503" y="1359789"/>
            <a:ext cx="428625" cy="657225"/>
          </a:xfrm>
          <a:prstGeom prst="rect">
            <a:avLst/>
          </a:prstGeom>
        </p:spPr>
      </p:pic>
      <p:pic>
        <p:nvPicPr>
          <p:cNvPr id="16" name="Afbeelding 15">
            <a:extLst>
              <a:ext uri="{FF2B5EF4-FFF2-40B4-BE49-F238E27FC236}">
                <a16:creationId xmlns:a16="http://schemas.microsoft.com/office/drawing/2014/main" id="{9145B82A-63CF-4418-B553-F6D182D41332}"/>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2115503" y="6262927"/>
            <a:ext cx="1457325" cy="523875"/>
          </a:xfrm>
          <a:prstGeom prst="rect">
            <a:avLst/>
          </a:prstGeom>
        </p:spPr>
      </p:pic>
      <p:cxnSp>
        <p:nvCxnSpPr>
          <p:cNvPr id="17" name="Rechte verbindingslijn met pijl 16">
            <a:extLst>
              <a:ext uri="{FF2B5EF4-FFF2-40B4-BE49-F238E27FC236}">
                <a16:creationId xmlns:a16="http://schemas.microsoft.com/office/drawing/2014/main" id="{F0B69D13-0C64-4DE5-AB3D-E65F4DC77D34}"/>
              </a:ext>
            </a:extLst>
          </p:cNvPr>
          <p:cNvCxnSpPr>
            <a:cxnSpLocks/>
          </p:cNvCxnSpPr>
          <p:nvPr/>
        </p:nvCxnSpPr>
        <p:spPr>
          <a:xfrm>
            <a:off x="-1121089" y="6162675"/>
            <a:ext cx="1" cy="318374"/>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cxnSp>
        <p:nvCxnSpPr>
          <p:cNvPr id="18" name="Rechte verbindingslijn met pijl 17">
            <a:extLst>
              <a:ext uri="{FF2B5EF4-FFF2-40B4-BE49-F238E27FC236}">
                <a16:creationId xmlns:a16="http://schemas.microsoft.com/office/drawing/2014/main" id="{C7DD53AD-8525-4F8C-8FB3-F370DA4EA80D}"/>
              </a:ext>
            </a:extLst>
          </p:cNvPr>
          <p:cNvCxnSpPr>
            <a:cxnSpLocks/>
          </p:cNvCxnSpPr>
          <p:nvPr/>
        </p:nvCxnSpPr>
        <p:spPr>
          <a:xfrm flipH="1" flipV="1">
            <a:off x="-1709737" y="1941012"/>
            <a:ext cx="166686" cy="133152"/>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pic>
        <p:nvPicPr>
          <p:cNvPr id="19" name="Afbeelding 18">
            <a:extLst>
              <a:ext uri="{FF2B5EF4-FFF2-40B4-BE49-F238E27FC236}">
                <a16:creationId xmlns:a16="http://schemas.microsoft.com/office/drawing/2014/main" id="{8560EC97-28E4-4A9A-9F83-8C1BE5FCD106}"/>
              </a:ext>
            </a:extLst>
          </p:cNvPr>
          <p:cNvPicPr>
            <a:picLocks noChangeAspect="1"/>
          </p:cNvPicPr>
          <p:nvPr/>
        </p:nvPicPr>
        <p:blipFill rotWithShape="1">
          <a:blip r:embed="rId26">
            <a:extLst>
              <a:ext uri="{28A0092B-C50C-407E-A947-70E740481C1C}">
                <a14:useLocalDpi xmlns:a14="http://schemas.microsoft.com/office/drawing/2010/main" val="0"/>
              </a:ext>
            </a:extLst>
          </a:blip>
          <a:srcRect l="56058" t="26168" r="1250" b="15996"/>
          <a:stretch/>
        </p:blipFill>
        <p:spPr>
          <a:xfrm>
            <a:off x="-2115503" y="235998"/>
            <a:ext cx="1691640" cy="677602"/>
          </a:xfrm>
          <a:prstGeom prst="rect">
            <a:avLst/>
          </a:prstGeom>
        </p:spPr>
      </p:pic>
      <p:cxnSp>
        <p:nvCxnSpPr>
          <p:cNvPr id="23" name="Rechte verbindingslijn met pijl 22">
            <a:extLst>
              <a:ext uri="{FF2B5EF4-FFF2-40B4-BE49-F238E27FC236}">
                <a16:creationId xmlns:a16="http://schemas.microsoft.com/office/drawing/2014/main" id="{AC804CAC-6109-47DC-BF9B-6C26568C72F0}"/>
              </a:ext>
            </a:extLst>
          </p:cNvPr>
          <p:cNvCxnSpPr>
            <a:cxnSpLocks/>
          </p:cNvCxnSpPr>
          <p:nvPr/>
        </p:nvCxnSpPr>
        <p:spPr>
          <a:xfrm>
            <a:off x="-1121089" y="6162675"/>
            <a:ext cx="1" cy="318374"/>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cxnSp>
        <p:nvCxnSpPr>
          <p:cNvPr id="24" name="Rechte verbindingslijn met pijl 23">
            <a:extLst>
              <a:ext uri="{FF2B5EF4-FFF2-40B4-BE49-F238E27FC236}">
                <a16:creationId xmlns:a16="http://schemas.microsoft.com/office/drawing/2014/main" id="{11667B06-528D-450B-B054-CD570D304754}"/>
              </a:ext>
            </a:extLst>
          </p:cNvPr>
          <p:cNvCxnSpPr>
            <a:cxnSpLocks/>
          </p:cNvCxnSpPr>
          <p:nvPr/>
        </p:nvCxnSpPr>
        <p:spPr>
          <a:xfrm flipH="1" flipV="1">
            <a:off x="-1709737" y="1941012"/>
            <a:ext cx="166686" cy="133152"/>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cxnSp>
        <p:nvCxnSpPr>
          <p:cNvPr id="29" name="Rechte verbindingslijn met pijl 28">
            <a:extLst>
              <a:ext uri="{FF2B5EF4-FFF2-40B4-BE49-F238E27FC236}">
                <a16:creationId xmlns:a16="http://schemas.microsoft.com/office/drawing/2014/main" id="{24492C2B-39AA-43E6-AF2B-8DB99405E983}"/>
              </a:ext>
            </a:extLst>
          </p:cNvPr>
          <p:cNvCxnSpPr>
            <a:cxnSpLocks/>
          </p:cNvCxnSpPr>
          <p:nvPr/>
        </p:nvCxnSpPr>
        <p:spPr>
          <a:xfrm>
            <a:off x="-1121089" y="6162675"/>
            <a:ext cx="1" cy="318374"/>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cxnSp>
        <p:nvCxnSpPr>
          <p:cNvPr id="30" name="Rechte verbindingslijn met pijl 29">
            <a:extLst>
              <a:ext uri="{FF2B5EF4-FFF2-40B4-BE49-F238E27FC236}">
                <a16:creationId xmlns:a16="http://schemas.microsoft.com/office/drawing/2014/main" id="{0A400A29-A2B3-477A-96E7-AE601DB050B4}"/>
              </a:ext>
            </a:extLst>
          </p:cNvPr>
          <p:cNvCxnSpPr>
            <a:cxnSpLocks/>
          </p:cNvCxnSpPr>
          <p:nvPr/>
        </p:nvCxnSpPr>
        <p:spPr>
          <a:xfrm flipH="1" flipV="1">
            <a:off x="-1709737" y="1941012"/>
            <a:ext cx="166686" cy="133152"/>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cxnSp>
        <p:nvCxnSpPr>
          <p:cNvPr id="35" name="Rechte verbindingslijn met pijl 34">
            <a:extLst>
              <a:ext uri="{FF2B5EF4-FFF2-40B4-BE49-F238E27FC236}">
                <a16:creationId xmlns:a16="http://schemas.microsoft.com/office/drawing/2014/main" id="{A087A102-250D-4D0A-8FAA-3CBE70080871}"/>
              </a:ext>
            </a:extLst>
          </p:cNvPr>
          <p:cNvCxnSpPr>
            <a:cxnSpLocks/>
          </p:cNvCxnSpPr>
          <p:nvPr/>
        </p:nvCxnSpPr>
        <p:spPr>
          <a:xfrm>
            <a:off x="-1121089" y="6162675"/>
            <a:ext cx="1" cy="318374"/>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cxnSp>
        <p:nvCxnSpPr>
          <p:cNvPr id="36" name="Rechte verbindingslijn met pijl 35">
            <a:extLst>
              <a:ext uri="{FF2B5EF4-FFF2-40B4-BE49-F238E27FC236}">
                <a16:creationId xmlns:a16="http://schemas.microsoft.com/office/drawing/2014/main" id="{BFD25CAE-7A58-4396-BBBD-B9DBB084F6D9}"/>
              </a:ext>
            </a:extLst>
          </p:cNvPr>
          <p:cNvCxnSpPr>
            <a:cxnSpLocks/>
          </p:cNvCxnSpPr>
          <p:nvPr/>
        </p:nvCxnSpPr>
        <p:spPr>
          <a:xfrm flipH="1" flipV="1">
            <a:off x="-1709737" y="1941012"/>
            <a:ext cx="166686" cy="133152"/>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pic>
        <p:nvPicPr>
          <p:cNvPr id="20" name="Afbeelding 19">
            <a:extLst>
              <a:ext uri="{FF2B5EF4-FFF2-40B4-BE49-F238E27FC236}">
                <a16:creationId xmlns:a16="http://schemas.microsoft.com/office/drawing/2014/main" id="{97B2E086-A9F6-44E6-B37D-A28331CB99EB}"/>
              </a:ext>
            </a:extLst>
          </p:cNvPr>
          <p:cNvPicPr>
            <a:picLocks noChangeAspect="1"/>
          </p:cNvPicPr>
          <p:nvPr/>
        </p:nvPicPr>
        <p:blipFill>
          <a:blip r:embed="rId27" cstate="print">
            <a:extLst>
              <a:ext uri="{28A0092B-C50C-407E-A947-70E740481C1C}">
                <a14:useLocalDpi xmlns:a14="http://schemas.microsoft.com/office/drawing/2010/main" val="0"/>
              </a:ext>
            </a:extLst>
          </a:blip>
          <a:srcRect/>
          <a:stretch/>
        </p:blipFill>
        <p:spPr>
          <a:xfrm>
            <a:off x="303568" y="6201364"/>
            <a:ext cx="1152000" cy="445707"/>
          </a:xfrm>
          <a:prstGeom prst="rect">
            <a:avLst/>
          </a:prstGeom>
        </p:spPr>
      </p:pic>
    </p:spTree>
    <p:extLst>
      <p:ext uri="{BB962C8B-B14F-4D97-AF65-F5344CB8AC3E}">
        <p14:creationId xmlns:p14="http://schemas.microsoft.com/office/powerpoint/2010/main" val="3621217318"/>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 id="2147483734" r:id="rId20"/>
    <p:sldLayoutId id="2147483735" r:id="rId21"/>
  </p:sldLayoutIdLst>
  <p:hf hdr="0" ftr="0" dt="0"/>
  <p:txStyles>
    <p:titleStyle>
      <a:lvl1pPr algn="l" defTabSz="914400" rtl="0" eaLnBrk="1" latinLnBrk="0" hangingPunct="1">
        <a:lnSpc>
          <a:spcPct val="90000"/>
        </a:lnSpc>
        <a:spcBef>
          <a:spcPct val="0"/>
        </a:spcBef>
        <a:buNone/>
        <a:defRPr sz="2500" b="1" kern="1200">
          <a:solidFill>
            <a:schemeClr val="accent1"/>
          </a:solidFill>
          <a:latin typeface="+mj-lt"/>
          <a:ea typeface="+mj-ea"/>
          <a:cs typeface="+mj-cs"/>
        </a:defRPr>
      </a:lvl1pPr>
    </p:titleStyle>
    <p:bodyStyle>
      <a:lvl1pPr marL="288000" indent="-288000" algn="l" defTabSz="914400" rtl="0" eaLnBrk="1" latinLnBrk="0" hangingPunct="1">
        <a:lnSpc>
          <a:spcPct val="100000"/>
        </a:lnSpc>
        <a:spcBef>
          <a:spcPts val="0"/>
        </a:spcBef>
        <a:buFont typeface="Arial" pitchFamily="34" charset="0"/>
        <a:buChar char="-"/>
        <a:defRPr sz="2000" kern="1200">
          <a:solidFill>
            <a:schemeClr val="tx1"/>
          </a:solidFill>
          <a:latin typeface="+mn-lt"/>
          <a:ea typeface="+mn-ea"/>
          <a:cs typeface="+mn-cs"/>
        </a:defRPr>
      </a:lvl1pPr>
      <a:lvl2pPr marL="576000" indent="-288000" algn="l" defTabSz="914400" rtl="0" eaLnBrk="1" latinLnBrk="0" hangingPunct="1">
        <a:lnSpc>
          <a:spcPct val="100000"/>
        </a:lnSpc>
        <a:spcBef>
          <a:spcPts val="0"/>
        </a:spcBef>
        <a:buFont typeface="Arial" pitchFamily="34" charset="0"/>
        <a:buChar char="-"/>
        <a:defRPr sz="2000" kern="1200">
          <a:solidFill>
            <a:schemeClr val="tx1"/>
          </a:solidFill>
          <a:latin typeface="+mn-lt"/>
          <a:ea typeface="+mn-ea"/>
          <a:cs typeface="+mn-cs"/>
        </a:defRPr>
      </a:lvl2pPr>
      <a:lvl3pPr marL="864000" indent="-288000" algn="l" defTabSz="914400" rtl="0" eaLnBrk="1" latinLnBrk="0" hangingPunct="1">
        <a:lnSpc>
          <a:spcPct val="100000"/>
        </a:lnSpc>
        <a:spcBef>
          <a:spcPts val="0"/>
        </a:spcBef>
        <a:buFont typeface="Arial" pitchFamily="34" charset="0"/>
        <a:buChar char="-"/>
        <a:defRPr sz="2000" kern="1200">
          <a:solidFill>
            <a:schemeClr val="tx1"/>
          </a:solidFill>
          <a:latin typeface="+mn-lt"/>
          <a:ea typeface="+mn-ea"/>
          <a:cs typeface="+mn-cs"/>
        </a:defRPr>
      </a:lvl3pPr>
      <a:lvl4pPr marL="1152000" indent="-288000" algn="l" defTabSz="914400" rtl="0" eaLnBrk="1" latinLnBrk="0" hangingPunct="1">
        <a:lnSpc>
          <a:spcPct val="100000"/>
        </a:lnSpc>
        <a:spcBef>
          <a:spcPts val="0"/>
        </a:spcBef>
        <a:buFont typeface="Arial" pitchFamily="34" charset="0"/>
        <a:buChar char="-"/>
        <a:defRPr sz="2000" kern="1200">
          <a:solidFill>
            <a:schemeClr val="tx1"/>
          </a:solidFill>
          <a:latin typeface="+mn-lt"/>
          <a:ea typeface="+mn-ea"/>
          <a:cs typeface="+mn-cs"/>
        </a:defRPr>
      </a:lvl4pPr>
      <a:lvl5pPr marL="1440000" indent="-288000" algn="l" defTabSz="914400" rtl="0" eaLnBrk="1" latinLnBrk="0" hangingPunct="1">
        <a:lnSpc>
          <a:spcPct val="100000"/>
        </a:lnSpc>
        <a:spcBef>
          <a:spcPts val="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40">
          <p15:clr>
            <a:srgbClr val="F26B43"/>
          </p15:clr>
        </p15:guide>
        <p15:guide id="2" pos="2880">
          <p15:clr>
            <a:srgbClr val="F26B43"/>
          </p15:clr>
        </p15:guide>
        <p15:guide id="3" pos="415">
          <p15:clr>
            <a:srgbClr val="F26B43"/>
          </p15:clr>
        </p15:guide>
        <p15:guide id="4" pos="5239">
          <p15:clr>
            <a:srgbClr val="F26B43"/>
          </p15:clr>
        </p15:guide>
        <p15:guide id="5" orient="horz" pos="3725">
          <p15:clr>
            <a:srgbClr val="F26B43"/>
          </p15:clr>
        </p15:guide>
        <p15:guide id="6" orient="horz" pos="109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1524000" y="1377950"/>
            <a:ext cx="9144000" cy="2387600"/>
          </a:xfrm>
        </p:spPr>
        <p:txBody>
          <a:bodyPr/>
          <a:lstStyle/>
          <a:p>
            <a:pPr algn="ctr"/>
            <a:r>
              <a:rPr lang="en-US" dirty="0">
                <a:solidFill>
                  <a:schemeClr val="bg1"/>
                </a:solidFill>
                <a:latin typeface="Avenir Next LT Pro" panose="020B0504020202020204" pitchFamily="34" charset="0"/>
              </a:rPr>
              <a:t>Graduation thesis:</a:t>
            </a:r>
            <a:br>
              <a:rPr lang="en-US" dirty="0">
                <a:solidFill>
                  <a:schemeClr val="bg1"/>
                </a:solidFill>
                <a:latin typeface="Avenir Next LT Pro" panose="020B0504020202020204" pitchFamily="34" charset="0"/>
              </a:rPr>
            </a:br>
            <a:r>
              <a:rPr lang="en-US" dirty="0">
                <a:solidFill>
                  <a:schemeClr val="bg1"/>
                </a:solidFill>
                <a:latin typeface="Avenir Next LT Pro" panose="020B0504020202020204" pitchFamily="34" charset="0"/>
              </a:rPr>
              <a:t>Status update</a:t>
            </a:r>
          </a:p>
        </p:txBody>
      </p:sp>
      <p:sp>
        <p:nvSpPr>
          <p:cNvPr id="3" name="Subtitle 2"/>
          <p:cNvSpPr>
            <a:spLocks noGrp="1"/>
          </p:cNvSpPr>
          <p:nvPr>
            <p:ph type="subTitle" idx="4294967295"/>
          </p:nvPr>
        </p:nvSpPr>
        <p:spPr>
          <a:xfrm>
            <a:off x="1524000" y="3824288"/>
            <a:ext cx="9144000" cy="1655762"/>
          </a:xfrm>
        </p:spPr>
        <p:txBody>
          <a:bodyPr/>
          <a:lstStyle/>
          <a:p>
            <a:pPr marL="0" indent="0" algn="ctr">
              <a:buNone/>
            </a:pPr>
            <a:r>
              <a:rPr lang="en-US" dirty="0">
                <a:solidFill>
                  <a:schemeClr val="bg1"/>
                </a:solidFill>
                <a:latin typeface="Avenir Next LT Pro" panose="020B0504020202020204" pitchFamily="34" charset="0"/>
              </a:rPr>
              <a:t>Vladislav Serafimov</a:t>
            </a:r>
          </a:p>
        </p:txBody>
      </p:sp>
    </p:spTree>
    <p:extLst>
      <p:ext uri="{BB962C8B-B14F-4D97-AF65-F5344CB8AC3E}">
        <p14:creationId xmlns:p14="http://schemas.microsoft.com/office/powerpoint/2010/main" val="3072013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a:extLst>
              <a:ext uri="{FF2B5EF4-FFF2-40B4-BE49-F238E27FC236}">
                <a16:creationId xmlns:a16="http://schemas.microsoft.com/office/drawing/2014/main" id="{F14907A5-EF44-D45D-FB98-1765A60CE16A}"/>
              </a:ext>
            </a:extLst>
          </p:cNvPr>
          <p:cNvSpPr>
            <a:spLocks noGrp="1"/>
          </p:cNvSpPr>
          <p:nvPr>
            <p:ph type="title"/>
          </p:nvPr>
        </p:nvSpPr>
        <p:spPr>
          <a:xfrm>
            <a:off x="-40664" y="0"/>
            <a:ext cx="4101977" cy="6858000"/>
          </a:xfrm>
        </p:spPr>
        <p:txBody>
          <a:bodyPr anchor="ctr"/>
          <a:lstStyle/>
          <a:p>
            <a:pPr algn="ctr"/>
            <a:r>
              <a:rPr lang="en-US" dirty="0"/>
              <a:t>Agenda</a:t>
            </a:r>
          </a:p>
        </p:txBody>
      </p:sp>
      <p:sp>
        <p:nvSpPr>
          <p:cNvPr id="5" name="Slide Number Placeholder 4">
            <a:extLst>
              <a:ext uri="{FF2B5EF4-FFF2-40B4-BE49-F238E27FC236}">
                <a16:creationId xmlns:a16="http://schemas.microsoft.com/office/drawing/2014/main" id="{2CDDC350-6779-2B8C-7E65-9317D371B99E}"/>
              </a:ext>
            </a:extLst>
          </p:cNvPr>
          <p:cNvSpPr>
            <a:spLocks noGrp="1"/>
          </p:cNvSpPr>
          <p:nvPr>
            <p:ph type="sldNum" sz="quarter" idx="4294967295"/>
          </p:nvPr>
        </p:nvSpPr>
        <p:spPr/>
        <p:txBody>
          <a:bodyPr>
            <a:normAutofit fontScale="25000" lnSpcReduction="20000"/>
          </a:bodyPr>
          <a:lstStyle/>
          <a:p>
            <a:pPr>
              <a:lnSpc>
                <a:spcPct val="90000"/>
              </a:lnSpc>
              <a:spcAft>
                <a:spcPts val="600"/>
              </a:spcAft>
            </a:pPr>
            <a:fld id="{3A98EE3D-8CD1-4C3F-BD1C-C98C9596463C}" type="slidenum">
              <a:rPr lang="en-US" sz="500" smtClean="0"/>
              <a:pPr>
                <a:lnSpc>
                  <a:spcPct val="90000"/>
                </a:lnSpc>
                <a:spcAft>
                  <a:spcPts val="600"/>
                </a:spcAft>
              </a:pPr>
              <a:t>2</a:t>
            </a:fld>
            <a:endParaRPr lang="en-US" sz="500"/>
          </a:p>
        </p:txBody>
      </p:sp>
      <p:graphicFrame>
        <p:nvGraphicFramePr>
          <p:cNvPr id="32" name="Content Placeholder 22">
            <a:extLst>
              <a:ext uri="{FF2B5EF4-FFF2-40B4-BE49-F238E27FC236}">
                <a16:creationId xmlns:a16="http://schemas.microsoft.com/office/drawing/2014/main" id="{09A8D30A-902B-2490-0C0B-E1D9540CFA35}"/>
              </a:ext>
            </a:extLst>
          </p:cNvPr>
          <p:cNvGraphicFramePr>
            <a:graphicFrameLocks noGrp="1"/>
          </p:cNvGraphicFramePr>
          <p:nvPr>
            <p:ph sz="quarter" idx="4"/>
            <p:extLst>
              <p:ext uri="{D42A27DB-BD31-4B8C-83A1-F6EECF244321}">
                <p14:modId xmlns:p14="http://schemas.microsoft.com/office/powerpoint/2010/main" val="2235480841"/>
              </p:ext>
            </p:extLst>
          </p:nvPr>
        </p:nvGraphicFramePr>
        <p:xfrm>
          <a:off x="5016548" y="1545043"/>
          <a:ext cx="6228281" cy="37679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4">
            <a:extLst>
              <a:ext uri="{FF2B5EF4-FFF2-40B4-BE49-F238E27FC236}">
                <a16:creationId xmlns:a16="http://schemas.microsoft.com/office/drawing/2014/main" id="{5ED3EE4B-57BA-01B5-246F-B1DAF8633929}"/>
              </a:ext>
            </a:extLst>
          </p:cNvPr>
          <p:cNvSpPr txBox="1">
            <a:spLocks/>
          </p:cNvSpPr>
          <p:nvPr/>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solidFill>
                  <a:schemeClr val="bg1"/>
                </a:solidFill>
                <a:latin typeface="Arial" panose="020B0604020202020204" pitchFamily="34" charset="0"/>
                <a:cs typeface="Arial" panose="020B0604020202020204" pitchFamily="34" charset="0"/>
              </a:rPr>
              <a:pPr/>
              <a:t>2</a:t>
            </a:fld>
            <a:endParaRPr lang="en-US"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4493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3CF33-4122-43E6-13FB-77D50984C9D8}"/>
              </a:ext>
            </a:extLst>
          </p:cNvPr>
          <p:cNvSpPr>
            <a:spLocks noGrp="1"/>
          </p:cNvSpPr>
          <p:nvPr>
            <p:ph type="title"/>
          </p:nvPr>
        </p:nvSpPr>
        <p:spPr/>
        <p:txBody>
          <a:bodyPr/>
          <a:lstStyle/>
          <a:p>
            <a:pPr algn="ctr"/>
            <a:r>
              <a:rPr lang="en-US" dirty="0"/>
              <a:t>Assignment</a:t>
            </a:r>
            <a:endParaRPr lang="en-NL" dirty="0"/>
          </a:p>
        </p:txBody>
      </p:sp>
      <p:sp>
        <p:nvSpPr>
          <p:cNvPr id="3" name="Text Placeholder 2">
            <a:extLst>
              <a:ext uri="{FF2B5EF4-FFF2-40B4-BE49-F238E27FC236}">
                <a16:creationId xmlns:a16="http://schemas.microsoft.com/office/drawing/2014/main" id="{16B80B41-FF4E-AD32-AC53-6A49A4EF2367}"/>
              </a:ext>
            </a:extLst>
          </p:cNvPr>
          <p:cNvSpPr>
            <a:spLocks noGrp="1"/>
          </p:cNvSpPr>
          <p:nvPr>
            <p:ph type="body" idx="1"/>
          </p:nvPr>
        </p:nvSpPr>
        <p:spPr/>
        <p:txBody>
          <a:bodyPr/>
          <a:lstStyle/>
          <a:p>
            <a:r>
              <a:rPr lang="en-US" dirty="0"/>
              <a:t>Tasks &amp; Responsibilities </a:t>
            </a:r>
            <a:endParaRPr lang="en-NL" dirty="0"/>
          </a:p>
        </p:txBody>
      </p:sp>
      <p:sp>
        <p:nvSpPr>
          <p:cNvPr id="4" name="Content Placeholder 3">
            <a:extLst>
              <a:ext uri="{FF2B5EF4-FFF2-40B4-BE49-F238E27FC236}">
                <a16:creationId xmlns:a16="http://schemas.microsoft.com/office/drawing/2014/main" id="{891202EF-A3A4-D2D9-621F-D949BEC30507}"/>
              </a:ext>
            </a:extLst>
          </p:cNvPr>
          <p:cNvSpPr>
            <a:spLocks noGrp="1"/>
          </p:cNvSpPr>
          <p:nvPr>
            <p:ph sz="half" idx="2"/>
          </p:nvPr>
        </p:nvSpPr>
        <p:spPr/>
        <p:txBody>
          <a:bodyPr>
            <a:normAutofit/>
          </a:bodyPr>
          <a:lstStyle/>
          <a:p>
            <a:pPr marL="342900" indent="-342900">
              <a:buFont typeface="Arial" panose="020B0604020202020204" pitchFamily="34" charset="0"/>
              <a:buChar char="•"/>
            </a:pPr>
            <a:r>
              <a:rPr lang="en-US" sz="2000" dirty="0"/>
              <a:t>Signal Retrieval &amp; Lock-in Integration </a:t>
            </a:r>
          </a:p>
          <a:p>
            <a:pPr marL="342900" indent="-342900">
              <a:buFont typeface="Arial" panose="020B0604020202020204" pitchFamily="34" charset="0"/>
              <a:buChar char="•"/>
            </a:pPr>
            <a:r>
              <a:rPr lang="en-US" sz="2000" dirty="0"/>
              <a:t>Device Control Interface </a:t>
            </a:r>
          </a:p>
          <a:p>
            <a:pPr marL="342900" indent="-342900">
              <a:buFont typeface="Arial" panose="020B0604020202020204" pitchFamily="34" charset="0"/>
              <a:buChar char="•"/>
            </a:pPr>
            <a:r>
              <a:rPr lang="en-US" sz="2000" dirty="0"/>
              <a:t>Fluorescence SNR Optimization </a:t>
            </a:r>
          </a:p>
          <a:p>
            <a:pPr marL="342900" indent="-342900">
              <a:buFont typeface="Arial" panose="020B0604020202020204" pitchFamily="34" charset="0"/>
              <a:buChar char="•"/>
            </a:pPr>
            <a:r>
              <a:rPr lang="en-US" sz="2000" dirty="0"/>
              <a:t>Photodetection Circuit Development </a:t>
            </a:r>
          </a:p>
          <a:p>
            <a:pPr marL="342900" indent="-342900">
              <a:buFont typeface="Arial" panose="020B0604020202020204" pitchFamily="34" charset="0"/>
              <a:buChar char="•"/>
            </a:pPr>
            <a:r>
              <a:rPr lang="en-US" sz="2000" dirty="0"/>
              <a:t>Open-Source Lock-in Amplifier (OLIA) Benchmarking</a:t>
            </a:r>
            <a:endParaRPr lang="en-NL" sz="2000" dirty="0"/>
          </a:p>
        </p:txBody>
      </p:sp>
      <p:sp>
        <p:nvSpPr>
          <p:cNvPr id="5" name="Text Placeholder 4">
            <a:extLst>
              <a:ext uri="{FF2B5EF4-FFF2-40B4-BE49-F238E27FC236}">
                <a16:creationId xmlns:a16="http://schemas.microsoft.com/office/drawing/2014/main" id="{877D336E-B11B-18C6-BBCE-E8F29A38403E}"/>
              </a:ext>
            </a:extLst>
          </p:cNvPr>
          <p:cNvSpPr>
            <a:spLocks noGrp="1"/>
          </p:cNvSpPr>
          <p:nvPr>
            <p:ph type="body" sz="quarter" idx="3"/>
          </p:nvPr>
        </p:nvSpPr>
        <p:spPr/>
        <p:txBody>
          <a:bodyPr/>
          <a:lstStyle/>
          <a:p>
            <a:r>
              <a:rPr lang="en-US" dirty="0"/>
              <a:t>Deliverables</a:t>
            </a:r>
            <a:endParaRPr lang="en-NL" dirty="0"/>
          </a:p>
        </p:txBody>
      </p:sp>
      <p:sp>
        <p:nvSpPr>
          <p:cNvPr id="6" name="Content Placeholder 5">
            <a:extLst>
              <a:ext uri="{FF2B5EF4-FFF2-40B4-BE49-F238E27FC236}">
                <a16:creationId xmlns:a16="http://schemas.microsoft.com/office/drawing/2014/main" id="{5B1234FC-33D7-6E19-EF6B-9276E6E6FB7D}"/>
              </a:ext>
            </a:extLst>
          </p:cNvPr>
          <p:cNvSpPr>
            <a:spLocks noGrp="1"/>
          </p:cNvSpPr>
          <p:nvPr>
            <p:ph sz="quarter" idx="4"/>
          </p:nvPr>
        </p:nvSpPr>
        <p:spPr/>
        <p:txBody>
          <a:bodyPr>
            <a:normAutofit/>
          </a:bodyPr>
          <a:lstStyle/>
          <a:p>
            <a:pPr marL="342900" indent="-342900">
              <a:buFont typeface="Arial" panose="020B0604020202020204" pitchFamily="34" charset="0"/>
              <a:buChar char="•"/>
            </a:pPr>
            <a:r>
              <a:rPr lang="en-US" sz="2000" dirty="0"/>
              <a:t>Lock-in Amplifier Signal Acquisition Software </a:t>
            </a:r>
          </a:p>
          <a:p>
            <a:pPr marL="342900" indent="-342900">
              <a:buFont typeface="Arial" panose="020B0604020202020204" pitchFamily="34" charset="0"/>
              <a:buChar char="•"/>
            </a:pPr>
            <a:r>
              <a:rPr lang="en-US" sz="2000" dirty="0"/>
              <a:t>Lock-in Amplifier Performance Benchmarking </a:t>
            </a:r>
          </a:p>
          <a:p>
            <a:pPr marL="342900" indent="-342900">
              <a:buFont typeface="Arial" panose="020B0604020202020204" pitchFamily="34" charset="0"/>
              <a:buChar char="•"/>
            </a:pPr>
            <a:r>
              <a:rPr lang="en-US" sz="2000" dirty="0"/>
              <a:t>Integrated Photodetection Circuit Board </a:t>
            </a:r>
          </a:p>
          <a:p>
            <a:pPr marL="342900" indent="-342900">
              <a:buFont typeface="Arial" panose="020B0604020202020204" pitchFamily="34" charset="0"/>
              <a:buChar char="•"/>
            </a:pPr>
            <a:r>
              <a:rPr lang="en-US" sz="2000" dirty="0"/>
              <a:t>Open-Source Lock-in Amplifier (OLIA) Implementation</a:t>
            </a:r>
            <a:endParaRPr lang="en-NL" sz="2000" dirty="0"/>
          </a:p>
        </p:txBody>
      </p:sp>
    </p:spTree>
    <p:extLst>
      <p:ext uri="{BB962C8B-B14F-4D97-AF65-F5344CB8AC3E}">
        <p14:creationId xmlns:p14="http://schemas.microsoft.com/office/powerpoint/2010/main" val="3298376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63027-CE00-BE54-CE2E-EE412F98F0A0}"/>
              </a:ext>
            </a:extLst>
          </p:cNvPr>
          <p:cNvSpPr>
            <a:spLocks noGrp="1"/>
          </p:cNvSpPr>
          <p:nvPr>
            <p:ph type="title"/>
          </p:nvPr>
        </p:nvSpPr>
        <p:spPr/>
        <p:txBody>
          <a:bodyPr/>
          <a:lstStyle/>
          <a:p>
            <a:pPr algn="ctr"/>
            <a:r>
              <a:rPr lang="en-US" dirty="0"/>
              <a:t>Project boundaries (PP)</a:t>
            </a:r>
            <a:endParaRPr lang="en-NL" dirty="0"/>
          </a:p>
        </p:txBody>
      </p:sp>
      <p:sp>
        <p:nvSpPr>
          <p:cNvPr id="3" name="Text Placeholder 2">
            <a:extLst>
              <a:ext uri="{FF2B5EF4-FFF2-40B4-BE49-F238E27FC236}">
                <a16:creationId xmlns:a16="http://schemas.microsoft.com/office/drawing/2014/main" id="{30746F07-1E45-E536-C87F-FF10613D6F68}"/>
              </a:ext>
            </a:extLst>
          </p:cNvPr>
          <p:cNvSpPr>
            <a:spLocks noGrp="1"/>
          </p:cNvSpPr>
          <p:nvPr>
            <p:ph type="body" sz="quarter" idx="10"/>
          </p:nvPr>
        </p:nvSpPr>
        <p:spPr/>
        <p:txBody>
          <a:bodyPr>
            <a:normAutofit fontScale="77500" lnSpcReduction="20000"/>
          </a:bodyPr>
          <a:lstStyle/>
          <a:p>
            <a:pPr marL="457200" indent="-457200">
              <a:buFont typeface="Arial" panose="020B0604020202020204" pitchFamily="34" charset="0"/>
              <a:buChar char="•"/>
            </a:pPr>
            <a:r>
              <a:rPr lang="en-US" sz="2200" b="1" dirty="0">
                <a:solidFill>
                  <a:srgbClr val="009C87"/>
                </a:solidFill>
              </a:rPr>
              <a:t>Must have</a:t>
            </a:r>
          </a:p>
          <a:p>
            <a:pPr marL="914400" lvl="1" indent="-457200">
              <a:buFont typeface="Arial" panose="020B0604020202020204" pitchFamily="34" charset="0"/>
              <a:buChar char="•"/>
            </a:pPr>
            <a:r>
              <a:rPr lang="en-US" sz="1900" dirty="0"/>
              <a:t>Hardware platform for photodetection </a:t>
            </a:r>
          </a:p>
          <a:p>
            <a:pPr marL="914400" lvl="1" indent="-457200">
              <a:buFont typeface="Arial" panose="020B0604020202020204" pitchFamily="34" charset="0"/>
              <a:buChar char="•"/>
            </a:pPr>
            <a:r>
              <a:rPr lang="en-US" sz="1900" dirty="0"/>
              <a:t>Software for signal processing and visualization</a:t>
            </a:r>
            <a:endParaRPr lang="en-US" dirty="0"/>
          </a:p>
          <a:p>
            <a:pPr marL="457200" indent="-457200">
              <a:buFont typeface="Arial" panose="020B0604020202020204" pitchFamily="34" charset="0"/>
              <a:buChar char="•"/>
            </a:pPr>
            <a:r>
              <a:rPr lang="en-US" sz="2200" b="1" dirty="0">
                <a:solidFill>
                  <a:srgbClr val="009C87"/>
                </a:solidFill>
              </a:rPr>
              <a:t>Should have</a:t>
            </a:r>
          </a:p>
          <a:p>
            <a:pPr marL="914400" lvl="1" indent="-457200">
              <a:buFont typeface="Arial" panose="020B0604020202020204" pitchFamily="34" charset="0"/>
              <a:buChar char="•"/>
            </a:pPr>
            <a:r>
              <a:rPr lang="en-US" sz="1900" dirty="0"/>
              <a:t>Tests with different diamond samples</a:t>
            </a:r>
          </a:p>
          <a:p>
            <a:pPr marL="457200" indent="-457200">
              <a:buFont typeface="Arial" panose="020B0604020202020204" pitchFamily="34" charset="0"/>
              <a:buChar char="•"/>
            </a:pPr>
            <a:r>
              <a:rPr lang="en-US" sz="2200" b="1" dirty="0">
                <a:solidFill>
                  <a:srgbClr val="009C87"/>
                </a:solidFill>
              </a:rPr>
              <a:t>Could have</a:t>
            </a:r>
          </a:p>
          <a:p>
            <a:pPr marL="914400" lvl="1" indent="-457200">
              <a:buFont typeface="Arial" panose="020B0604020202020204" pitchFamily="34" charset="0"/>
              <a:buChar char="•"/>
            </a:pPr>
            <a:r>
              <a:rPr lang="en-US" sz="1900" dirty="0"/>
              <a:t>Tests with different quantum protocols </a:t>
            </a:r>
          </a:p>
          <a:p>
            <a:pPr marL="914400" lvl="1" indent="-457200">
              <a:buFont typeface="Arial" panose="020B0604020202020204" pitchFamily="34" charset="0"/>
              <a:buChar char="•"/>
            </a:pPr>
            <a:r>
              <a:rPr lang="en-US" sz="1900" dirty="0"/>
              <a:t>OLIA implementation </a:t>
            </a:r>
          </a:p>
          <a:p>
            <a:pPr marL="914400" lvl="1" indent="-457200">
              <a:buFont typeface="Arial" panose="020B0604020202020204" pitchFamily="34" charset="0"/>
              <a:buChar char="•"/>
            </a:pPr>
            <a:r>
              <a:rPr lang="en-US" sz="1900" dirty="0"/>
              <a:t>Tests comparing OLIA to market solutions</a:t>
            </a:r>
          </a:p>
          <a:p>
            <a:pPr marL="457200" indent="-457200">
              <a:buFont typeface="Arial" panose="020B0604020202020204" pitchFamily="34" charset="0"/>
              <a:buChar char="•"/>
            </a:pPr>
            <a:r>
              <a:rPr lang="en-US" sz="2200" b="1" dirty="0">
                <a:solidFill>
                  <a:srgbClr val="009C87"/>
                </a:solidFill>
              </a:rPr>
              <a:t>Will not have</a:t>
            </a:r>
          </a:p>
          <a:p>
            <a:pPr marL="914400" lvl="1" indent="-457200">
              <a:buFont typeface="Arial" panose="020B0604020202020204" pitchFamily="34" charset="0"/>
              <a:buChar char="•"/>
            </a:pPr>
            <a:r>
              <a:rPr lang="en-US" sz="1900" dirty="0"/>
              <a:t>Laser as a part of the hardware platform </a:t>
            </a:r>
          </a:p>
          <a:p>
            <a:pPr marL="914400" lvl="1" indent="-457200">
              <a:buFont typeface="Arial" panose="020B0604020202020204" pitchFamily="34" charset="0"/>
              <a:buChar char="•"/>
            </a:pPr>
            <a:r>
              <a:rPr lang="en-US" sz="1900" dirty="0"/>
              <a:t>Driver upgrade</a:t>
            </a:r>
          </a:p>
        </p:txBody>
      </p:sp>
    </p:spTree>
    <p:extLst>
      <p:ext uri="{BB962C8B-B14F-4D97-AF65-F5344CB8AC3E}">
        <p14:creationId xmlns:p14="http://schemas.microsoft.com/office/powerpoint/2010/main" val="3061526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72EDF-313E-D151-C459-964AAEA44C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50CA09-8764-C7AB-3E4C-A94384A682AE}"/>
              </a:ext>
            </a:extLst>
          </p:cNvPr>
          <p:cNvSpPr>
            <a:spLocks noGrp="1"/>
          </p:cNvSpPr>
          <p:nvPr>
            <p:ph type="title"/>
          </p:nvPr>
        </p:nvSpPr>
        <p:spPr/>
        <p:txBody>
          <a:bodyPr/>
          <a:lstStyle/>
          <a:p>
            <a:pPr algn="ctr"/>
            <a:r>
              <a:rPr lang="en-US" dirty="0"/>
              <a:t>Project boundaries (TR)</a:t>
            </a:r>
            <a:endParaRPr lang="en-NL" dirty="0"/>
          </a:p>
        </p:txBody>
      </p:sp>
      <p:sp>
        <p:nvSpPr>
          <p:cNvPr id="3" name="Text Placeholder 2">
            <a:extLst>
              <a:ext uri="{FF2B5EF4-FFF2-40B4-BE49-F238E27FC236}">
                <a16:creationId xmlns:a16="http://schemas.microsoft.com/office/drawing/2014/main" id="{80A802BD-1C13-28C7-BE32-6985635DFFF5}"/>
              </a:ext>
            </a:extLst>
          </p:cNvPr>
          <p:cNvSpPr>
            <a:spLocks noGrp="1"/>
          </p:cNvSpPr>
          <p:nvPr>
            <p:ph type="body" sz="quarter" idx="10"/>
          </p:nvPr>
        </p:nvSpPr>
        <p:spPr/>
        <p:txBody>
          <a:bodyPr>
            <a:normAutofit fontScale="70000" lnSpcReduction="20000"/>
          </a:bodyPr>
          <a:lstStyle/>
          <a:p>
            <a:pPr marL="457200" indent="-457200">
              <a:buFont typeface="Arial" panose="020B0604020202020204" pitchFamily="34" charset="0"/>
              <a:buChar char="•"/>
            </a:pPr>
            <a:r>
              <a:rPr lang="en-US" sz="2200" b="1" dirty="0">
                <a:solidFill>
                  <a:srgbClr val="009C87"/>
                </a:solidFill>
              </a:rPr>
              <a:t>Must have</a:t>
            </a:r>
          </a:p>
          <a:p>
            <a:pPr marL="914400" lvl="1" indent="-457200">
              <a:buFont typeface="Arial" panose="020B0604020202020204" pitchFamily="34" charset="0"/>
              <a:buChar char="•"/>
            </a:pPr>
            <a:r>
              <a:rPr lang="en-US" sz="1900" dirty="0"/>
              <a:t>Hardware platform for photodetection </a:t>
            </a:r>
          </a:p>
          <a:p>
            <a:pPr marL="914400" lvl="1" indent="-457200">
              <a:buFont typeface="Arial" panose="020B0604020202020204" pitchFamily="34" charset="0"/>
              <a:buChar char="•"/>
            </a:pPr>
            <a:r>
              <a:rPr lang="en-US" sz="1900" dirty="0"/>
              <a:t>Software for signal processing and visualization</a:t>
            </a:r>
          </a:p>
          <a:p>
            <a:pPr marL="914400" lvl="1" indent="-457200">
              <a:buFont typeface="Arial" panose="020B0604020202020204" pitchFamily="34" charset="0"/>
              <a:buChar char="•"/>
            </a:pPr>
            <a:r>
              <a:rPr lang="en-US" sz="1900" u="sng" dirty="0"/>
              <a:t>Setup integration</a:t>
            </a:r>
          </a:p>
          <a:p>
            <a:pPr marL="457200" indent="-457200">
              <a:buFont typeface="Arial" panose="020B0604020202020204" pitchFamily="34" charset="0"/>
              <a:buChar char="•"/>
            </a:pPr>
            <a:r>
              <a:rPr lang="en-US" sz="2200" b="1" dirty="0">
                <a:solidFill>
                  <a:srgbClr val="009C87"/>
                </a:solidFill>
              </a:rPr>
              <a:t>Should have</a:t>
            </a:r>
          </a:p>
          <a:p>
            <a:pPr marL="914400" lvl="1" indent="-457200">
              <a:buFont typeface="Arial" panose="020B0604020202020204" pitchFamily="34" charset="0"/>
              <a:buChar char="•"/>
            </a:pPr>
            <a:r>
              <a:rPr lang="en-US" sz="1900" dirty="0"/>
              <a:t>Tests with different diamond samples</a:t>
            </a:r>
          </a:p>
          <a:p>
            <a:pPr marL="914400" lvl="1" indent="-457200">
              <a:buFont typeface="Arial" panose="020B0604020202020204" pitchFamily="34" charset="0"/>
              <a:buChar char="•"/>
            </a:pPr>
            <a:r>
              <a:rPr lang="en-US" sz="1900" u="sng" dirty="0">
                <a:pattFill prst="trellis">
                  <a:fgClr>
                    <a:schemeClr val="tx1"/>
                  </a:fgClr>
                  <a:bgClr>
                    <a:schemeClr val="bg1"/>
                  </a:bgClr>
                </a:pattFill>
              </a:rPr>
              <a:t>Tests with different quantum protocols</a:t>
            </a:r>
          </a:p>
          <a:p>
            <a:pPr marL="457200" indent="-457200">
              <a:buFont typeface="Arial" panose="020B0604020202020204" pitchFamily="34" charset="0"/>
              <a:buChar char="•"/>
            </a:pPr>
            <a:r>
              <a:rPr lang="en-US" sz="2200" b="1" dirty="0">
                <a:solidFill>
                  <a:srgbClr val="009C87"/>
                </a:solidFill>
              </a:rPr>
              <a:t>Could have</a:t>
            </a:r>
          </a:p>
          <a:p>
            <a:pPr marL="914400" lvl="1" indent="-457200">
              <a:buFont typeface="Arial" panose="020B0604020202020204" pitchFamily="34" charset="0"/>
              <a:buChar char="•"/>
            </a:pPr>
            <a:r>
              <a:rPr lang="en-US" sz="1900" dirty="0"/>
              <a:t>OLIA implementation </a:t>
            </a:r>
          </a:p>
          <a:p>
            <a:pPr marL="914400" lvl="1" indent="-457200">
              <a:buFont typeface="Arial" panose="020B0604020202020204" pitchFamily="34" charset="0"/>
              <a:buChar char="•"/>
            </a:pPr>
            <a:r>
              <a:rPr lang="en-US" sz="1900" dirty="0"/>
              <a:t>Tests comparing OLIA to market solutions</a:t>
            </a:r>
          </a:p>
          <a:p>
            <a:pPr marL="457200" indent="-457200">
              <a:buFont typeface="Arial" panose="020B0604020202020204" pitchFamily="34" charset="0"/>
              <a:buChar char="•"/>
            </a:pPr>
            <a:r>
              <a:rPr lang="en-US" sz="2200" b="1" dirty="0">
                <a:solidFill>
                  <a:srgbClr val="009C87"/>
                </a:solidFill>
              </a:rPr>
              <a:t>Will not have</a:t>
            </a:r>
          </a:p>
          <a:p>
            <a:pPr marL="914400" lvl="1" indent="-457200">
              <a:buFont typeface="Arial" panose="020B0604020202020204" pitchFamily="34" charset="0"/>
              <a:buChar char="•"/>
            </a:pPr>
            <a:r>
              <a:rPr lang="en-US" sz="1900" dirty="0"/>
              <a:t>Laser as a part of the hardware platform </a:t>
            </a:r>
          </a:p>
          <a:p>
            <a:pPr marL="914400" lvl="1" indent="-457200">
              <a:buFont typeface="Arial" panose="020B0604020202020204" pitchFamily="34" charset="0"/>
              <a:buChar char="•"/>
            </a:pPr>
            <a:r>
              <a:rPr lang="en-US" sz="1900" dirty="0"/>
              <a:t>Driver upgrade</a:t>
            </a:r>
          </a:p>
        </p:txBody>
      </p:sp>
    </p:spTree>
    <p:extLst>
      <p:ext uri="{BB962C8B-B14F-4D97-AF65-F5344CB8AC3E}">
        <p14:creationId xmlns:p14="http://schemas.microsoft.com/office/powerpoint/2010/main" val="4156288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9F6E2-F00D-F6BB-D493-C596660A15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0B55D8-BEEF-8442-5FEA-D7DAF1DE1C24}"/>
              </a:ext>
            </a:extLst>
          </p:cNvPr>
          <p:cNvSpPr>
            <a:spLocks noGrp="1"/>
          </p:cNvSpPr>
          <p:nvPr>
            <p:ph type="title"/>
          </p:nvPr>
        </p:nvSpPr>
        <p:spPr/>
        <p:txBody>
          <a:bodyPr/>
          <a:lstStyle/>
          <a:p>
            <a:pPr algn="ctr"/>
            <a:r>
              <a:rPr lang="en-US" dirty="0"/>
              <a:t>Project goals</a:t>
            </a:r>
            <a:endParaRPr lang="en-NL" dirty="0"/>
          </a:p>
        </p:txBody>
      </p:sp>
      <p:sp>
        <p:nvSpPr>
          <p:cNvPr id="3" name="Text Placeholder 2">
            <a:extLst>
              <a:ext uri="{FF2B5EF4-FFF2-40B4-BE49-F238E27FC236}">
                <a16:creationId xmlns:a16="http://schemas.microsoft.com/office/drawing/2014/main" id="{0515E341-1856-C304-89A3-9D780ACB93BD}"/>
              </a:ext>
            </a:extLst>
          </p:cNvPr>
          <p:cNvSpPr>
            <a:spLocks noGrp="1"/>
          </p:cNvSpPr>
          <p:nvPr>
            <p:ph type="body" sz="quarter" idx="10"/>
          </p:nvPr>
        </p:nvSpPr>
        <p:spPr/>
        <p:txBody>
          <a:bodyPr>
            <a:normAutofit/>
          </a:bodyPr>
          <a:lstStyle/>
          <a:p>
            <a:pPr marL="457200" indent="-457200">
              <a:buFont typeface="+mj-lt"/>
              <a:buAutoNum type="arabicPeriod"/>
            </a:pPr>
            <a:r>
              <a:rPr lang="en-US" sz="1900" b="1" dirty="0">
                <a:solidFill>
                  <a:srgbClr val="009C87"/>
                </a:solidFill>
              </a:rPr>
              <a:t>Create a hardware setup, which measures and amplifies photodiode signals</a:t>
            </a:r>
          </a:p>
          <a:p>
            <a:pPr marL="914400" lvl="1" indent="-457200">
              <a:buFont typeface="+mj-lt"/>
              <a:buAutoNum type="arabicPeriod"/>
            </a:pPr>
            <a:r>
              <a:rPr lang="en-US" sz="1500" dirty="0"/>
              <a:t>Design a photodetector PCB</a:t>
            </a:r>
          </a:p>
          <a:p>
            <a:pPr marL="914400" lvl="1" indent="-457200">
              <a:buFont typeface="+mj-lt"/>
              <a:buAutoNum type="arabicPeriod"/>
            </a:pPr>
            <a:r>
              <a:rPr lang="en-US" sz="1500" dirty="0"/>
              <a:t> Build an operable OLIA</a:t>
            </a:r>
          </a:p>
          <a:p>
            <a:pPr marL="914400" lvl="1" indent="-457200">
              <a:buFont typeface="+mj-lt"/>
              <a:buAutoNum type="arabicPeriod"/>
            </a:pPr>
            <a:r>
              <a:rPr lang="en-US" sz="1500" dirty="0"/>
              <a:t>Set up and test laser driver</a:t>
            </a:r>
          </a:p>
          <a:p>
            <a:pPr marL="457200" indent="-457200">
              <a:buFont typeface="+mj-lt"/>
              <a:buAutoNum type="arabicPeriod"/>
            </a:pPr>
            <a:r>
              <a:rPr lang="en-US" sz="1900" b="1" dirty="0">
                <a:solidFill>
                  <a:srgbClr val="009C87"/>
                </a:solidFill>
              </a:rPr>
              <a:t>Develop software to drive the laser and process lock-in amplifier signals</a:t>
            </a:r>
          </a:p>
          <a:p>
            <a:pPr marL="914400" lvl="1" indent="-457200">
              <a:buFont typeface="+mj-lt"/>
              <a:buAutoNum type="arabicPeriod"/>
            </a:pPr>
            <a:r>
              <a:rPr lang="en-US" sz="1500" dirty="0"/>
              <a:t>Develop software that acquires signals and is then able to visualize them</a:t>
            </a:r>
          </a:p>
          <a:p>
            <a:pPr marL="914400" lvl="1" indent="-457200">
              <a:buFont typeface="+mj-lt"/>
              <a:buAutoNum type="arabicPeriod"/>
            </a:pPr>
            <a:r>
              <a:rPr lang="en-US" sz="1500" dirty="0"/>
              <a:t>Program quantum protocol pulse sequences for the laser driver</a:t>
            </a:r>
          </a:p>
          <a:p>
            <a:pPr marL="457200" indent="-457200">
              <a:buFont typeface="+mj-lt"/>
              <a:buAutoNum type="arabicPeriod"/>
            </a:pPr>
            <a:r>
              <a:rPr lang="en-US" sz="1900" b="1" dirty="0">
                <a:solidFill>
                  <a:srgbClr val="009C87"/>
                </a:solidFill>
              </a:rPr>
              <a:t>Compare the performance of different lock-in amplifiers</a:t>
            </a:r>
          </a:p>
          <a:p>
            <a:pPr marL="914400" lvl="1" indent="-457200">
              <a:buFont typeface="+mj-lt"/>
              <a:buAutoNum type="arabicPeriod"/>
            </a:pPr>
            <a:r>
              <a:rPr lang="en-US" sz="1500" dirty="0"/>
              <a:t> Use key performance metrics to compare the OLIA implementation to market solutions</a:t>
            </a:r>
          </a:p>
          <a:p>
            <a:pPr marL="914400" lvl="1" indent="-457200">
              <a:buFont typeface="+mj-lt"/>
              <a:buAutoNum type="arabicPeriod"/>
            </a:pPr>
            <a:r>
              <a:rPr lang="en-US" sz="1500" dirty="0"/>
              <a:t>Measure test setup performance using different diamond samples and quantum protocols</a:t>
            </a:r>
          </a:p>
        </p:txBody>
      </p:sp>
    </p:spTree>
    <p:extLst>
      <p:ext uri="{BB962C8B-B14F-4D97-AF65-F5344CB8AC3E}">
        <p14:creationId xmlns:p14="http://schemas.microsoft.com/office/powerpoint/2010/main" val="2827977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8D8A7-9A1A-E6E6-454B-FA797C564990}"/>
              </a:ext>
            </a:extLst>
          </p:cNvPr>
          <p:cNvSpPr>
            <a:spLocks noGrp="1"/>
          </p:cNvSpPr>
          <p:nvPr>
            <p:ph type="title"/>
          </p:nvPr>
        </p:nvSpPr>
        <p:spPr/>
        <p:txBody>
          <a:bodyPr/>
          <a:lstStyle/>
          <a:p>
            <a:pPr algn="ctr"/>
            <a:r>
              <a:rPr lang="en-US" dirty="0"/>
              <a:t>Deliverables and solutions</a:t>
            </a:r>
            <a:endParaRPr lang="en-NL" dirty="0"/>
          </a:p>
        </p:txBody>
      </p:sp>
      <p:sp>
        <p:nvSpPr>
          <p:cNvPr id="3" name="Text Placeholder 2">
            <a:extLst>
              <a:ext uri="{FF2B5EF4-FFF2-40B4-BE49-F238E27FC236}">
                <a16:creationId xmlns:a16="http://schemas.microsoft.com/office/drawing/2014/main" id="{A3EF6CC5-FF72-01DA-FC50-C4B53AB1EF49}"/>
              </a:ext>
            </a:extLst>
          </p:cNvPr>
          <p:cNvSpPr>
            <a:spLocks noGrp="1"/>
          </p:cNvSpPr>
          <p:nvPr>
            <p:ph type="body" sz="quarter" idx="10"/>
          </p:nvPr>
        </p:nvSpPr>
        <p:spPr/>
        <p:txBody>
          <a:bodyPr>
            <a:normAutofit fontScale="62500" lnSpcReduction="20000"/>
          </a:bodyPr>
          <a:lstStyle/>
          <a:p>
            <a:pPr marL="457200" indent="-457200">
              <a:buFont typeface="Arial" panose="020B0604020202020204" pitchFamily="34" charset="0"/>
              <a:buChar char="•"/>
            </a:pPr>
            <a:r>
              <a:rPr lang="en-US" dirty="0"/>
              <a:t>Photodetection PCB ✔️</a:t>
            </a:r>
          </a:p>
          <a:p>
            <a:pPr marL="914400" lvl="1" indent="-457200">
              <a:buFont typeface="Arial" panose="020B0604020202020204" pitchFamily="34" charset="0"/>
              <a:buChar char="•"/>
            </a:pPr>
            <a:r>
              <a:rPr lang="en-US" dirty="0"/>
              <a:t>CW-ODMR detector</a:t>
            </a:r>
          </a:p>
          <a:p>
            <a:pPr marL="914400" lvl="1" indent="-457200">
              <a:buFont typeface="Arial" panose="020B0604020202020204" pitchFamily="34" charset="0"/>
              <a:buChar char="•"/>
            </a:pPr>
            <a:r>
              <a:rPr lang="en-US" dirty="0"/>
              <a:t>Proposed Rabi oscillations detector</a:t>
            </a:r>
          </a:p>
          <a:p>
            <a:pPr marL="457200" indent="-457200">
              <a:buFont typeface="Arial" panose="020B0604020202020204" pitchFamily="34" charset="0"/>
              <a:buChar char="•"/>
            </a:pPr>
            <a:r>
              <a:rPr lang="en-US" dirty="0"/>
              <a:t>OLIA implementation ❌</a:t>
            </a:r>
          </a:p>
          <a:p>
            <a:pPr marL="457200" indent="-457200">
              <a:buFont typeface="Arial" panose="020B0604020202020204" pitchFamily="34" charset="0"/>
              <a:buChar char="•"/>
            </a:pPr>
            <a:r>
              <a:rPr lang="en-US" dirty="0"/>
              <a:t>Data acquisition application ✔️</a:t>
            </a:r>
          </a:p>
          <a:p>
            <a:pPr marL="914400" lvl="1" indent="-457200">
              <a:buFont typeface="Arial" panose="020B0604020202020204" pitchFamily="34" charset="0"/>
              <a:buChar char="•"/>
            </a:pPr>
            <a:r>
              <a:rPr lang="en-US" dirty="0"/>
              <a:t>Analog Discovery 2 oscilloscope acquisition</a:t>
            </a:r>
          </a:p>
          <a:p>
            <a:pPr marL="914400" lvl="1" indent="-457200">
              <a:buFont typeface="Arial" panose="020B0604020202020204" pitchFamily="34" charset="0"/>
              <a:buChar char="•"/>
            </a:pPr>
            <a:r>
              <a:rPr lang="en-US" dirty="0"/>
              <a:t>Python GUI</a:t>
            </a:r>
          </a:p>
          <a:p>
            <a:pPr marL="457200" indent="-457200">
              <a:buFont typeface="Arial" panose="020B0604020202020204" pitchFamily="34" charset="0"/>
              <a:buChar char="•"/>
            </a:pPr>
            <a:r>
              <a:rPr lang="en-US" dirty="0"/>
              <a:t>Pulsing sequences ✔️</a:t>
            </a:r>
          </a:p>
          <a:p>
            <a:pPr marL="914400" lvl="1" indent="-457200">
              <a:buFont typeface="Arial" panose="020B0604020202020204" pitchFamily="34" charset="0"/>
              <a:buChar char="•"/>
            </a:pPr>
            <a:r>
              <a:rPr lang="en-US" dirty="0"/>
              <a:t>T1 sequence generation</a:t>
            </a:r>
          </a:p>
          <a:p>
            <a:pPr marL="914400" lvl="1" indent="-457200">
              <a:buFont typeface="Arial" panose="020B0604020202020204" pitchFamily="34" charset="0"/>
              <a:buChar char="•"/>
            </a:pPr>
            <a:r>
              <a:rPr lang="en-US" dirty="0"/>
              <a:t>P-ODMR template</a:t>
            </a:r>
          </a:p>
          <a:p>
            <a:pPr marL="457200" indent="-457200">
              <a:buFont typeface="Arial" panose="020B0604020202020204" pitchFamily="34" charset="0"/>
              <a:buChar char="•"/>
            </a:pPr>
            <a:r>
              <a:rPr lang="en-US" dirty="0"/>
              <a:t>Technical documentation ✔️</a:t>
            </a:r>
            <a:endParaRPr lang="en-NL" dirty="0"/>
          </a:p>
        </p:txBody>
      </p:sp>
    </p:spTree>
    <p:extLst>
      <p:ext uri="{BB962C8B-B14F-4D97-AF65-F5344CB8AC3E}">
        <p14:creationId xmlns:p14="http://schemas.microsoft.com/office/powerpoint/2010/main" val="2761937138"/>
      </p:ext>
    </p:extLst>
  </p:cSld>
  <p:clrMapOvr>
    <a:masterClrMapping/>
  </p:clrMapOvr>
</p:sld>
</file>

<file path=ppt/theme/theme1.xml><?xml version="1.0" encoding="utf-8"?>
<a:theme xmlns:a="http://schemas.openxmlformats.org/drawingml/2006/main" name="Kleur.Saxion_Template_INT_16-9">
  <a:themeElements>
    <a:clrScheme name="Aangepast 1">
      <a:dk1>
        <a:sysClr val="windowText" lastClr="000000"/>
      </a:dk1>
      <a:lt1>
        <a:sysClr val="window" lastClr="FFFFFF"/>
      </a:lt1>
      <a:dk2>
        <a:srgbClr val="44546A"/>
      </a:dk2>
      <a:lt2>
        <a:srgbClr val="E7E6E6"/>
      </a:lt2>
      <a:accent1>
        <a:srgbClr val="009C82"/>
      </a:accent1>
      <a:accent2>
        <a:srgbClr val="CE154F"/>
      </a:accent2>
      <a:accent3>
        <a:srgbClr val="BABABA"/>
      </a:accent3>
      <a:accent4>
        <a:srgbClr val="0090B3"/>
      </a:accent4>
      <a:accent5>
        <a:srgbClr val="66C4B4"/>
      </a:accent5>
      <a:accent6>
        <a:srgbClr val="33B09B"/>
      </a:accent6>
      <a:hlink>
        <a:srgbClr val="009C82"/>
      </a:hlink>
      <a:folHlink>
        <a:srgbClr val="009C8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_FinalPresentation.potx" id="{60318440-E8CF-432E-BACE-925EB37B6200}" vid="{A4E98920-4576-4F28-BA0E-1A006DACA787}"/>
    </a:ext>
  </a:extLst>
</a:theme>
</file>

<file path=ppt/theme/theme2.xml><?xml version="1.0" encoding="utf-8"?>
<a:theme xmlns:a="http://schemas.openxmlformats.org/drawingml/2006/main" name="1_Kleur.Saxion_Template_INT_16-9">
  <a:themeElements>
    <a:clrScheme name="Aangepast 1">
      <a:dk1>
        <a:sysClr val="windowText" lastClr="000000"/>
      </a:dk1>
      <a:lt1>
        <a:sysClr val="window" lastClr="FFFFFF"/>
      </a:lt1>
      <a:dk2>
        <a:srgbClr val="44546A"/>
      </a:dk2>
      <a:lt2>
        <a:srgbClr val="E7E6E6"/>
      </a:lt2>
      <a:accent1>
        <a:srgbClr val="009C82"/>
      </a:accent1>
      <a:accent2>
        <a:srgbClr val="CE154F"/>
      </a:accent2>
      <a:accent3>
        <a:srgbClr val="BABABA"/>
      </a:accent3>
      <a:accent4>
        <a:srgbClr val="0090B3"/>
      </a:accent4>
      <a:accent5>
        <a:srgbClr val="66C4B4"/>
      </a:accent5>
      <a:accent6>
        <a:srgbClr val="33B09B"/>
      </a:accent6>
      <a:hlink>
        <a:srgbClr val="009C82"/>
      </a:hlink>
      <a:folHlink>
        <a:srgbClr val="009C82"/>
      </a:folHlink>
    </a:clrScheme>
    <a:fontScheme name="Custom 2">
      <a:majorFont>
        <a:latin typeface="Arial"/>
        <a:ea typeface=""/>
        <a:cs typeface=""/>
      </a:majorFont>
      <a:minorFont>
        <a:latin typeface="Arial"/>
        <a:ea typeface=""/>
        <a:cs typeface=""/>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_FinalPresentation.potx" id="{60318440-E8CF-432E-BACE-925EB37B6200}" vid="{7989E8EF-9E7B-44DC-BCBB-A2E6569D1671}"/>
    </a:ext>
  </a:extLst>
</a:theme>
</file>

<file path=ppt/theme/theme3.xml><?xml version="1.0" encoding="utf-8"?>
<a:theme xmlns:a="http://schemas.openxmlformats.org/drawingml/2006/main" name="Kleur.Saxion_Template_NL_16-9">
  <a:themeElements>
    <a:clrScheme name="Aangepast 1">
      <a:dk1>
        <a:sysClr val="windowText" lastClr="000000"/>
      </a:dk1>
      <a:lt1>
        <a:sysClr val="window" lastClr="FFFFFF"/>
      </a:lt1>
      <a:dk2>
        <a:srgbClr val="44546A"/>
      </a:dk2>
      <a:lt2>
        <a:srgbClr val="E7E6E6"/>
      </a:lt2>
      <a:accent1>
        <a:srgbClr val="009C82"/>
      </a:accent1>
      <a:accent2>
        <a:srgbClr val="CE154F"/>
      </a:accent2>
      <a:accent3>
        <a:srgbClr val="BABABA"/>
      </a:accent3>
      <a:accent4>
        <a:srgbClr val="0090B3"/>
      </a:accent4>
      <a:accent5>
        <a:srgbClr val="66C4B4"/>
      </a:accent5>
      <a:accent6>
        <a:srgbClr val="33B09B"/>
      </a:accent6>
      <a:hlink>
        <a:srgbClr val="009C82"/>
      </a:hlink>
      <a:folHlink>
        <a:srgbClr val="009C8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_FinalPresentation.potx" id="{60318440-E8CF-432E-BACE-925EB37B6200}" vid="{3FBAD2B4-0C63-4149-AD59-92CBFDF49AE1}"/>
    </a:ext>
  </a:extLst>
</a:theme>
</file>

<file path=ppt/theme/theme4.xml><?xml version="1.0" encoding="utf-8"?>
<a:theme xmlns:a="http://schemas.openxmlformats.org/drawingml/2006/main" name="Saxion_16-9-NL">
  <a:themeElements>
    <a:clrScheme name="Saxion">
      <a:dk1>
        <a:sysClr val="windowText" lastClr="000000"/>
      </a:dk1>
      <a:lt1>
        <a:sysClr val="window" lastClr="FFFFFF"/>
      </a:lt1>
      <a:dk2>
        <a:srgbClr val="009C82"/>
      </a:dk2>
      <a:lt2>
        <a:srgbClr val="F2F2F2"/>
      </a:lt2>
      <a:accent1>
        <a:srgbClr val="009C82"/>
      </a:accent1>
      <a:accent2>
        <a:srgbClr val="C6C5BF"/>
      </a:accent2>
      <a:accent3>
        <a:srgbClr val="85CEE4"/>
      </a:accent3>
      <a:accent4>
        <a:srgbClr val="009C82"/>
      </a:accent4>
      <a:accent5>
        <a:srgbClr val="C6C5BF"/>
      </a:accent5>
      <a:accent6>
        <a:srgbClr val="85CEE4"/>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_FinalPresentation.potx" id="{60318440-E8CF-432E-BACE-925EB37B6200}" vid="{DAD69A8D-80F5-4F36-9AE4-BAC031E73EBD}"/>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_FinalPresentation</Template>
  <TotalTime>1647</TotalTime>
  <Words>313</Words>
  <Application>Microsoft Office PowerPoint</Application>
  <PresentationFormat>Widescreen</PresentationFormat>
  <Paragraphs>73</Paragraphs>
  <Slides>7</Slides>
  <Notes>1</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7</vt:i4>
      </vt:variant>
    </vt:vector>
  </HeadingPairs>
  <TitlesOfParts>
    <vt:vector size="18" baseType="lpstr">
      <vt:lpstr>Aptos</vt:lpstr>
      <vt:lpstr>Arial</vt:lpstr>
      <vt:lpstr>Arial Black</vt:lpstr>
      <vt:lpstr>Avenir Next LT Pro</vt:lpstr>
      <vt:lpstr>Calibri</vt:lpstr>
      <vt:lpstr>Lucida Sans</vt:lpstr>
      <vt:lpstr>Lucida Sans Unicode</vt:lpstr>
      <vt:lpstr>Kleur.Saxion_Template_INT_16-9</vt:lpstr>
      <vt:lpstr>1_Kleur.Saxion_Template_INT_16-9</vt:lpstr>
      <vt:lpstr>Kleur.Saxion_Template_NL_16-9</vt:lpstr>
      <vt:lpstr>Saxion_16-9-NL</vt:lpstr>
      <vt:lpstr>Graduation thesis: Status update</vt:lpstr>
      <vt:lpstr>Agenda</vt:lpstr>
      <vt:lpstr>Assignment</vt:lpstr>
      <vt:lpstr>Project boundaries (PP)</vt:lpstr>
      <vt:lpstr>Project boundaries (TR)</vt:lpstr>
      <vt:lpstr>Project goals</vt:lpstr>
      <vt:lpstr>Deliverables and solutions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Vladislav Serafimov</dc:creator>
  <cp:lastModifiedBy>Vladislav Serafimov</cp:lastModifiedBy>
  <cp:revision>114</cp:revision>
  <dcterms:created xsi:type="dcterms:W3CDTF">2025-12-31T07:30:58Z</dcterms:created>
  <dcterms:modified xsi:type="dcterms:W3CDTF">2026-03-30T10:23:26Z</dcterms:modified>
</cp:coreProperties>
</file>
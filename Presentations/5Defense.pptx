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 id="2147483738" r:id="rId2"/>
    <p:sldMasterId id="2147483702" r:id="rId3"/>
    <p:sldMasterId id="2147483714" r:id="rId4"/>
  </p:sldMasterIdLst>
  <p:notesMasterIdLst>
    <p:notesMasterId r:id="rId28"/>
  </p:notesMasterIdLst>
  <p:handoutMasterIdLst>
    <p:handoutMasterId r:id="rId29"/>
  </p:handoutMasterIdLst>
  <p:sldIdLst>
    <p:sldId id="256" r:id="rId5"/>
    <p:sldId id="259" r:id="rId6"/>
    <p:sldId id="325" r:id="rId7"/>
    <p:sldId id="326" r:id="rId8"/>
    <p:sldId id="283" r:id="rId9"/>
    <p:sldId id="265" r:id="rId10"/>
    <p:sldId id="327" r:id="rId11"/>
    <p:sldId id="319" r:id="rId12"/>
    <p:sldId id="328" r:id="rId13"/>
    <p:sldId id="329" r:id="rId14"/>
    <p:sldId id="330" r:id="rId15"/>
    <p:sldId id="331" r:id="rId16"/>
    <p:sldId id="332" r:id="rId17"/>
    <p:sldId id="333" r:id="rId18"/>
    <p:sldId id="334" r:id="rId19"/>
    <p:sldId id="335" r:id="rId20"/>
    <p:sldId id="336" r:id="rId21"/>
    <p:sldId id="323" r:id="rId22"/>
    <p:sldId id="322" r:id="rId23"/>
    <p:sldId id="338" r:id="rId24"/>
    <p:sldId id="337" r:id="rId25"/>
    <p:sldId id="339" r:id="rId26"/>
    <p:sldId id="32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C87"/>
    <a:srgbClr val="44546A"/>
    <a:srgbClr val="CFD1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notesViewPr>
    <p:cSldViewPr snapToGrid="0">
      <p:cViewPr varScale="1">
        <p:scale>
          <a:sx n="85" d="100"/>
          <a:sy n="85" d="100"/>
        </p:scale>
        <p:origin x="388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F0945D-229F-41A6-BB87-E10E2848502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816302E-D656-4F31-A815-FF0FE3AE015C}">
      <dgm:prSet/>
      <dgm:spPr/>
      <dgm:t>
        <a:bodyPr/>
        <a:lstStyle/>
        <a:p>
          <a:r>
            <a:rPr lang="en-US"/>
            <a:t>Background</a:t>
          </a:r>
        </a:p>
      </dgm:t>
    </dgm:pt>
    <dgm:pt modelId="{7B101A88-274C-4E23-833B-4DB71197F223}" type="parTrans" cxnId="{DF97190C-56D3-4FFF-AE97-35B15C00FC35}">
      <dgm:prSet/>
      <dgm:spPr/>
      <dgm:t>
        <a:bodyPr/>
        <a:lstStyle/>
        <a:p>
          <a:endParaRPr lang="en-US"/>
        </a:p>
      </dgm:t>
    </dgm:pt>
    <dgm:pt modelId="{03BE203D-97A6-4AD7-9F4C-EE043B0BBB96}" type="sibTrans" cxnId="{DF97190C-56D3-4FFF-AE97-35B15C00FC35}">
      <dgm:prSet/>
      <dgm:spPr/>
      <dgm:t>
        <a:bodyPr/>
        <a:lstStyle/>
        <a:p>
          <a:endParaRPr lang="en-US"/>
        </a:p>
      </dgm:t>
    </dgm:pt>
    <dgm:pt modelId="{BEB610C5-4044-4837-9B4C-AD3072E5090A}">
      <dgm:prSet/>
      <dgm:spPr/>
      <dgm:t>
        <a:bodyPr/>
        <a:lstStyle/>
        <a:p>
          <a:r>
            <a:rPr lang="en-US"/>
            <a:t>Methodology and planning</a:t>
          </a:r>
        </a:p>
      </dgm:t>
    </dgm:pt>
    <dgm:pt modelId="{CC3F4228-2709-4473-B7BD-C620B7BFF7C2}" type="parTrans" cxnId="{782E8CDF-B844-4441-9971-3501A17FB45B}">
      <dgm:prSet/>
      <dgm:spPr/>
      <dgm:t>
        <a:bodyPr/>
        <a:lstStyle/>
        <a:p>
          <a:endParaRPr lang="en-US"/>
        </a:p>
      </dgm:t>
    </dgm:pt>
    <dgm:pt modelId="{60D7A5F5-555B-488A-ABF7-18B81F571CA6}" type="sibTrans" cxnId="{782E8CDF-B844-4441-9971-3501A17FB45B}">
      <dgm:prSet/>
      <dgm:spPr/>
      <dgm:t>
        <a:bodyPr/>
        <a:lstStyle/>
        <a:p>
          <a:endParaRPr lang="en-US"/>
        </a:p>
      </dgm:t>
    </dgm:pt>
    <dgm:pt modelId="{715693FC-E9E1-440D-91DE-1C1A20ACDECD}">
      <dgm:prSet/>
      <dgm:spPr/>
      <dgm:t>
        <a:bodyPr/>
        <a:lstStyle/>
        <a:p>
          <a:r>
            <a:rPr lang="en-US"/>
            <a:t>Implementation</a:t>
          </a:r>
        </a:p>
      </dgm:t>
    </dgm:pt>
    <dgm:pt modelId="{16055FF9-60DF-4346-852E-35B30A4F8010}" type="parTrans" cxnId="{06ED8D3C-C696-43A3-9869-C847E3E70187}">
      <dgm:prSet/>
      <dgm:spPr/>
      <dgm:t>
        <a:bodyPr/>
        <a:lstStyle/>
        <a:p>
          <a:endParaRPr lang="en-US"/>
        </a:p>
      </dgm:t>
    </dgm:pt>
    <dgm:pt modelId="{C2963781-6822-4B6E-B183-AC3AA9D01AA5}" type="sibTrans" cxnId="{06ED8D3C-C696-43A3-9869-C847E3E70187}">
      <dgm:prSet/>
      <dgm:spPr/>
      <dgm:t>
        <a:bodyPr/>
        <a:lstStyle/>
        <a:p>
          <a:endParaRPr lang="en-US"/>
        </a:p>
      </dgm:t>
    </dgm:pt>
    <dgm:pt modelId="{AD9C8E28-574D-4701-B2ED-93D1A61BA259}">
      <dgm:prSet/>
      <dgm:spPr/>
      <dgm:t>
        <a:bodyPr/>
        <a:lstStyle/>
        <a:p>
          <a:r>
            <a:rPr lang="en-US"/>
            <a:t>Test setup and performance metrics</a:t>
          </a:r>
        </a:p>
      </dgm:t>
    </dgm:pt>
    <dgm:pt modelId="{35861707-A4A5-4858-8322-B159BDC2D2F1}" type="parTrans" cxnId="{4016D1B5-5874-4246-9CD7-6423D18ED039}">
      <dgm:prSet/>
      <dgm:spPr/>
      <dgm:t>
        <a:bodyPr/>
        <a:lstStyle/>
        <a:p>
          <a:endParaRPr lang="en-US"/>
        </a:p>
      </dgm:t>
    </dgm:pt>
    <dgm:pt modelId="{E8B7145D-CD03-4EF7-AB87-A77162FD1A06}" type="sibTrans" cxnId="{4016D1B5-5874-4246-9CD7-6423D18ED039}">
      <dgm:prSet/>
      <dgm:spPr/>
      <dgm:t>
        <a:bodyPr/>
        <a:lstStyle/>
        <a:p>
          <a:endParaRPr lang="en-US"/>
        </a:p>
      </dgm:t>
    </dgm:pt>
    <dgm:pt modelId="{7596B02C-DF06-4235-B6BB-97F7F31B4E0D}">
      <dgm:prSet/>
      <dgm:spPr/>
      <dgm:t>
        <a:bodyPr/>
        <a:lstStyle/>
        <a:p>
          <a:r>
            <a:rPr lang="en-US"/>
            <a:t>Results</a:t>
          </a:r>
        </a:p>
      </dgm:t>
    </dgm:pt>
    <dgm:pt modelId="{766F9C71-DBB6-40A6-865E-D797F4496285}" type="parTrans" cxnId="{373D7CAD-A30B-4B1A-A315-0CA1A5DA7716}">
      <dgm:prSet/>
      <dgm:spPr/>
      <dgm:t>
        <a:bodyPr/>
        <a:lstStyle/>
        <a:p>
          <a:endParaRPr lang="en-US"/>
        </a:p>
      </dgm:t>
    </dgm:pt>
    <dgm:pt modelId="{61D7F23C-2CE1-4737-9F58-346FEA6FBC40}" type="sibTrans" cxnId="{373D7CAD-A30B-4B1A-A315-0CA1A5DA7716}">
      <dgm:prSet/>
      <dgm:spPr/>
      <dgm:t>
        <a:bodyPr/>
        <a:lstStyle/>
        <a:p>
          <a:endParaRPr lang="en-US"/>
        </a:p>
      </dgm:t>
    </dgm:pt>
    <dgm:pt modelId="{6D162442-4500-4A68-BD21-9E2624FB0F72}">
      <dgm:prSet/>
      <dgm:spPr/>
      <dgm:t>
        <a:bodyPr/>
        <a:lstStyle/>
        <a:p>
          <a:r>
            <a:rPr lang="en-US"/>
            <a:t>Conclusion</a:t>
          </a:r>
        </a:p>
      </dgm:t>
    </dgm:pt>
    <dgm:pt modelId="{DE3E9000-7115-4FBC-950C-DB29A4533ADA}" type="parTrans" cxnId="{EB768BFF-41BA-4757-A33A-7B9097F9DEA2}">
      <dgm:prSet/>
      <dgm:spPr/>
      <dgm:t>
        <a:bodyPr/>
        <a:lstStyle/>
        <a:p>
          <a:endParaRPr lang="en-US"/>
        </a:p>
      </dgm:t>
    </dgm:pt>
    <dgm:pt modelId="{5F9582DB-91AB-46BE-B484-22AD78823B33}" type="sibTrans" cxnId="{EB768BFF-41BA-4757-A33A-7B9097F9DEA2}">
      <dgm:prSet/>
      <dgm:spPr/>
      <dgm:t>
        <a:bodyPr/>
        <a:lstStyle/>
        <a:p>
          <a:endParaRPr lang="en-US"/>
        </a:p>
      </dgm:t>
    </dgm:pt>
    <dgm:pt modelId="{931E73DC-EC1D-4C2A-ADF7-FC7600C48F5E}">
      <dgm:prSet/>
      <dgm:spPr/>
      <dgm:t>
        <a:bodyPr/>
        <a:lstStyle/>
        <a:p>
          <a:r>
            <a:rPr lang="en-US" dirty="0"/>
            <a:t>Demo (possibly)</a:t>
          </a:r>
        </a:p>
      </dgm:t>
    </dgm:pt>
    <dgm:pt modelId="{762FFCBA-BE6F-43EC-BF6F-5AF8E13CF0DF}" type="parTrans" cxnId="{83A6AB8C-BE89-4C7E-B568-2CDE7E5D5BF7}">
      <dgm:prSet/>
      <dgm:spPr/>
      <dgm:t>
        <a:bodyPr/>
        <a:lstStyle/>
        <a:p>
          <a:endParaRPr lang="en-US"/>
        </a:p>
      </dgm:t>
    </dgm:pt>
    <dgm:pt modelId="{06AFF63C-A84B-413C-B8EB-EDBF46B500E2}" type="sibTrans" cxnId="{83A6AB8C-BE89-4C7E-B568-2CDE7E5D5BF7}">
      <dgm:prSet/>
      <dgm:spPr/>
      <dgm:t>
        <a:bodyPr/>
        <a:lstStyle/>
        <a:p>
          <a:endParaRPr lang="en-US"/>
        </a:p>
      </dgm:t>
    </dgm:pt>
    <dgm:pt modelId="{365DC773-1D14-4DD1-8572-94618CDD935D}">
      <dgm:prSet/>
      <dgm:spPr/>
      <dgm:t>
        <a:bodyPr/>
        <a:lstStyle/>
        <a:p>
          <a:r>
            <a:rPr lang="en-US"/>
            <a:t>Assignment</a:t>
          </a:r>
          <a:endParaRPr lang="en-US" dirty="0"/>
        </a:p>
      </dgm:t>
    </dgm:pt>
    <dgm:pt modelId="{7374AE9E-15AA-4D80-8A02-C8BC07102086}" type="parTrans" cxnId="{9799AB61-FF6F-4A73-8562-64A4DE8EE122}">
      <dgm:prSet/>
      <dgm:spPr/>
      <dgm:t>
        <a:bodyPr/>
        <a:lstStyle/>
        <a:p>
          <a:endParaRPr lang="en-NL"/>
        </a:p>
      </dgm:t>
    </dgm:pt>
    <dgm:pt modelId="{2484907F-4DA1-44A8-A5AD-D5F152E7F18A}" type="sibTrans" cxnId="{9799AB61-FF6F-4A73-8562-64A4DE8EE122}">
      <dgm:prSet/>
      <dgm:spPr/>
      <dgm:t>
        <a:bodyPr/>
        <a:lstStyle/>
        <a:p>
          <a:endParaRPr lang="en-NL"/>
        </a:p>
      </dgm:t>
    </dgm:pt>
    <dgm:pt modelId="{DA4EC384-806C-4188-88A2-38DAFAE6B512}" type="pres">
      <dgm:prSet presAssocID="{B7F0945D-229F-41A6-BB87-E10E2848502A}" presName="linear" presStyleCnt="0">
        <dgm:presLayoutVars>
          <dgm:animLvl val="lvl"/>
          <dgm:resizeHandles val="exact"/>
        </dgm:presLayoutVars>
      </dgm:prSet>
      <dgm:spPr/>
    </dgm:pt>
    <dgm:pt modelId="{3EC3E200-6874-41C5-999C-CE9E7123665B}" type="pres">
      <dgm:prSet presAssocID="{5816302E-D656-4F31-A815-FF0FE3AE015C}" presName="parentText" presStyleLbl="node1" presStyleIdx="0" presStyleCnt="8">
        <dgm:presLayoutVars>
          <dgm:chMax val="0"/>
          <dgm:bulletEnabled val="1"/>
        </dgm:presLayoutVars>
      </dgm:prSet>
      <dgm:spPr/>
    </dgm:pt>
    <dgm:pt modelId="{1E8170A8-C984-426E-ABF0-284740E79D17}" type="pres">
      <dgm:prSet presAssocID="{03BE203D-97A6-4AD7-9F4C-EE043B0BBB96}" presName="spacer" presStyleCnt="0"/>
      <dgm:spPr/>
    </dgm:pt>
    <dgm:pt modelId="{C8322A60-CED3-43CD-AF91-881F3846D0A9}" type="pres">
      <dgm:prSet presAssocID="{BEB610C5-4044-4837-9B4C-AD3072E5090A}" presName="parentText" presStyleLbl="node1" presStyleIdx="1" presStyleCnt="8">
        <dgm:presLayoutVars>
          <dgm:chMax val="0"/>
          <dgm:bulletEnabled val="1"/>
        </dgm:presLayoutVars>
      </dgm:prSet>
      <dgm:spPr/>
    </dgm:pt>
    <dgm:pt modelId="{3FA13154-42C4-4956-B322-4A00A87B78BB}" type="pres">
      <dgm:prSet presAssocID="{60D7A5F5-555B-488A-ABF7-18B81F571CA6}" presName="spacer" presStyleCnt="0"/>
      <dgm:spPr/>
    </dgm:pt>
    <dgm:pt modelId="{8379C00A-7CB4-4777-8319-3D0A59F533E2}" type="pres">
      <dgm:prSet presAssocID="{365DC773-1D14-4DD1-8572-94618CDD935D}" presName="parentText" presStyleLbl="node1" presStyleIdx="2" presStyleCnt="8">
        <dgm:presLayoutVars>
          <dgm:chMax val="0"/>
          <dgm:bulletEnabled val="1"/>
        </dgm:presLayoutVars>
      </dgm:prSet>
      <dgm:spPr/>
    </dgm:pt>
    <dgm:pt modelId="{CC9CD352-B82B-4784-97ED-14780CBB1992}" type="pres">
      <dgm:prSet presAssocID="{2484907F-4DA1-44A8-A5AD-D5F152E7F18A}" presName="spacer" presStyleCnt="0"/>
      <dgm:spPr/>
    </dgm:pt>
    <dgm:pt modelId="{8A87B375-5BE8-477D-BD16-E336AE723609}" type="pres">
      <dgm:prSet presAssocID="{715693FC-E9E1-440D-91DE-1C1A20ACDECD}" presName="parentText" presStyleLbl="node1" presStyleIdx="3" presStyleCnt="8">
        <dgm:presLayoutVars>
          <dgm:chMax val="0"/>
          <dgm:bulletEnabled val="1"/>
        </dgm:presLayoutVars>
      </dgm:prSet>
      <dgm:spPr/>
    </dgm:pt>
    <dgm:pt modelId="{A809FA66-D519-4A11-8A1B-B5F0B79D9F85}" type="pres">
      <dgm:prSet presAssocID="{C2963781-6822-4B6E-B183-AC3AA9D01AA5}" presName="spacer" presStyleCnt="0"/>
      <dgm:spPr/>
    </dgm:pt>
    <dgm:pt modelId="{7B51132E-2B59-4F6D-A4EC-F1869634FA71}" type="pres">
      <dgm:prSet presAssocID="{AD9C8E28-574D-4701-B2ED-93D1A61BA259}" presName="parentText" presStyleLbl="node1" presStyleIdx="4" presStyleCnt="8">
        <dgm:presLayoutVars>
          <dgm:chMax val="0"/>
          <dgm:bulletEnabled val="1"/>
        </dgm:presLayoutVars>
      </dgm:prSet>
      <dgm:spPr/>
    </dgm:pt>
    <dgm:pt modelId="{44F830FD-66E2-41AA-9CA0-6B2520241117}" type="pres">
      <dgm:prSet presAssocID="{E8B7145D-CD03-4EF7-AB87-A77162FD1A06}" presName="spacer" presStyleCnt="0"/>
      <dgm:spPr/>
    </dgm:pt>
    <dgm:pt modelId="{9B841E93-6A6E-4C44-9C9F-2E9D56EDA0E5}" type="pres">
      <dgm:prSet presAssocID="{7596B02C-DF06-4235-B6BB-97F7F31B4E0D}" presName="parentText" presStyleLbl="node1" presStyleIdx="5" presStyleCnt="8">
        <dgm:presLayoutVars>
          <dgm:chMax val="0"/>
          <dgm:bulletEnabled val="1"/>
        </dgm:presLayoutVars>
      </dgm:prSet>
      <dgm:spPr/>
    </dgm:pt>
    <dgm:pt modelId="{0034C700-8B65-4F24-B2D7-DD3A8C016328}" type="pres">
      <dgm:prSet presAssocID="{61D7F23C-2CE1-4737-9F58-346FEA6FBC40}" presName="spacer" presStyleCnt="0"/>
      <dgm:spPr/>
    </dgm:pt>
    <dgm:pt modelId="{C22122D4-92DA-4925-B370-F60E20C06FEC}" type="pres">
      <dgm:prSet presAssocID="{6D162442-4500-4A68-BD21-9E2624FB0F72}" presName="parentText" presStyleLbl="node1" presStyleIdx="6" presStyleCnt="8">
        <dgm:presLayoutVars>
          <dgm:chMax val="0"/>
          <dgm:bulletEnabled val="1"/>
        </dgm:presLayoutVars>
      </dgm:prSet>
      <dgm:spPr/>
    </dgm:pt>
    <dgm:pt modelId="{8023D0F6-D0BD-4B9E-9614-7B19C67B0240}" type="pres">
      <dgm:prSet presAssocID="{5F9582DB-91AB-46BE-B484-22AD78823B33}" presName="spacer" presStyleCnt="0"/>
      <dgm:spPr/>
    </dgm:pt>
    <dgm:pt modelId="{E7AE4D92-87D7-4AEF-96C8-41CA21354883}" type="pres">
      <dgm:prSet presAssocID="{931E73DC-EC1D-4C2A-ADF7-FC7600C48F5E}" presName="parentText" presStyleLbl="node1" presStyleIdx="7" presStyleCnt="8">
        <dgm:presLayoutVars>
          <dgm:chMax val="0"/>
          <dgm:bulletEnabled val="1"/>
        </dgm:presLayoutVars>
      </dgm:prSet>
      <dgm:spPr/>
    </dgm:pt>
  </dgm:ptLst>
  <dgm:cxnLst>
    <dgm:cxn modelId="{BCB38003-9A66-4EFC-800B-5CBC6FFEEA5D}" type="presOf" srcId="{7596B02C-DF06-4235-B6BB-97F7F31B4E0D}" destId="{9B841E93-6A6E-4C44-9C9F-2E9D56EDA0E5}" srcOrd="0" destOrd="0" presId="urn:microsoft.com/office/officeart/2005/8/layout/vList2"/>
    <dgm:cxn modelId="{DF97190C-56D3-4FFF-AE97-35B15C00FC35}" srcId="{B7F0945D-229F-41A6-BB87-E10E2848502A}" destId="{5816302E-D656-4F31-A815-FF0FE3AE015C}" srcOrd="0" destOrd="0" parTransId="{7B101A88-274C-4E23-833B-4DB71197F223}" sibTransId="{03BE203D-97A6-4AD7-9F4C-EE043B0BBB96}"/>
    <dgm:cxn modelId="{06ED8D3C-C696-43A3-9869-C847E3E70187}" srcId="{B7F0945D-229F-41A6-BB87-E10E2848502A}" destId="{715693FC-E9E1-440D-91DE-1C1A20ACDECD}" srcOrd="3" destOrd="0" parTransId="{16055FF9-60DF-4346-852E-35B30A4F8010}" sibTransId="{C2963781-6822-4B6E-B183-AC3AA9D01AA5}"/>
    <dgm:cxn modelId="{AFF5D85F-425D-4ABE-8601-2774E36965D1}" type="presOf" srcId="{365DC773-1D14-4DD1-8572-94618CDD935D}" destId="{8379C00A-7CB4-4777-8319-3D0A59F533E2}" srcOrd="0" destOrd="0" presId="urn:microsoft.com/office/officeart/2005/8/layout/vList2"/>
    <dgm:cxn modelId="{9799AB61-FF6F-4A73-8562-64A4DE8EE122}" srcId="{B7F0945D-229F-41A6-BB87-E10E2848502A}" destId="{365DC773-1D14-4DD1-8572-94618CDD935D}" srcOrd="2" destOrd="0" parTransId="{7374AE9E-15AA-4D80-8A02-C8BC07102086}" sibTransId="{2484907F-4DA1-44A8-A5AD-D5F152E7F18A}"/>
    <dgm:cxn modelId="{4F9F5E67-C1CE-4E16-B2C0-33B5F2D76DAE}" type="presOf" srcId="{6D162442-4500-4A68-BD21-9E2624FB0F72}" destId="{C22122D4-92DA-4925-B370-F60E20C06FEC}" srcOrd="0" destOrd="0" presId="urn:microsoft.com/office/officeart/2005/8/layout/vList2"/>
    <dgm:cxn modelId="{59AEDD4C-A883-45CD-9532-8B2E9166B643}" type="presOf" srcId="{5816302E-D656-4F31-A815-FF0FE3AE015C}" destId="{3EC3E200-6874-41C5-999C-CE9E7123665B}" srcOrd="0" destOrd="0" presId="urn:microsoft.com/office/officeart/2005/8/layout/vList2"/>
    <dgm:cxn modelId="{E17FC087-F5E1-418A-9CF0-047B429416D0}" type="presOf" srcId="{931E73DC-EC1D-4C2A-ADF7-FC7600C48F5E}" destId="{E7AE4D92-87D7-4AEF-96C8-41CA21354883}" srcOrd="0" destOrd="0" presId="urn:microsoft.com/office/officeart/2005/8/layout/vList2"/>
    <dgm:cxn modelId="{83A6AB8C-BE89-4C7E-B568-2CDE7E5D5BF7}" srcId="{B7F0945D-229F-41A6-BB87-E10E2848502A}" destId="{931E73DC-EC1D-4C2A-ADF7-FC7600C48F5E}" srcOrd="7" destOrd="0" parTransId="{762FFCBA-BE6F-43EC-BF6F-5AF8E13CF0DF}" sibTransId="{06AFF63C-A84B-413C-B8EB-EDBF46B500E2}"/>
    <dgm:cxn modelId="{78DBB890-760D-477E-A909-DFD9BA783C0A}" type="presOf" srcId="{715693FC-E9E1-440D-91DE-1C1A20ACDECD}" destId="{8A87B375-5BE8-477D-BD16-E336AE723609}" srcOrd="0" destOrd="0" presId="urn:microsoft.com/office/officeart/2005/8/layout/vList2"/>
    <dgm:cxn modelId="{B569BC95-F436-4E8E-A6C3-07EB312F6E32}" type="presOf" srcId="{B7F0945D-229F-41A6-BB87-E10E2848502A}" destId="{DA4EC384-806C-4188-88A2-38DAFAE6B512}" srcOrd="0" destOrd="0" presId="urn:microsoft.com/office/officeart/2005/8/layout/vList2"/>
    <dgm:cxn modelId="{961137A2-05F1-4F70-8F9C-15D0F325B7EF}" type="presOf" srcId="{BEB610C5-4044-4837-9B4C-AD3072E5090A}" destId="{C8322A60-CED3-43CD-AF91-881F3846D0A9}" srcOrd="0" destOrd="0" presId="urn:microsoft.com/office/officeart/2005/8/layout/vList2"/>
    <dgm:cxn modelId="{373D7CAD-A30B-4B1A-A315-0CA1A5DA7716}" srcId="{B7F0945D-229F-41A6-BB87-E10E2848502A}" destId="{7596B02C-DF06-4235-B6BB-97F7F31B4E0D}" srcOrd="5" destOrd="0" parTransId="{766F9C71-DBB6-40A6-865E-D797F4496285}" sibTransId="{61D7F23C-2CE1-4737-9F58-346FEA6FBC40}"/>
    <dgm:cxn modelId="{4016D1B5-5874-4246-9CD7-6423D18ED039}" srcId="{B7F0945D-229F-41A6-BB87-E10E2848502A}" destId="{AD9C8E28-574D-4701-B2ED-93D1A61BA259}" srcOrd="4" destOrd="0" parTransId="{35861707-A4A5-4858-8322-B159BDC2D2F1}" sibTransId="{E8B7145D-CD03-4EF7-AB87-A77162FD1A06}"/>
    <dgm:cxn modelId="{782E8CDF-B844-4441-9971-3501A17FB45B}" srcId="{B7F0945D-229F-41A6-BB87-E10E2848502A}" destId="{BEB610C5-4044-4837-9B4C-AD3072E5090A}" srcOrd="1" destOrd="0" parTransId="{CC3F4228-2709-4473-B7BD-C620B7BFF7C2}" sibTransId="{60D7A5F5-555B-488A-ABF7-18B81F571CA6}"/>
    <dgm:cxn modelId="{D567B8F7-F6E4-4989-AEB2-CFD2FAAC3BEB}" type="presOf" srcId="{AD9C8E28-574D-4701-B2ED-93D1A61BA259}" destId="{7B51132E-2B59-4F6D-A4EC-F1869634FA71}" srcOrd="0" destOrd="0" presId="urn:microsoft.com/office/officeart/2005/8/layout/vList2"/>
    <dgm:cxn modelId="{EB768BFF-41BA-4757-A33A-7B9097F9DEA2}" srcId="{B7F0945D-229F-41A6-BB87-E10E2848502A}" destId="{6D162442-4500-4A68-BD21-9E2624FB0F72}" srcOrd="6" destOrd="0" parTransId="{DE3E9000-7115-4FBC-950C-DB29A4533ADA}" sibTransId="{5F9582DB-91AB-46BE-B484-22AD78823B33}"/>
    <dgm:cxn modelId="{D872A140-F903-451A-ADA2-9E308E5DCC4B}" type="presParOf" srcId="{DA4EC384-806C-4188-88A2-38DAFAE6B512}" destId="{3EC3E200-6874-41C5-999C-CE9E7123665B}" srcOrd="0" destOrd="0" presId="urn:microsoft.com/office/officeart/2005/8/layout/vList2"/>
    <dgm:cxn modelId="{10AEC5BE-1299-480E-9019-EF8CCA2939CF}" type="presParOf" srcId="{DA4EC384-806C-4188-88A2-38DAFAE6B512}" destId="{1E8170A8-C984-426E-ABF0-284740E79D17}" srcOrd="1" destOrd="0" presId="urn:microsoft.com/office/officeart/2005/8/layout/vList2"/>
    <dgm:cxn modelId="{40B588AE-7E41-46B4-8AEC-AF22B913A7FE}" type="presParOf" srcId="{DA4EC384-806C-4188-88A2-38DAFAE6B512}" destId="{C8322A60-CED3-43CD-AF91-881F3846D0A9}" srcOrd="2" destOrd="0" presId="urn:microsoft.com/office/officeart/2005/8/layout/vList2"/>
    <dgm:cxn modelId="{560006DF-C715-4AFF-9FE6-8C9E99099C6B}" type="presParOf" srcId="{DA4EC384-806C-4188-88A2-38DAFAE6B512}" destId="{3FA13154-42C4-4956-B322-4A00A87B78BB}" srcOrd="3" destOrd="0" presId="urn:microsoft.com/office/officeart/2005/8/layout/vList2"/>
    <dgm:cxn modelId="{3E45EFC8-0EB5-4FA0-A843-42866E5B32EA}" type="presParOf" srcId="{DA4EC384-806C-4188-88A2-38DAFAE6B512}" destId="{8379C00A-7CB4-4777-8319-3D0A59F533E2}" srcOrd="4" destOrd="0" presId="urn:microsoft.com/office/officeart/2005/8/layout/vList2"/>
    <dgm:cxn modelId="{9886D410-6ECC-4B2B-86F8-F6231B737742}" type="presParOf" srcId="{DA4EC384-806C-4188-88A2-38DAFAE6B512}" destId="{CC9CD352-B82B-4784-97ED-14780CBB1992}" srcOrd="5" destOrd="0" presId="urn:microsoft.com/office/officeart/2005/8/layout/vList2"/>
    <dgm:cxn modelId="{3D88CB2B-9F8D-4A7A-BA63-2DE8915499D5}" type="presParOf" srcId="{DA4EC384-806C-4188-88A2-38DAFAE6B512}" destId="{8A87B375-5BE8-477D-BD16-E336AE723609}" srcOrd="6" destOrd="0" presId="urn:microsoft.com/office/officeart/2005/8/layout/vList2"/>
    <dgm:cxn modelId="{0B566CDB-493B-463A-B3C2-532E574AC6DA}" type="presParOf" srcId="{DA4EC384-806C-4188-88A2-38DAFAE6B512}" destId="{A809FA66-D519-4A11-8A1B-B5F0B79D9F85}" srcOrd="7" destOrd="0" presId="urn:microsoft.com/office/officeart/2005/8/layout/vList2"/>
    <dgm:cxn modelId="{F0D56023-ABF8-4A47-9DAF-C91CA7C1696B}" type="presParOf" srcId="{DA4EC384-806C-4188-88A2-38DAFAE6B512}" destId="{7B51132E-2B59-4F6D-A4EC-F1869634FA71}" srcOrd="8" destOrd="0" presId="urn:microsoft.com/office/officeart/2005/8/layout/vList2"/>
    <dgm:cxn modelId="{08BAE642-D88D-4BDF-BACD-77FB8F40E5F0}" type="presParOf" srcId="{DA4EC384-806C-4188-88A2-38DAFAE6B512}" destId="{44F830FD-66E2-41AA-9CA0-6B2520241117}" srcOrd="9" destOrd="0" presId="urn:microsoft.com/office/officeart/2005/8/layout/vList2"/>
    <dgm:cxn modelId="{A6CBC326-C27C-45AC-8688-6703DEBBBAE7}" type="presParOf" srcId="{DA4EC384-806C-4188-88A2-38DAFAE6B512}" destId="{9B841E93-6A6E-4C44-9C9F-2E9D56EDA0E5}" srcOrd="10" destOrd="0" presId="urn:microsoft.com/office/officeart/2005/8/layout/vList2"/>
    <dgm:cxn modelId="{97B6EF19-E2A9-4498-A1C3-508A086896DB}" type="presParOf" srcId="{DA4EC384-806C-4188-88A2-38DAFAE6B512}" destId="{0034C700-8B65-4F24-B2D7-DD3A8C016328}" srcOrd="11" destOrd="0" presId="urn:microsoft.com/office/officeart/2005/8/layout/vList2"/>
    <dgm:cxn modelId="{80EB673B-0A88-4D24-A097-43304EBCCBDA}" type="presParOf" srcId="{DA4EC384-806C-4188-88A2-38DAFAE6B512}" destId="{C22122D4-92DA-4925-B370-F60E20C06FEC}" srcOrd="12" destOrd="0" presId="urn:microsoft.com/office/officeart/2005/8/layout/vList2"/>
    <dgm:cxn modelId="{35C2124F-5FAB-45FF-A9A8-086CDC19C43B}" type="presParOf" srcId="{DA4EC384-806C-4188-88A2-38DAFAE6B512}" destId="{8023D0F6-D0BD-4B9E-9614-7B19C67B0240}" srcOrd="13" destOrd="0" presId="urn:microsoft.com/office/officeart/2005/8/layout/vList2"/>
    <dgm:cxn modelId="{09FE8EA3-1AEF-4E07-91DF-9A708F7D2FA2}" type="presParOf" srcId="{DA4EC384-806C-4188-88A2-38DAFAE6B512}" destId="{E7AE4D92-87D7-4AEF-96C8-41CA21354883}"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C3E200-6874-41C5-999C-CE9E7123665B}">
      <dsp:nvSpPr>
        <dsp:cNvPr id="0" name=""/>
        <dsp:cNvSpPr/>
      </dsp:nvSpPr>
      <dsp:spPr>
        <a:xfrm>
          <a:off x="0" y="81616"/>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Background</a:t>
          </a:r>
        </a:p>
      </dsp:txBody>
      <dsp:txXfrm>
        <a:off x="19904" y="101520"/>
        <a:ext cx="6188473" cy="367937"/>
      </dsp:txXfrm>
    </dsp:sp>
    <dsp:sp modelId="{C8322A60-CED3-43CD-AF91-881F3846D0A9}">
      <dsp:nvSpPr>
        <dsp:cNvPr id="0" name=""/>
        <dsp:cNvSpPr/>
      </dsp:nvSpPr>
      <dsp:spPr>
        <a:xfrm>
          <a:off x="0" y="538322"/>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Methodology and planning</a:t>
          </a:r>
        </a:p>
      </dsp:txBody>
      <dsp:txXfrm>
        <a:off x="19904" y="558226"/>
        <a:ext cx="6188473" cy="367937"/>
      </dsp:txXfrm>
    </dsp:sp>
    <dsp:sp modelId="{8379C00A-7CB4-4777-8319-3D0A59F533E2}">
      <dsp:nvSpPr>
        <dsp:cNvPr id="0" name=""/>
        <dsp:cNvSpPr/>
      </dsp:nvSpPr>
      <dsp:spPr>
        <a:xfrm>
          <a:off x="0" y="995027"/>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Assignment</a:t>
          </a:r>
          <a:endParaRPr lang="en-US" sz="1700" kern="1200" dirty="0"/>
        </a:p>
      </dsp:txBody>
      <dsp:txXfrm>
        <a:off x="19904" y="1014931"/>
        <a:ext cx="6188473" cy="367937"/>
      </dsp:txXfrm>
    </dsp:sp>
    <dsp:sp modelId="{8A87B375-5BE8-477D-BD16-E336AE723609}">
      <dsp:nvSpPr>
        <dsp:cNvPr id="0" name=""/>
        <dsp:cNvSpPr/>
      </dsp:nvSpPr>
      <dsp:spPr>
        <a:xfrm>
          <a:off x="0" y="1451732"/>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Implementation</a:t>
          </a:r>
        </a:p>
      </dsp:txBody>
      <dsp:txXfrm>
        <a:off x="19904" y="1471636"/>
        <a:ext cx="6188473" cy="367937"/>
      </dsp:txXfrm>
    </dsp:sp>
    <dsp:sp modelId="{7B51132E-2B59-4F6D-A4EC-F1869634FA71}">
      <dsp:nvSpPr>
        <dsp:cNvPr id="0" name=""/>
        <dsp:cNvSpPr/>
      </dsp:nvSpPr>
      <dsp:spPr>
        <a:xfrm>
          <a:off x="0" y="1908437"/>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Test setup and performance metrics</a:t>
          </a:r>
        </a:p>
      </dsp:txBody>
      <dsp:txXfrm>
        <a:off x="19904" y="1928341"/>
        <a:ext cx="6188473" cy="367937"/>
      </dsp:txXfrm>
    </dsp:sp>
    <dsp:sp modelId="{9B841E93-6A6E-4C44-9C9F-2E9D56EDA0E5}">
      <dsp:nvSpPr>
        <dsp:cNvPr id="0" name=""/>
        <dsp:cNvSpPr/>
      </dsp:nvSpPr>
      <dsp:spPr>
        <a:xfrm>
          <a:off x="0" y="2365142"/>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Results</a:t>
          </a:r>
        </a:p>
      </dsp:txBody>
      <dsp:txXfrm>
        <a:off x="19904" y="2385046"/>
        <a:ext cx="6188473" cy="367937"/>
      </dsp:txXfrm>
    </dsp:sp>
    <dsp:sp modelId="{C22122D4-92DA-4925-B370-F60E20C06FEC}">
      <dsp:nvSpPr>
        <dsp:cNvPr id="0" name=""/>
        <dsp:cNvSpPr/>
      </dsp:nvSpPr>
      <dsp:spPr>
        <a:xfrm>
          <a:off x="0" y="2821847"/>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Conclusion</a:t>
          </a:r>
        </a:p>
      </dsp:txBody>
      <dsp:txXfrm>
        <a:off x="19904" y="2841751"/>
        <a:ext cx="6188473" cy="367937"/>
      </dsp:txXfrm>
    </dsp:sp>
    <dsp:sp modelId="{E7AE4D92-87D7-4AEF-96C8-41CA21354883}">
      <dsp:nvSpPr>
        <dsp:cNvPr id="0" name=""/>
        <dsp:cNvSpPr/>
      </dsp:nvSpPr>
      <dsp:spPr>
        <a:xfrm>
          <a:off x="0" y="3278552"/>
          <a:ext cx="6228281"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Demo (possibly)</a:t>
          </a:r>
        </a:p>
      </dsp:txBody>
      <dsp:txXfrm>
        <a:off x="19904" y="3298456"/>
        <a:ext cx="6188473" cy="36793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754B228-D6AC-1234-F07B-E39D5A72134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a:extLst>
              <a:ext uri="{FF2B5EF4-FFF2-40B4-BE49-F238E27FC236}">
                <a16:creationId xmlns:a16="http://schemas.microsoft.com/office/drawing/2014/main" id="{94649AB5-E716-B092-E7B6-3711CFCF08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88245A-DF20-4648-8DEA-5EEF7F9EF1B5}" type="datetimeFigureOut">
              <a:rPr lang="en-NL" smtClean="0"/>
              <a:t>15 Jan 2026</a:t>
            </a:fld>
            <a:endParaRPr lang="en-NL"/>
          </a:p>
        </p:txBody>
      </p:sp>
      <p:sp>
        <p:nvSpPr>
          <p:cNvPr id="4" name="Footer Placeholder 3">
            <a:extLst>
              <a:ext uri="{FF2B5EF4-FFF2-40B4-BE49-F238E27FC236}">
                <a16:creationId xmlns:a16="http://schemas.microsoft.com/office/drawing/2014/main" id="{5998C3A5-960E-6749-E76C-93683BF93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dirty="0"/>
          </a:p>
        </p:txBody>
      </p:sp>
      <p:sp>
        <p:nvSpPr>
          <p:cNvPr id="5" name="Slide Number Placeholder 4">
            <a:extLst>
              <a:ext uri="{FF2B5EF4-FFF2-40B4-BE49-F238E27FC236}">
                <a16:creationId xmlns:a16="http://schemas.microsoft.com/office/drawing/2014/main" id="{14AB393B-8819-9298-880B-71F9AFDF42B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6E841F-B2D9-4A74-98E9-89F62221D6C9}" type="slidenum">
              <a:rPr lang="en-NL" smtClean="0"/>
              <a:t>‹#›</a:t>
            </a:fld>
            <a:endParaRPr lang="en-NL"/>
          </a:p>
        </p:txBody>
      </p:sp>
    </p:spTree>
    <p:extLst>
      <p:ext uri="{BB962C8B-B14F-4D97-AF65-F5344CB8AC3E}">
        <p14:creationId xmlns:p14="http://schemas.microsoft.com/office/powerpoint/2010/main" val="2154680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789EEE-78C3-47ED-9B8C-CC5637E83F9E}" type="datetimeFigureOut">
              <a:rPr lang="en-NL" smtClean="0"/>
              <a:t>15 Jan 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231E3D-0C33-46E2-9D47-2F079CA6FAED}" type="slidenum">
              <a:rPr lang="en-NL" smtClean="0"/>
              <a:t>‹#›</a:t>
            </a:fld>
            <a:endParaRPr lang="en-NL"/>
          </a:p>
        </p:txBody>
      </p:sp>
      <p:pic>
        <p:nvPicPr>
          <p:cNvPr id="1026" name="Picture 2" descr="Saxion - Wikipedia">
            <a:extLst>
              <a:ext uri="{FF2B5EF4-FFF2-40B4-BE49-F238E27FC236}">
                <a16:creationId xmlns:a16="http://schemas.microsoft.com/office/drawing/2014/main" id="{0E63148C-964E-46FD-5B23-FDB1A4BC30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991" y="8482980"/>
            <a:ext cx="1816542" cy="661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311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NV centers are photoluminescent imperfections in diamonds, which means they emit light. </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3</a:t>
            </a:fld>
            <a:endParaRPr lang="en-NL"/>
          </a:p>
        </p:txBody>
      </p:sp>
    </p:spTree>
    <p:extLst>
      <p:ext uri="{BB962C8B-B14F-4D97-AF65-F5344CB8AC3E}">
        <p14:creationId xmlns:p14="http://schemas.microsoft.com/office/powerpoint/2010/main" val="811607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CW-ODMR and T1 relate to photodetection (pulsed vs CW). Mention Rabi is the future goal of the setup</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4</a:t>
            </a:fld>
            <a:endParaRPr lang="en-NL"/>
          </a:p>
        </p:txBody>
      </p:sp>
    </p:spTree>
    <p:extLst>
      <p:ext uri="{BB962C8B-B14F-4D97-AF65-F5344CB8AC3E}">
        <p14:creationId xmlns:p14="http://schemas.microsoft.com/office/powerpoint/2010/main" val="18923622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project was originally supposed to be mostly about integrating the blue blocks with the lock-in amplifier, but after the midterm company visit the project has been mostly about the photodetector</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5</a:t>
            </a:fld>
            <a:endParaRPr lang="en-NL"/>
          </a:p>
        </p:txBody>
      </p:sp>
    </p:spTree>
    <p:extLst>
      <p:ext uri="{BB962C8B-B14F-4D97-AF65-F5344CB8AC3E}">
        <p14:creationId xmlns:p14="http://schemas.microsoft.com/office/powerpoint/2010/main" val="3114969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Used V-Model. Say </a:t>
            </a:r>
            <a:r>
              <a:rPr lang="en-US" dirty="0" err="1"/>
              <a:t>MoSCoW</a:t>
            </a:r>
            <a:r>
              <a:rPr lang="en-US" dirty="0"/>
              <a:t> goals are still ongoing because the setup hasn’t been fully integrated yet</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6</a:t>
            </a:fld>
            <a:endParaRPr lang="en-NL"/>
          </a:p>
        </p:txBody>
      </p:sp>
    </p:spTree>
    <p:extLst>
      <p:ext uri="{BB962C8B-B14F-4D97-AF65-F5344CB8AC3E}">
        <p14:creationId xmlns:p14="http://schemas.microsoft.com/office/powerpoint/2010/main" val="741793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importance of R1 and C1</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8</a:t>
            </a:fld>
            <a:endParaRPr lang="en-NL"/>
          </a:p>
        </p:txBody>
      </p:sp>
    </p:spTree>
    <p:extLst>
      <p:ext uri="{BB962C8B-B14F-4D97-AF65-F5344CB8AC3E}">
        <p14:creationId xmlns:p14="http://schemas.microsoft.com/office/powerpoint/2010/main" val="4739369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0413F-4CBC-41E4-4A83-C335888AD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DFB91B-0A2E-8843-C523-32BF5BF185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DEC201-3D45-0E97-3C0F-AB0AB655CDC6}"/>
              </a:ext>
            </a:extLst>
          </p:cNvPr>
          <p:cNvSpPr>
            <a:spLocks noGrp="1"/>
          </p:cNvSpPr>
          <p:nvPr>
            <p:ph type="body" idx="1"/>
          </p:nvPr>
        </p:nvSpPr>
        <p:spPr/>
        <p:txBody>
          <a:bodyPr/>
          <a:lstStyle/>
          <a:p>
            <a:r>
              <a:rPr lang="en-US" dirty="0"/>
              <a:t>Explain why photovoltaic mode was chosen</a:t>
            </a:r>
            <a:endParaRPr lang="en-NL" dirty="0"/>
          </a:p>
        </p:txBody>
      </p:sp>
      <p:sp>
        <p:nvSpPr>
          <p:cNvPr id="4" name="Slide Number Placeholder 3">
            <a:extLst>
              <a:ext uri="{FF2B5EF4-FFF2-40B4-BE49-F238E27FC236}">
                <a16:creationId xmlns:a16="http://schemas.microsoft.com/office/drawing/2014/main" id="{D07C4588-B7F9-40D0-4A8D-1B212D6F5618}"/>
              </a:ext>
            </a:extLst>
          </p:cNvPr>
          <p:cNvSpPr>
            <a:spLocks noGrp="1"/>
          </p:cNvSpPr>
          <p:nvPr>
            <p:ph type="sldNum" sz="quarter" idx="5"/>
          </p:nvPr>
        </p:nvSpPr>
        <p:spPr/>
        <p:txBody>
          <a:bodyPr/>
          <a:lstStyle/>
          <a:p>
            <a:fld id="{A9231E3D-0C33-46E2-9D47-2F079CA6FAED}" type="slidenum">
              <a:rPr lang="en-NL" smtClean="0"/>
              <a:t>9</a:t>
            </a:fld>
            <a:endParaRPr lang="en-NL"/>
          </a:p>
        </p:txBody>
      </p:sp>
    </p:spTree>
    <p:extLst>
      <p:ext uri="{BB962C8B-B14F-4D97-AF65-F5344CB8AC3E}">
        <p14:creationId xmlns:p14="http://schemas.microsoft.com/office/powerpoint/2010/main" val="2321871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4FDAF-F7D6-2F96-DBBD-2F1AD8BFF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F549B-88BA-7F9F-253E-0C21F14B66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5733E-65BB-1F0C-9941-B0E43E9CCB23}"/>
              </a:ext>
            </a:extLst>
          </p:cNvPr>
          <p:cNvSpPr>
            <a:spLocks noGrp="1"/>
          </p:cNvSpPr>
          <p:nvPr>
            <p:ph type="body" idx="1"/>
          </p:nvPr>
        </p:nvSpPr>
        <p:spPr/>
        <p:txBody>
          <a:bodyPr/>
          <a:lstStyle/>
          <a:p>
            <a:r>
              <a:rPr lang="en-US" dirty="0"/>
              <a:t>Say this was the original topology that was provided and several others were considered (e.g. inverting with input resistor/capacitor), but there was not enough literature on them</a:t>
            </a:r>
            <a:endParaRPr lang="en-NL" dirty="0"/>
          </a:p>
        </p:txBody>
      </p:sp>
      <p:sp>
        <p:nvSpPr>
          <p:cNvPr id="4" name="Slide Number Placeholder 3">
            <a:extLst>
              <a:ext uri="{FF2B5EF4-FFF2-40B4-BE49-F238E27FC236}">
                <a16:creationId xmlns:a16="http://schemas.microsoft.com/office/drawing/2014/main" id="{DCA659B7-7396-4561-11A1-3752E06D59F7}"/>
              </a:ext>
            </a:extLst>
          </p:cNvPr>
          <p:cNvSpPr>
            <a:spLocks noGrp="1"/>
          </p:cNvSpPr>
          <p:nvPr>
            <p:ph type="sldNum" sz="quarter" idx="5"/>
          </p:nvPr>
        </p:nvSpPr>
        <p:spPr/>
        <p:txBody>
          <a:bodyPr/>
          <a:lstStyle/>
          <a:p>
            <a:fld id="{A9231E3D-0C33-46E2-9D47-2F079CA6FAED}" type="slidenum">
              <a:rPr lang="en-NL" smtClean="0"/>
              <a:t>10</a:t>
            </a:fld>
            <a:endParaRPr lang="en-NL"/>
          </a:p>
        </p:txBody>
      </p:sp>
    </p:spTree>
    <p:extLst>
      <p:ext uri="{BB962C8B-B14F-4D97-AF65-F5344CB8AC3E}">
        <p14:creationId xmlns:p14="http://schemas.microsoft.com/office/powerpoint/2010/main" val="2896332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C1 reduces the bandwidth and the bootstrap buffer reduces the need for C1, thus increasing the bandwidth</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11</a:t>
            </a:fld>
            <a:endParaRPr lang="en-NL"/>
          </a:p>
        </p:txBody>
      </p:sp>
    </p:spTree>
    <p:extLst>
      <p:ext uri="{BB962C8B-B14F-4D97-AF65-F5344CB8AC3E}">
        <p14:creationId xmlns:p14="http://schemas.microsoft.com/office/powerpoint/2010/main" val="3934787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graphs</a:t>
            </a:r>
          </a:p>
        </p:txBody>
      </p:sp>
      <p:sp>
        <p:nvSpPr>
          <p:cNvPr id="4" name="Slide Number Placeholder 3"/>
          <p:cNvSpPr>
            <a:spLocks noGrp="1"/>
          </p:cNvSpPr>
          <p:nvPr>
            <p:ph type="sldNum" sz="quarter" idx="5"/>
          </p:nvPr>
        </p:nvSpPr>
        <p:spPr/>
        <p:txBody>
          <a:bodyPr/>
          <a:lstStyle/>
          <a:p>
            <a:fld id="{A9231E3D-0C33-46E2-9D47-2F079CA6FAED}" type="slidenum">
              <a:rPr lang="en-NL" smtClean="0"/>
              <a:t>12</a:t>
            </a:fld>
            <a:endParaRPr lang="en-NL"/>
          </a:p>
        </p:txBody>
      </p:sp>
    </p:spTree>
    <p:extLst>
      <p:ext uri="{BB962C8B-B14F-4D97-AF65-F5344CB8AC3E}">
        <p14:creationId xmlns:p14="http://schemas.microsoft.com/office/powerpoint/2010/main" val="1070677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T1 and CW-ODMR detectors</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17</a:t>
            </a:fld>
            <a:endParaRPr lang="en-NL"/>
          </a:p>
        </p:txBody>
      </p:sp>
    </p:spTree>
    <p:extLst>
      <p:ext uri="{BB962C8B-B14F-4D97-AF65-F5344CB8AC3E}">
        <p14:creationId xmlns:p14="http://schemas.microsoft.com/office/powerpoint/2010/main" val="2946794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Replacing diode with another PIN diode, which is less sensitive to green, will result in less laser light present in the readings. Increasing the bandwidth can be done </a:t>
            </a:r>
            <a:r>
              <a:rPr lang="en-US"/>
              <a:t>by changing </a:t>
            </a:r>
            <a:endParaRPr lang="en-NL" dirty="0"/>
          </a:p>
        </p:txBody>
      </p:sp>
      <p:sp>
        <p:nvSpPr>
          <p:cNvPr id="4" name="Slide Number Placeholder 3"/>
          <p:cNvSpPr>
            <a:spLocks noGrp="1"/>
          </p:cNvSpPr>
          <p:nvPr>
            <p:ph type="sldNum" sz="quarter" idx="5"/>
          </p:nvPr>
        </p:nvSpPr>
        <p:spPr/>
        <p:txBody>
          <a:bodyPr/>
          <a:lstStyle/>
          <a:p>
            <a:fld id="{A9231E3D-0C33-46E2-9D47-2F079CA6FAED}" type="slidenum">
              <a:rPr lang="en-NL" smtClean="0"/>
              <a:t>23</a:t>
            </a:fld>
            <a:endParaRPr lang="en-NL"/>
          </a:p>
        </p:txBody>
      </p:sp>
    </p:spTree>
    <p:extLst>
      <p:ext uri="{BB962C8B-B14F-4D97-AF65-F5344CB8AC3E}">
        <p14:creationId xmlns:p14="http://schemas.microsoft.com/office/powerpoint/2010/main" val="2193364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7B1E01E7-48D6-40A1-B2AC-0BE7B982918E}"/>
              </a:ext>
            </a:extLst>
          </p:cNvPr>
          <p:cNvSpPr/>
          <p:nvPr/>
        </p:nvSpPr>
        <p:spPr>
          <a:xfrm>
            <a:off x="6" y="0"/>
            <a:ext cx="8137445"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ijdelijke aanduiding voor inhoud 8">
            <a:extLst>
              <a:ext uri="{FF2B5EF4-FFF2-40B4-BE49-F238E27FC236}">
                <a16:creationId xmlns:a16="http://schemas.microsoft.com/office/drawing/2014/main" id="{3C9A01A2-4DCB-4FDC-8D81-7D09D89C545F}"/>
              </a:ext>
            </a:extLst>
          </p:cNvPr>
          <p:cNvSpPr>
            <a:spLocks noGrp="1"/>
          </p:cNvSpPr>
          <p:nvPr>
            <p:ph sz="quarter" idx="10"/>
          </p:nvPr>
        </p:nvSpPr>
        <p:spPr>
          <a:xfrm>
            <a:off x="8137451" y="0"/>
            <a:ext cx="4054549" cy="6858000"/>
          </a:xfrm>
          <a:solidFill>
            <a:schemeClr val="bg1"/>
          </a:solidFill>
        </p:spPr>
        <p:txBody>
          <a:bodyPr lIns="360000" tIns="792000">
            <a:normAutofit/>
          </a:bodyPr>
          <a:lstStyle>
            <a:lvl1pPr>
              <a:defRPr sz="1600"/>
            </a:lvl1pPr>
          </a:lstStyle>
          <a:p>
            <a:pPr lvl="0"/>
            <a:r>
              <a:rPr lang="en-US"/>
              <a:t>Click to edit Master text styles</a:t>
            </a:r>
          </a:p>
        </p:txBody>
      </p:sp>
      <p:sp>
        <p:nvSpPr>
          <p:cNvPr id="2" name="Titel 1">
            <a:extLst>
              <a:ext uri="{FF2B5EF4-FFF2-40B4-BE49-F238E27FC236}">
                <a16:creationId xmlns:a16="http://schemas.microsoft.com/office/drawing/2014/main" id="{3C7E7368-D515-4D42-B8E1-977B351AB0D7}"/>
              </a:ext>
            </a:extLst>
          </p:cNvPr>
          <p:cNvSpPr>
            <a:spLocks noGrp="1"/>
          </p:cNvSpPr>
          <p:nvPr>
            <p:ph type="ctrTitle"/>
          </p:nvPr>
        </p:nvSpPr>
        <p:spPr>
          <a:xfrm>
            <a:off x="411126" y="1796144"/>
            <a:ext cx="7244316" cy="3456341"/>
          </a:xfrm>
        </p:spPr>
        <p:txBody>
          <a:bodyPr anchor="t" anchorCtr="0"/>
          <a:lstStyle>
            <a:lvl1pPr algn="l">
              <a:defRPr sz="6000">
                <a:solidFill>
                  <a:schemeClr val="bg1"/>
                </a:solidFill>
              </a:defRPr>
            </a:lvl1pPr>
          </a:lstStyle>
          <a:p>
            <a:r>
              <a:rPr lang="en-US"/>
              <a:t>Click to edit Master title style</a:t>
            </a:r>
            <a:endParaRPr lang="nl-NL"/>
          </a:p>
        </p:txBody>
      </p:sp>
      <p:sp>
        <p:nvSpPr>
          <p:cNvPr id="3" name="Ondertitel 2">
            <a:extLst>
              <a:ext uri="{FF2B5EF4-FFF2-40B4-BE49-F238E27FC236}">
                <a16:creationId xmlns:a16="http://schemas.microsoft.com/office/drawing/2014/main" id="{5C86E2FA-4FEA-40D1-B8DA-4B1D5A0D93DB}"/>
              </a:ext>
            </a:extLst>
          </p:cNvPr>
          <p:cNvSpPr>
            <a:spLocks noGrp="1"/>
          </p:cNvSpPr>
          <p:nvPr>
            <p:ph type="subTitle" idx="1"/>
          </p:nvPr>
        </p:nvSpPr>
        <p:spPr>
          <a:xfrm>
            <a:off x="411125" y="792001"/>
            <a:ext cx="7244316" cy="733647"/>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5" name="Afbeelding 14">
            <a:extLst>
              <a:ext uri="{FF2B5EF4-FFF2-40B4-BE49-F238E27FC236}">
                <a16:creationId xmlns:a16="http://schemas.microsoft.com/office/drawing/2014/main" id="{212C8C25-4EA4-4564-85BA-7501FDF5593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82286"/>
            <a:ext cx="3334864" cy="1675714"/>
          </a:xfrm>
          <a:prstGeom prst="rect">
            <a:avLst/>
          </a:prstGeom>
        </p:spPr>
      </p:pic>
    </p:spTree>
    <p:extLst>
      <p:ext uri="{BB962C8B-B14F-4D97-AF65-F5344CB8AC3E}">
        <p14:creationId xmlns:p14="http://schemas.microsoft.com/office/powerpoint/2010/main" val="925489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D9800953-537F-479C-A9FE-2E8F626BACCD}"/>
              </a:ext>
            </a:extLst>
          </p:cNvPr>
          <p:cNvSpPr>
            <a:spLocks noGrp="1"/>
          </p:cNvSpPr>
          <p:nvPr>
            <p:ph idx="1" hasCustomPrompt="1"/>
          </p:nvPr>
        </p:nvSpPr>
        <p:spPr>
          <a:xfrm>
            <a:off x="4040373" y="0"/>
            <a:ext cx="8151628" cy="6858000"/>
          </a:xfrm>
          <a:solidFill>
            <a:schemeClr val="bg1"/>
          </a:solidFill>
        </p:spPr>
        <p:txBody>
          <a:bodyPr lIns="432000" tIns="792000"/>
          <a:lstStyle>
            <a:lvl1pPr>
              <a:defRPr sz="1600"/>
            </a:lvl1pPr>
          </a:lstStyle>
          <a:p>
            <a:pPr lvl="0"/>
            <a:r>
              <a:rPr lang="nl-NL"/>
              <a:t>Klik om stijl te bewerken</a:t>
            </a:r>
          </a:p>
        </p:txBody>
      </p:sp>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792000"/>
            <a:ext cx="3270100" cy="1301860"/>
          </a:xfrm>
        </p:spPr>
        <p:txBody>
          <a:bodyPr anchor="t" anchorCtr="0"/>
          <a:lstStyle>
            <a:lvl1pPr>
              <a:defRPr sz="2400">
                <a:solidFill>
                  <a:schemeClr val="bg1"/>
                </a:solidFill>
              </a:defRPr>
            </a:lvl1pPr>
          </a:lstStyle>
          <a:p>
            <a:r>
              <a:rPr lang="en-US"/>
              <a:t>Click to edit Master title style</a:t>
            </a:r>
            <a:endParaRPr lang="nl-NL"/>
          </a:p>
        </p:txBody>
      </p:sp>
      <p:sp>
        <p:nvSpPr>
          <p:cNvPr id="7" name="Tijdelijke aanduiding voor tekst 6">
            <a:extLst>
              <a:ext uri="{FF2B5EF4-FFF2-40B4-BE49-F238E27FC236}">
                <a16:creationId xmlns:a16="http://schemas.microsoft.com/office/drawing/2014/main" id="{98EC8A20-6983-4311-9ACB-A2CEE97541E4}"/>
              </a:ext>
            </a:extLst>
          </p:cNvPr>
          <p:cNvSpPr>
            <a:spLocks noGrp="1"/>
          </p:cNvSpPr>
          <p:nvPr>
            <p:ph type="body" sz="quarter" idx="10"/>
          </p:nvPr>
        </p:nvSpPr>
        <p:spPr>
          <a:xfrm>
            <a:off x="324000" y="2073275"/>
            <a:ext cx="3270100" cy="3118157"/>
          </a:xfrm>
        </p:spPr>
        <p:txBody>
          <a:bodyPr>
            <a:normAutofit/>
          </a:bodyPr>
          <a:lstStyle>
            <a:lvl1pPr>
              <a:defRPr sz="16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4">
            <a:extLst>
              <a:ext uri="{FF2B5EF4-FFF2-40B4-BE49-F238E27FC236}">
                <a16:creationId xmlns:a16="http://schemas.microsoft.com/office/drawing/2014/main" id="{F6D47D91-28BC-55BF-2739-3F9A78DF6B6A}"/>
              </a:ext>
            </a:extLst>
          </p:cNvPr>
          <p:cNvSpPr txBox="1">
            <a:spLocks/>
          </p:cNvSpPr>
          <p:nvPr userDrawn="1"/>
        </p:nvSpPr>
        <p:spPr>
          <a:xfrm>
            <a:off x="3351012" y="6290144"/>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solidFill>
                  <a:schemeClr val="bg1"/>
                </a:solidFill>
                <a:latin typeface="Arial" panose="020B0604020202020204" pitchFamily="34" charset="0"/>
                <a:cs typeface="Arial" panose="020B0604020202020204" pitchFamily="34" charset="0"/>
              </a:rPr>
              <a:pPr/>
              <a:t>‹#›</a:t>
            </a:fld>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8993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533400"/>
            <a:ext cx="3270100" cy="1038225"/>
          </a:xfrm>
        </p:spPr>
        <p:txBody>
          <a:bodyPr anchor="t" anchorCtr="0"/>
          <a:lstStyle>
            <a:lvl1pPr>
              <a:defRPr sz="2400">
                <a:solidFill>
                  <a:schemeClr val="bg1"/>
                </a:solidFill>
              </a:defRPr>
            </a:lvl1pPr>
          </a:lstStyle>
          <a:p>
            <a:r>
              <a:rPr lang="en-US"/>
              <a:t>Click to edit Master title style</a:t>
            </a:r>
            <a:endParaRPr lang="nl-NL" dirty="0"/>
          </a:p>
        </p:txBody>
      </p:sp>
      <p:sp>
        <p:nvSpPr>
          <p:cNvPr id="5" name="Slide Number Placeholder 4">
            <a:extLst>
              <a:ext uri="{FF2B5EF4-FFF2-40B4-BE49-F238E27FC236}">
                <a16:creationId xmlns:a16="http://schemas.microsoft.com/office/drawing/2014/main" id="{D72FB8A8-7DD0-E186-D775-7D9506BF1859}"/>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268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5A2F99AB-32A0-423C-977A-DB29AAAED14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4" name="Afbeelding 13">
            <a:extLst>
              <a:ext uri="{FF2B5EF4-FFF2-40B4-BE49-F238E27FC236}">
                <a16:creationId xmlns:a16="http://schemas.microsoft.com/office/drawing/2014/main" id="{01AC377B-A65B-441A-A4D3-5A55E9CADBA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
        <p:nvSpPr>
          <p:cNvPr id="2" name="Titel 1">
            <a:extLst>
              <a:ext uri="{FF2B5EF4-FFF2-40B4-BE49-F238E27FC236}">
                <a16:creationId xmlns:a16="http://schemas.microsoft.com/office/drawing/2014/main" id="{0E42DD1E-B604-4CF9-84C0-92B6A216FB84}"/>
              </a:ext>
            </a:extLst>
          </p:cNvPr>
          <p:cNvSpPr>
            <a:spLocks noGrp="1"/>
          </p:cNvSpPr>
          <p:nvPr>
            <p:ph type="title"/>
          </p:nvPr>
        </p:nvSpPr>
        <p:spPr>
          <a:xfrm>
            <a:off x="540000" y="504000"/>
            <a:ext cx="11102400" cy="1435507"/>
          </a:xfrm>
        </p:spPr>
        <p:txBody>
          <a:bodyPr/>
          <a:lstStyle>
            <a:lvl1pPr>
              <a:defRPr>
                <a:solidFill>
                  <a:srgbClr val="009C82"/>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8051B81A-12E4-442C-915C-9197F9F2232D}"/>
              </a:ext>
            </a:extLst>
          </p:cNvPr>
          <p:cNvSpPr>
            <a:spLocks noGrp="1"/>
          </p:cNvSpPr>
          <p:nvPr>
            <p:ph type="body" sz="quarter" idx="10"/>
          </p:nvPr>
        </p:nvSpPr>
        <p:spPr>
          <a:xfrm>
            <a:off x="540000" y="2520000"/>
            <a:ext cx="11080800" cy="306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Slide Number Placeholder 4">
            <a:extLst>
              <a:ext uri="{FF2B5EF4-FFF2-40B4-BE49-F238E27FC236}">
                <a16:creationId xmlns:a16="http://schemas.microsoft.com/office/drawing/2014/main" id="{9A3B2ADD-C079-742F-DAC3-51B12A42B429}"/>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9366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3DB79D8F-AE8E-4A30-96E9-94F7431F2CDE}"/>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3" name="Afbeelding 12">
            <a:extLst>
              <a:ext uri="{FF2B5EF4-FFF2-40B4-BE49-F238E27FC236}">
                <a16:creationId xmlns:a16="http://schemas.microsoft.com/office/drawing/2014/main" id="{CF7A5EF7-F88C-4DCB-9C39-9F8D0C8443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
        <p:nvSpPr>
          <p:cNvPr id="2" name="Titel 1">
            <a:extLst>
              <a:ext uri="{FF2B5EF4-FFF2-40B4-BE49-F238E27FC236}">
                <a16:creationId xmlns:a16="http://schemas.microsoft.com/office/drawing/2014/main" id="{033868CC-6BE0-4AB2-A67B-5298DEB5AC4C}"/>
              </a:ext>
            </a:extLst>
          </p:cNvPr>
          <p:cNvSpPr>
            <a:spLocks noGrp="1"/>
          </p:cNvSpPr>
          <p:nvPr>
            <p:ph type="title"/>
          </p:nvPr>
        </p:nvSpPr>
        <p:spPr>
          <a:xfrm>
            <a:off x="540000" y="540000"/>
            <a:ext cx="11142000" cy="1436400"/>
          </a:xfrm>
        </p:spPr>
        <p:txBody>
          <a:bodyPr lIns="540000" anchor="ctr" anchorCtr="0"/>
          <a:lstStyle>
            <a:lvl1pPr>
              <a:defRPr>
                <a:solidFill>
                  <a:schemeClr val="bg1"/>
                </a:solidFill>
              </a:defRPr>
            </a:lvl1pPr>
          </a:lstStyle>
          <a:p>
            <a:r>
              <a:rPr lang="en-US"/>
              <a:t>Click to edit Master title style</a:t>
            </a:r>
            <a:endParaRPr lang="nl-NL"/>
          </a:p>
        </p:txBody>
      </p:sp>
      <p:sp>
        <p:nvSpPr>
          <p:cNvPr id="6" name="Tijdelijke aanduiding voor tekst 5">
            <a:extLst>
              <a:ext uri="{FF2B5EF4-FFF2-40B4-BE49-F238E27FC236}">
                <a16:creationId xmlns:a16="http://schemas.microsoft.com/office/drawing/2014/main" id="{422044AC-C9DC-4068-9615-DF28008338EF}"/>
              </a:ext>
            </a:extLst>
          </p:cNvPr>
          <p:cNvSpPr>
            <a:spLocks noGrp="1"/>
          </p:cNvSpPr>
          <p:nvPr>
            <p:ph type="body" sz="quarter" idx="10"/>
          </p:nvPr>
        </p:nvSpPr>
        <p:spPr>
          <a:xfrm>
            <a:off x="540000" y="2520000"/>
            <a:ext cx="11142000" cy="315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856920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Vergelijking">
    <p:bg>
      <p:bgPr>
        <a:solidFill>
          <a:schemeClr val="bg1"/>
        </a:solidFill>
        <a:effectLst/>
      </p:bgPr>
    </p:b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F23B92BB-44D8-46B6-BDA8-521E79490E07}"/>
              </a:ext>
            </a:extLst>
          </p:cNvPr>
          <p:cNvSpPr/>
          <p:nvPr/>
        </p:nvSpPr>
        <p:spPr>
          <a:xfrm>
            <a:off x="-20332" y="0"/>
            <a:ext cx="40613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D6DC362-A895-44B7-80D2-E78CBF1263FC}"/>
              </a:ext>
            </a:extLst>
          </p:cNvPr>
          <p:cNvSpPr/>
          <p:nvPr/>
        </p:nvSpPr>
        <p:spPr>
          <a:xfrm>
            <a:off x="4061312" y="0"/>
            <a:ext cx="8130688"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a:extLst>
              <a:ext uri="{FF2B5EF4-FFF2-40B4-BE49-F238E27FC236}">
                <a16:creationId xmlns:a16="http://schemas.microsoft.com/office/drawing/2014/main" id="{01A6F622-BCE1-4329-92E3-2A18615AACE3}"/>
              </a:ext>
            </a:extLst>
          </p:cNvPr>
          <p:cNvSpPr>
            <a:spLocks noGrp="1"/>
          </p:cNvSpPr>
          <p:nvPr>
            <p:ph type="title"/>
          </p:nvPr>
        </p:nvSpPr>
        <p:spPr>
          <a:xfrm>
            <a:off x="-40664" y="0"/>
            <a:ext cx="4101977"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3" name="Tijdelijke aanduiding voor tekst 2">
            <a:extLst>
              <a:ext uri="{FF2B5EF4-FFF2-40B4-BE49-F238E27FC236}">
                <a16:creationId xmlns:a16="http://schemas.microsoft.com/office/drawing/2014/main" id="{A8B08D5F-DC48-4007-B3E4-76BA25C21676}"/>
              </a:ext>
            </a:extLst>
          </p:cNvPr>
          <p:cNvSpPr>
            <a:spLocks noGrp="1"/>
          </p:cNvSpPr>
          <p:nvPr>
            <p:ph type="body" idx="1"/>
          </p:nvPr>
        </p:nvSpPr>
        <p:spPr>
          <a:xfrm>
            <a:off x="5040001" y="792000"/>
            <a:ext cx="6228281" cy="823912"/>
          </a:xfrm>
        </p:spPr>
        <p:txBody>
          <a:bodyPr anchor="b">
            <a:noAutofit/>
          </a:bodyPr>
          <a:lstStyle>
            <a:lvl1pPr marL="0" indent="0">
              <a:buNone/>
              <a:defRPr sz="3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B272948D-E268-4603-88B2-2B415D950BF4}"/>
              </a:ext>
            </a:extLst>
          </p:cNvPr>
          <p:cNvSpPr>
            <a:spLocks noGrp="1"/>
          </p:cNvSpPr>
          <p:nvPr>
            <p:ph sz="quarter" idx="4"/>
          </p:nvPr>
        </p:nvSpPr>
        <p:spPr>
          <a:xfrm>
            <a:off x="5097620" y="1992086"/>
            <a:ext cx="6228281" cy="3767914"/>
          </a:xfrm>
        </p:spPr>
        <p:txBody>
          <a:bodyPr/>
          <a:lstStyle>
            <a:lvl1pPr marL="0" indent="0" algn="l">
              <a:buFont typeface="Arial" panose="020B0604020202020204" pitchFamily="34" charset="0"/>
              <a:buNone/>
              <a:defRPr>
                <a:solidFill>
                  <a:schemeClr val="bg1"/>
                </a:solidFill>
              </a:defRPr>
            </a:lvl1pPr>
            <a:lvl2pPr marL="457200" indent="0" algn="l">
              <a:buFont typeface="Arial" panose="020B0604020202020204" pitchFamily="34" charset="0"/>
              <a:buNone/>
              <a:defRPr>
                <a:solidFill>
                  <a:schemeClr val="bg1"/>
                </a:solidFill>
              </a:defRPr>
            </a:lvl2pPr>
            <a:lvl3pPr marL="914400" indent="0" algn="l">
              <a:buFont typeface="Arial" panose="020B0604020202020204" pitchFamily="34" charset="0"/>
              <a:buNone/>
              <a:defRPr>
                <a:solidFill>
                  <a:schemeClr val="bg1"/>
                </a:solidFill>
              </a:defRPr>
            </a:lvl3pPr>
            <a:lvl4pPr marL="1371600" indent="0" algn="l">
              <a:buFont typeface="Arial" panose="020B0604020202020204" pitchFamily="34" charset="0"/>
              <a:buNone/>
              <a:defRPr>
                <a:solidFill>
                  <a:schemeClr val="bg1"/>
                </a:solidFill>
              </a:defRPr>
            </a:lvl4pPr>
            <a:lvl5pPr marL="1828800" indent="0" algn="l">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0" name="Afbeelding 9">
            <a:extLst>
              <a:ext uri="{FF2B5EF4-FFF2-40B4-BE49-F238E27FC236}">
                <a16:creationId xmlns:a16="http://schemas.microsoft.com/office/drawing/2014/main" id="{FD73E675-FD77-4D0B-9FD8-BA09CC9CA0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Tree>
    <p:extLst>
      <p:ext uri="{BB962C8B-B14F-4D97-AF65-F5344CB8AC3E}">
        <p14:creationId xmlns:p14="http://schemas.microsoft.com/office/powerpoint/2010/main" val="1408233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ee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5889135-4F9D-431D-93FA-F18A2E0B61A4}"/>
              </a:ext>
            </a:extLst>
          </p:cNvPr>
          <p:cNvSpPr/>
          <p:nvPr/>
        </p:nvSpPr>
        <p:spPr>
          <a:xfrm>
            <a:off x="0"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08A81FD-CC7F-44B7-A3C2-1BA8D56EC811}"/>
              </a:ext>
            </a:extLst>
          </p:cNvPr>
          <p:cNvSpPr/>
          <p:nvPr/>
        </p:nvSpPr>
        <p:spPr>
          <a:xfrm>
            <a:off x="4080933" y="0"/>
            <a:ext cx="811106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tel 8">
            <a:extLst>
              <a:ext uri="{FF2B5EF4-FFF2-40B4-BE49-F238E27FC236}">
                <a16:creationId xmlns:a16="http://schemas.microsoft.com/office/drawing/2014/main" id="{C5FD37BF-9F19-45B6-A05D-C37E48EA6A4B}"/>
              </a:ext>
            </a:extLst>
          </p:cNvPr>
          <p:cNvSpPr>
            <a:spLocks noGrp="1"/>
          </p:cNvSpPr>
          <p:nvPr>
            <p:ph type="title"/>
          </p:nvPr>
        </p:nvSpPr>
        <p:spPr>
          <a:xfrm>
            <a:off x="-1" y="-146"/>
            <a:ext cx="4081444"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12" name="Tijdelijke aanduiding voor inhoud 11">
            <a:extLst>
              <a:ext uri="{FF2B5EF4-FFF2-40B4-BE49-F238E27FC236}">
                <a16:creationId xmlns:a16="http://schemas.microsoft.com/office/drawing/2014/main" id="{294A9EF1-75FD-43E4-AE75-300DEE25DA65}"/>
              </a:ext>
            </a:extLst>
          </p:cNvPr>
          <p:cNvSpPr>
            <a:spLocks noGrp="1"/>
          </p:cNvSpPr>
          <p:nvPr>
            <p:ph sz="quarter" idx="11"/>
          </p:nvPr>
        </p:nvSpPr>
        <p:spPr>
          <a:xfrm>
            <a:off x="4080933" y="0"/>
            <a:ext cx="8111067" cy="6878638"/>
          </a:xfrm>
        </p:spPr>
        <p:txBody>
          <a:bodyPr lIns="360000" tIns="792000" rIns="324000" bIns="720000"/>
          <a:lstStyle>
            <a:lvl1pPr>
              <a:defRPr>
                <a:solidFill>
                  <a:srgbClr val="009C8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6" name="Afbeelding 15">
            <a:extLst>
              <a:ext uri="{FF2B5EF4-FFF2-40B4-BE49-F238E27FC236}">
                <a16:creationId xmlns:a16="http://schemas.microsoft.com/office/drawing/2014/main" id="{1762ED42-C67E-4919-B2E8-E30110AFCB9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Tree>
    <p:extLst>
      <p:ext uri="{BB962C8B-B14F-4D97-AF65-F5344CB8AC3E}">
        <p14:creationId xmlns:p14="http://schemas.microsoft.com/office/powerpoint/2010/main" val="3725668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902D0237-9C24-46F9-989F-B21C10B9B3DC}"/>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 name="Tijdelijke aanduiding voor inhoud 2">
            <a:extLst>
              <a:ext uri="{FF2B5EF4-FFF2-40B4-BE49-F238E27FC236}">
                <a16:creationId xmlns:a16="http://schemas.microsoft.com/office/drawing/2014/main" id="{ED959F1A-F72D-4CF6-A029-14E0DB166AD6}"/>
              </a:ext>
            </a:extLst>
          </p:cNvPr>
          <p:cNvSpPr>
            <a:spLocks noGrp="1"/>
          </p:cNvSpPr>
          <p:nvPr>
            <p:ph idx="1"/>
          </p:nvPr>
        </p:nvSpPr>
        <p:spPr>
          <a:xfrm>
            <a:off x="2" y="0"/>
            <a:ext cx="8111066" cy="6858000"/>
          </a:xfrm>
          <a:noFill/>
        </p:spPr>
        <p:txBody>
          <a:bodyPr lIns="612000" tIns="1404000" rIns="828000" bIns="720000"/>
          <a:lstStyle>
            <a:lvl1pPr>
              <a:defRPr sz="3200">
                <a:solidFill>
                  <a:srgbClr val="009C82"/>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1" name="Afbeelding 10">
            <a:extLst>
              <a:ext uri="{FF2B5EF4-FFF2-40B4-BE49-F238E27FC236}">
                <a16:creationId xmlns:a16="http://schemas.microsoft.com/office/drawing/2014/main" id="{7D2A9CE5-95E8-458E-9040-B0251FBFAEC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5" name="Rechthoek 4">
            <a:extLst>
              <a:ext uri="{FF2B5EF4-FFF2-40B4-BE49-F238E27FC236}">
                <a16:creationId xmlns:a16="http://schemas.microsoft.com/office/drawing/2014/main" id="{3FFB599D-9511-47E4-8A64-0206C2AAAF47}"/>
              </a:ext>
            </a:extLst>
          </p:cNvPr>
          <p:cNvSpPr/>
          <p:nvPr/>
        </p:nvSpPr>
        <p:spPr>
          <a:xfrm>
            <a:off x="8111067" y="10196"/>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94942CE0-4AC8-4CA7-A53A-36303407B98B}"/>
              </a:ext>
            </a:extLst>
          </p:cNvPr>
          <p:cNvSpPr>
            <a:spLocks noGrp="1"/>
          </p:cNvSpPr>
          <p:nvPr>
            <p:ph type="title"/>
          </p:nvPr>
        </p:nvSpPr>
        <p:spPr>
          <a:xfrm>
            <a:off x="8434800" y="828000"/>
            <a:ext cx="3434400" cy="4320000"/>
          </a:xfrm>
        </p:spPr>
        <p:txBody>
          <a:bodyPr anchor="t" anchorCtr="0"/>
          <a:lstStyle>
            <a:lvl1pPr>
              <a:defRPr sz="3000">
                <a:solidFill>
                  <a:schemeClr val="bg1"/>
                </a:solidFill>
              </a:defRPr>
            </a:lvl1pPr>
          </a:lstStyle>
          <a:p>
            <a:r>
              <a:rPr lang="en-US"/>
              <a:t>Click to edit Master title style</a:t>
            </a:r>
            <a:endParaRPr lang="nl-NL"/>
          </a:p>
        </p:txBody>
      </p:sp>
      <p:sp>
        <p:nvSpPr>
          <p:cNvPr id="4" name="Slide Number Placeholder 4">
            <a:extLst>
              <a:ext uri="{FF2B5EF4-FFF2-40B4-BE49-F238E27FC236}">
                <a16:creationId xmlns:a16="http://schemas.microsoft.com/office/drawing/2014/main" id="{F4692744-804B-DFC9-319F-465F6DD7697E}"/>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solidFill>
                  <a:schemeClr val="bg1"/>
                </a:solidFill>
                <a:latin typeface="Arial" panose="020B0604020202020204" pitchFamily="34" charset="0"/>
                <a:cs typeface="Arial" panose="020B0604020202020204" pitchFamily="34" charset="0"/>
              </a:rPr>
              <a:pPr/>
              <a:t>‹#›</a:t>
            </a:fld>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49143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D56FCA5F-563C-4963-A6C6-ACB86FD6731A}"/>
              </a:ext>
            </a:extLst>
          </p:cNvPr>
          <p:cNvSpPr/>
          <p:nvPr/>
        </p:nvSpPr>
        <p:spPr>
          <a:xfrm>
            <a:off x="0" y="0"/>
            <a:ext cx="8128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8892A113-690F-4A70-A450-6B634995DCCF}"/>
              </a:ext>
            </a:extLst>
          </p:cNvPr>
          <p:cNvSpPr>
            <a:spLocks noGrp="1"/>
          </p:cNvSpPr>
          <p:nvPr>
            <p:ph type="title"/>
          </p:nvPr>
        </p:nvSpPr>
        <p:spPr>
          <a:xfrm>
            <a:off x="0" y="-1"/>
            <a:ext cx="8128000" cy="6857999"/>
          </a:xfrm>
          <a:noFill/>
        </p:spPr>
        <p:txBody>
          <a:bodyPr lIns="612000" tIns="1440000" rIns="828000" bIns="720000" anchor="t" anchorCtr="0"/>
          <a:lstStyle>
            <a:lvl1pPr>
              <a:defRPr sz="3000">
                <a:solidFill>
                  <a:schemeClr val="bg1"/>
                </a:solidFill>
              </a:defRPr>
            </a:lvl1pPr>
          </a:lstStyle>
          <a:p>
            <a:r>
              <a:rPr lang="en-US"/>
              <a:t>Click to edit Master title style</a:t>
            </a:r>
            <a:endParaRPr lang="nl-NL"/>
          </a:p>
        </p:txBody>
      </p:sp>
      <p:sp>
        <p:nvSpPr>
          <p:cNvPr id="3" name="Tijdelijke aanduiding voor afbeelding 2">
            <a:extLst>
              <a:ext uri="{FF2B5EF4-FFF2-40B4-BE49-F238E27FC236}">
                <a16:creationId xmlns:a16="http://schemas.microsoft.com/office/drawing/2014/main" id="{93351474-BA6D-40FF-AD94-E36000AB4453}"/>
              </a:ext>
            </a:extLst>
          </p:cNvPr>
          <p:cNvSpPr>
            <a:spLocks noGrp="1"/>
          </p:cNvSpPr>
          <p:nvPr>
            <p:ph type="pic" idx="1"/>
          </p:nvPr>
        </p:nvSpPr>
        <p:spPr>
          <a:xfrm>
            <a:off x="8128000" y="-3"/>
            <a:ext cx="4064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pic>
        <p:nvPicPr>
          <p:cNvPr id="9" name="Afbeelding 8">
            <a:extLst>
              <a:ext uri="{FF2B5EF4-FFF2-40B4-BE49-F238E27FC236}">
                <a16:creationId xmlns:a16="http://schemas.microsoft.com/office/drawing/2014/main" id="{2A7CE760-6D02-4D82-B473-AF7356A87B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2776248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3" name="Slide Number Placeholder 4">
            <a:extLst>
              <a:ext uri="{FF2B5EF4-FFF2-40B4-BE49-F238E27FC236}">
                <a16:creationId xmlns:a16="http://schemas.microsoft.com/office/drawing/2014/main" id="{DBDA2182-9B89-9AA7-EEBC-6365B9ED2A65}"/>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345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4" name="Slide Number Placeholder 4">
            <a:extLst>
              <a:ext uri="{FF2B5EF4-FFF2-40B4-BE49-F238E27FC236}">
                <a16:creationId xmlns:a16="http://schemas.microsoft.com/office/drawing/2014/main" id="{64790D4B-F150-51B2-1ADB-22B1B21D3657}"/>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3915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Verticale titel en teks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9EE0B92A-A73A-4C1F-A960-EBEE0651E7E5}"/>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52BFD4EB-258F-4EA7-8341-D8AAACD56A5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18095849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PAGINA WIT 1">
    <p:bg>
      <p:bgPr>
        <a:solidFill>
          <a:schemeClr val="bg1"/>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1359C912-5BE2-0949-A6E6-E5772BB54BD3}"/>
              </a:ext>
            </a:extLst>
          </p:cNvPr>
          <p:cNvSpPr/>
          <p:nvPr/>
        </p:nvSpPr>
        <p:spPr>
          <a:xfrm>
            <a:off x="0" y="0"/>
            <a:ext cx="4118919"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4953000" y="643693"/>
            <a:ext cx="62865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4953000" y="1419509"/>
            <a:ext cx="6286500" cy="444721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12" name="Tijdelijke aanduiding voor tekst 11">
            <a:extLst>
              <a:ext uri="{FF2B5EF4-FFF2-40B4-BE49-F238E27FC236}">
                <a16:creationId xmlns:a16="http://schemas.microsoft.com/office/drawing/2014/main" id="{AA0FAF0F-FE3B-E34A-88BF-FDD0848A27F6}"/>
              </a:ext>
            </a:extLst>
          </p:cNvPr>
          <p:cNvSpPr>
            <a:spLocks noGrp="1"/>
          </p:cNvSpPr>
          <p:nvPr>
            <p:ph type="body" sz="quarter" idx="12" hasCustomPrompt="1"/>
          </p:nvPr>
        </p:nvSpPr>
        <p:spPr>
          <a:xfrm>
            <a:off x="403225" y="643692"/>
            <a:ext cx="3352800" cy="4921053"/>
          </a:xfrm>
          <a:prstGeom prst="rect">
            <a:avLst/>
          </a:prstGeom>
        </p:spPr>
        <p:txBody>
          <a:bodyPr>
            <a:normAutofit/>
          </a:bodyPr>
          <a:lstStyle>
            <a:lvl1pPr marL="0" indent="0">
              <a:buFontTx/>
              <a:buNone/>
              <a:defRPr sz="3000" b="1" i="0" baseline="0">
                <a:solidFill>
                  <a:schemeClr val="bg1"/>
                </a:solidFill>
              </a:defRPr>
            </a:lvl1pPr>
          </a:lstStyle>
          <a:p>
            <a:r>
              <a:rPr lang="nl-NL"/>
              <a:t>Kopregel van de pagina over meerdere regels</a:t>
            </a:r>
          </a:p>
        </p:txBody>
      </p:sp>
      <p:pic>
        <p:nvPicPr>
          <p:cNvPr id="9" name="Afbeelding 8">
            <a:extLst>
              <a:ext uri="{FF2B5EF4-FFF2-40B4-BE49-F238E27FC236}">
                <a16:creationId xmlns:a16="http://schemas.microsoft.com/office/drawing/2014/main" id="{2085F2CD-07CC-7F45-B06F-6EA5FFBACE1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0447" y="5717837"/>
            <a:ext cx="1964387" cy="987072"/>
          </a:xfrm>
          <a:prstGeom prst="rect">
            <a:avLst/>
          </a:prstGeom>
        </p:spPr>
      </p:pic>
      <p:pic>
        <p:nvPicPr>
          <p:cNvPr id="5" name="Picture 4" descr="A picture containing drawing&#10;&#10;Description automatically generated">
            <a:extLst>
              <a:ext uri="{FF2B5EF4-FFF2-40B4-BE49-F238E27FC236}">
                <a16:creationId xmlns:a16="http://schemas.microsoft.com/office/drawing/2014/main" id="{F144C650-D3F8-4F16-B2C6-BDFFF8D80A2B}"/>
              </a:ext>
            </a:extLst>
          </p:cNvPr>
          <p:cNvPicPr>
            <a:picLocks noChangeAspect="1"/>
          </p:cNvPicPr>
          <p:nvPr/>
        </p:nvPicPr>
        <p:blipFill>
          <a:blip r:embed="rId3" cstate="screen">
            <a:biLevel thresh="25000"/>
            <a:extLst>
              <a:ext uri="{28A0092B-C50C-407E-A947-70E740481C1C}">
                <a14:useLocalDpi xmlns:a14="http://schemas.microsoft.com/office/drawing/2010/main"/>
              </a:ext>
            </a:extLst>
          </a:blip>
          <a:stretch>
            <a:fillRect/>
          </a:stretch>
        </p:blipFill>
        <p:spPr>
          <a:xfrm>
            <a:off x="2124786" y="5896201"/>
            <a:ext cx="1733638" cy="692230"/>
          </a:xfrm>
          <a:prstGeom prst="rect">
            <a:avLst/>
          </a:prstGeom>
        </p:spPr>
      </p:pic>
    </p:spTree>
    <p:extLst>
      <p:ext uri="{BB962C8B-B14F-4D97-AF65-F5344CB8AC3E}">
        <p14:creationId xmlns:p14="http://schemas.microsoft.com/office/powerpoint/2010/main" val="13775948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hor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4" name="Rechthoek 14">
            <a:extLst>
              <a:ext uri="{FF2B5EF4-FFF2-40B4-BE49-F238E27FC236}">
                <a16:creationId xmlns:a16="http://schemas.microsoft.com/office/drawing/2014/main" id="{8D736B1F-B4E2-4ADC-93B3-78C9AD2058C2}"/>
              </a:ext>
            </a:extLst>
          </p:cNvPr>
          <p:cNvSpPr/>
          <p:nvPr/>
        </p:nvSpPr>
        <p:spPr>
          <a:xfrm>
            <a:off x="1" y="0"/>
            <a:ext cx="2720082"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5" name="Afbeelding 8">
            <a:extLst>
              <a:ext uri="{FF2B5EF4-FFF2-40B4-BE49-F238E27FC236}">
                <a16:creationId xmlns:a16="http://schemas.microsoft.com/office/drawing/2014/main" id="{FE177759-92AB-4472-837E-E8E3BD602F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783" y="5932275"/>
            <a:ext cx="1555723" cy="781725"/>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EBE0506D-4634-4B31-A43B-A578EC0AD18A}"/>
              </a:ext>
            </a:extLst>
          </p:cNvPr>
          <p:cNvPicPr>
            <a:picLocks noChangeAspect="1"/>
          </p:cNvPicPr>
          <p:nvPr/>
        </p:nvPicPr>
        <p:blipFill>
          <a:blip r:embed="rId4" cstate="screen">
            <a:biLevel thresh="25000"/>
            <a:extLst>
              <a:ext uri="{28A0092B-C50C-407E-A947-70E740481C1C}">
                <a14:useLocalDpi xmlns:a14="http://schemas.microsoft.com/office/drawing/2010/main"/>
              </a:ext>
            </a:extLst>
          </a:blip>
          <a:stretch>
            <a:fillRect/>
          </a:stretch>
        </p:blipFill>
        <p:spPr>
          <a:xfrm>
            <a:off x="1347105" y="6107669"/>
            <a:ext cx="1372978" cy="548221"/>
          </a:xfrm>
          <a:prstGeom prst="rect">
            <a:avLst/>
          </a:prstGeom>
        </p:spPr>
      </p:pic>
    </p:spTree>
    <p:extLst>
      <p:ext uri="{BB962C8B-B14F-4D97-AF65-F5344CB8AC3E}">
        <p14:creationId xmlns:p14="http://schemas.microsoft.com/office/powerpoint/2010/main" val="12358986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i3B bullets normal slide">
    <p:spTree>
      <p:nvGrpSpPr>
        <p:cNvPr id="1" name=""/>
        <p:cNvGrpSpPr/>
        <p:nvPr/>
      </p:nvGrpSpPr>
      <p:grpSpPr>
        <a:xfrm>
          <a:off x="0" y="0"/>
          <a:ext cx="0" cy="0"/>
          <a:chOff x="0" y="0"/>
          <a:chExt cx="0" cy="0"/>
        </a:xfrm>
      </p:grpSpPr>
      <p:pic>
        <p:nvPicPr>
          <p:cNvPr id="10" name="Afbeelding 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1487488" y="476672"/>
            <a:ext cx="6158475" cy="706090"/>
          </a:xfrm>
        </p:spPr>
        <p:txBody>
          <a:bodyPr>
            <a:normAutofit/>
          </a:bodyPr>
          <a:lstStyle>
            <a:lvl1pPr algn="l">
              <a:defRPr sz="3000" b="1" baseline="0"/>
            </a:lvl1pPr>
          </a:lstStyle>
          <a:p>
            <a:r>
              <a:rPr lang="nl-NL"/>
              <a:t>Click </a:t>
            </a:r>
            <a:r>
              <a:rPr lang="nl-NL" err="1"/>
              <a:t>for</a:t>
            </a:r>
            <a:r>
              <a:rPr lang="nl-NL"/>
              <a:t> </a:t>
            </a:r>
            <a:r>
              <a:rPr lang="nl-NL" err="1"/>
              <a:t>Title</a:t>
            </a:r>
            <a:endParaRPr lang="nl-NL"/>
          </a:p>
        </p:txBody>
      </p:sp>
      <p:sp>
        <p:nvSpPr>
          <p:cNvPr id="3" name="Tijdelijke aanduiding voor tekst 2"/>
          <p:cNvSpPr>
            <a:spLocks noGrp="1"/>
          </p:cNvSpPr>
          <p:nvPr>
            <p:ph type="body" idx="1" hasCustomPrompt="1"/>
          </p:nvPr>
        </p:nvSpPr>
        <p:spPr>
          <a:xfrm>
            <a:off x="1487488" y="1124745"/>
            <a:ext cx="6144683" cy="381719"/>
          </a:xfrm>
        </p:spPr>
        <p:txBody>
          <a:bodyPr anchor="b">
            <a:normAutofit/>
          </a:bodyPr>
          <a:lstStyle>
            <a:lvl1pPr marL="0" indent="0">
              <a:buNone/>
              <a:defRPr sz="1800" b="0" i="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Click </a:t>
            </a:r>
            <a:r>
              <a:rPr lang="nl-NL" err="1"/>
              <a:t>for</a:t>
            </a:r>
            <a:r>
              <a:rPr lang="nl-NL"/>
              <a:t> </a:t>
            </a:r>
            <a:r>
              <a:rPr lang="nl-NL" err="1"/>
              <a:t>subtitle</a:t>
            </a:r>
            <a:endParaRPr lang="nl-NL"/>
          </a:p>
        </p:txBody>
      </p:sp>
      <p:sp>
        <p:nvSpPr>
          <p:cNvPr id="6" name="Tijdelijke aanduiding voor inhoud 5"/>
          <p:cNvSpPr>
            <a:spLocks noGrp="1"/>
          </p:cNvSpPr>
          <p:nvPr>
            <p:ph sz="quarter" idx="4" hasCustomPrompt="1"/>
          </p:nvPr>
        </p:nvSpPr>
        <p:spPr>
          <a:xfrm>
            <a:off x="1487488" y="1916832"/>
            <a:ext cx="8352928" cy="3960440"/>
          </a:xfrm>
        </p:spPr>
        <p:txBody>
          <a:bodyPr/>
          <a:lstStyle>
            <a:lvl1pPr marL="342900" indent="-342900">
              <a:spcBef>
                <a:spcPts val="400"/>
              </a:spcBef>
              <a:buClr>
                <a:srgbClr val="BED732"/>
              </a:buClr>
              <a:buFont typeface="Calibri" pitchFamily="34" charset="0"/>
              <a:buChar char="₋"/>
              <a:defRPr sz="2000" baseline="0"/>
            </a:lvl1pPr>
            <a:lvl2pPr marL="800100" indent="-342900">
              <a:spcBef>
                <a:spcPts val="0"/>
              </a:spcBef>
              <a:buClr>
                <a:srgbClr val="6B56A5"/>
              </a:buClr>
              <a:buFont typeface="Arial" pitchFamily="34" charset="0"/>
              <a:buChar char="•"/>
              <a:defRPr sz="1600" baseline="0"/>
            </a:lvl2pPr>
            <a:lvl3pPr marL="1200150" indent="-285750">
              <a:buFont typeface="Arial" pitchFamily="34" charset="0"/>
              <a:buChar char="•"/>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nl-NL"/>
              <a:t>First </a:t>
            </a:r>
            <a:r>
              <a:rPr lang="nl-NL" err="1"/>
              <a:t>Bullet</a:t>
            </a:r>
            <a:r>
              <a:rPr lang="nl-NL"/>
              <a:t> level</a:t>
            </a:r>
          </a:p>
          <a:p>
            <a:pPr lvl="1"/>
            <a:r>
              <a:rPr lang="nl-NL"/>
              <a:t>Second </a:t>
            </a:r>
            <a:r>
              <a:rPr lang="nl-NL" err="1"/>
              <a:t>bullet</a:t>
            </a:r>
            <a:r>
              <a:rPr lang="nl-NL"/>
              <a:t> level</a:t>
            </a:r>
          </a:p>
          <a:p>
            <a:pPr lvl="2"/>
            <a:endParaRPr lang="nl-NL"/>
          </a:p>
          <a:p>
            <a:pPr lvl="1"/>
            <a:endParaRPr lang="nl-NL"/>
          </a:p>
        </p:txBody>
      </p:sp>
      <p:sp>
        <p:nvSpPr>
          <p:cNvPr id="9" name="Tijdelijke aanduiding voor dianummer 8"/>
          <p:cNvSpPr>
            <a:spLocks noGrp="1"/>
          </p:cNvSpPr>
          <p:nvPr>
            <p:ph type="sldNum" sz="quarter" idx="12"/>
          </p:nvPr>
        </p:nvSpPr>
        <p:spPr/>
        <p:txBody>
          <a:bodyPr/>
          <a:lstStyle>
            <a:lvl1pPr>
              <a:defRPr b="0">
                <a:solidFill>
                  <a:srgbClr val="42454F"/>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4251615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itel en object">
    <p:spTree>
      <p:nvGrpSpPr>
        <p:cNvPr id="1" name=""/>
        <p:cNvGrpSpPr/>
        <p:nvPr/>
      </p:nvGrpSpPr>
      <p:grpSpPr>
        <a:xfrm>
          <a:off x="0" y="0"/>
          <a:ext cx="0" cy="0"/>
          <a:chOff x="0" y="0"/>
          <a:chExt cx="0" cy="0"/>
        </a:xfrm>
      </p:grpSpPr>
      <p:pic>
        <p:nvPicPr>
          <p:cNvPr id="4" name="Picture 2" descr="SAX_PPT_UAS_Achtergr6.jpg                                      000B06A7 VIAServer                      7C268895:"/>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1"/>
            <a:ext cx="12192000" cy="61261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el 1"/>
          <p:cNvSpPr>
            <a:spLocks noGrp="1"/>
          </p:cNvSpPr>
          <p:nvPr>
            <p:ph type="title"/>
          </p:nvPr>
        </p:nvSpPr>
        <p:spPr>
          <a:xfrm>
            <a:off x="3705102" y="274639"/>
            <a:ext cx="8059388" cy="1143000"/>
          </a:xfrm>
        </p:spPr>
        <p:txBody>
          <a:bodyPr/>
          <a:lstStyle>
            <a:lvl1pPr>
              <a:defRPr sz="4267">
                <a:solidFill>
                  <a:schemeClr val="bg1"/>
                </a:solidFill>
                <a:latin typeface="Lucida Sans Unicode" pitchFamily="34" charset="0"/>
                <a:cs typeface="Lucida Sans Unicode" pitchFamily="34" charset="0"/>
              </a:defRPr>
            </a:lvl1pPr>
          </a:lstStyle>
          <a:p>
            <a:r>
              <a:rPr lang="en-US"/>
              <a:t>Click to edit Master title style</a:t>
            </a:r>
            <a:endParaRPr lang="nl-NL"/>
          </a:p>
        </p:txBody>
      </p:sp>
      <p:sp>
        <p:nvSpPr>
          <p:cNvPr id="8" name="Tijdelijke aanduiding voor inhoud 2"/>
          <p:cNvSpPr>
            <a:spLocks noGrp="1"/>
          </p:cNvSpPr>
          <p:nvPr>
            <p:ph idx="10"/>
          </p:nvPr>
        </p:nvSpPr>
        <p:spPr>
          <a:xfrm>
            <a:off x="623392" y="1600201"/>
            <a:ext cx="11141096" cy="4525963"/>
          </a:xfrm>
        </p:spPr>
        <p:txBody>
          <a:bodyPr/>
          <a:lstStyle>
            <a:lvl1pPr>
              <a:defRPr sz="3733">
                <a:latin typeface="Lucida Sans Unicode" pitchFamily="34" charset="0"/>
                <a:cs typeface="Lucida Sans Unicode" pitchFamily="34" charset="0"/>
              </a:defRPr>
            </a:lvl1pPr>
            <a:lvl2pPr>
              <a:defRPr sz="3200">
                <a:latin typeface="Lucida Sans Unicode" pitchFamily="34" charset="0"/>
                <a:cs typeface="Lucida Sans Unicode" pitchFamily="34" charset="0"/>
              </a:defRPr>
            </a:lvl2pPr>
            <a:lvl3pPr>
              <a:defRPr sz="3200">
                <a:latin typeface="Lucida Sans Unicode" pitchFamily="34" charset="0"/>
                <a:cs typeface="Lucida Sans Unicode" pitchFamily="34" charset="0"/>
              </a:defRPr>
            </a:lvl3pPr>
            <a:lvl4pPr>
              <a:defRPr sz="2667">
                <a:latin typeface="Lucida Sans Unicode" pitchFamily="34" charset="0"/>
                <a:cs typeface="Lucida Sans Unicode" pitchFamily="34" charset="0"/>
              </a:defRPr>
            </a:lvl4pPr>
            <a:lvl5pPr>
              <a:defRPr sz="2667">
                <a:latin typeface="Lucida Sans Unicode" pitchFamily="34" charset="0"/>
                <a:cs typeface="Lucida Sans Unicode"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04929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itle and Content #4">
    <p:spTree>
      <p:nvGrpSpPr>
        <p:cNvPr id="1" name=""/>
        <p:cNvGrpSpPr/>
        <p:nvPr/>
      </p:nvGrpSpPr>
      <p:grpSpPr>
        <a:xfrm>
          <a:off x="0" y="0"/>
          <a:ext cx="0" cy="0"/>
          <a:chOff x="0" y="0"/>
          <a:chExt cx="0" cy="0"/>
        </a:xfrm>
      </p:grpSpPr>
      <p:sp>
        <p:nvSpPr>
          <p:cNvPr id="4" name="Text Placeholder 2"/>
          <p:cNvSpPr>
            <a:spLocks noGrp="1"/>
          </p:cNvSpPr>
          <p:nvPr>
            <p:ph type="body" sz="quarter" idx="11" hasCustomPrompt="1"/>
          </p:nvPr>
        </p:nvSpPr>
        <p:spPr>
          <a:xfrm>
            <a:off x="624418" y="1835870"/>
            <a:ext cx="11040533" cy="4545458"/>
          </a:xfrm>
          <a:prstGeom prst="rect">
            <a:avLst/>
          </a:prstGeom>
        </p:spPr>
        <p:txBody>
          <a:bodyPr vert="horz"/>
          <a:lstStyle>
            <a:lvl1pPr marL="0" indent="0" algn="l">
              <a:lnSpc>
                <a:spcPct val="100000"/>
              </a:lnSpc>
              <a:buNone/>
              <a:defRPr sz="1800">
                <a:solidFill>
                  <a:srgbClr val="1E1D64"/>
                </a:solidFill>
              </a:defRPr>
            </a:lvl1pPr>
            <a:lvl2pPr>
              <a:defRPr>
                <a:solidFill>
                  <a:srgbClr val="1E1D64"/>
                </a:solidFill>
              </a:defRPr>
            </a:lvl2pPr>
            <a:lvl3pPr>
              <a:defRPr>
                <a:solidFill>
                  <a:srgbClr val="1E1D64"/>
                </a:solidFill>
              </a:defRPr>
            </a:lvl3pPr>
            <a:lvl4pPr>
              <a:defRPr>
                <a:solidFill>
                  <a:srgbClr val="1E1D64"/>
                </a:solidFill>
              </a:defRPr>
            </a:lvl4pPr>
            <a:lvl5pPr>
              <a:defRPr>
                <a:solidFill>
                  <a:srgbClr val="1E1D64"/>
                </a:solidFill>
              </a:defRPr>
            </a:lvl5pPr>
          </a:lstStyle>
          <a:p>
            <a:pPr lvl="0"/>
            <a:r>
              <a:rPr lang="nl-BE"/>
              <a:t>Lorem ipsum dolor sit amet, sea ex prima tamquam, vidit sanctus ius an. Pri no saepe verterem, mundi viris complectitur usu ad, discere insolens persequeris an nec. No nihil homero quo. Sed at dissentiet signiferumque, sed ei modus propriae rationibus. Dicam mollis praesent ut vix, in odio erant nec, vim in dolorem vocibus. Ad suas torquatos nec, te mel populo voluptaria, omittam petentium cum eu.</a:t>
            </a:r>
          </a:p>
          <a:p>
            <a:pPr lvl="0"/>
            <a:r>
              <a:rPr lang="nl-BE"/>
              <a:t>Dicunt albucius cu est, no vis clita lobortis accusamus, legendos disputando pro id. Ad eos assum copiosae principes. Officiis repudiare no mei, nec facilis pericula intellegam ad. Pri et simul essent honestatis. Ei altera dictas mel. Cibo posse audiam pro at, vim decore consul interpretaris cu, fabulas lab</a:t>
            </a:r>
          </a:p>
        </p:txBody>
      </p:sp>
      <p:sp>
        <p:nvSpPr>
          <p:cNvPr id="5" name="Title Placeholder 1"/>
          <p:cNvSpPr>
            <a:spLocks noGrp="1"/>
          </p:cNvSpPr>
          <p:nvPr>
            <p:ph type="title"/>
          </p:nvPr>
        </p:nvSpPr>
        <p:spPr>
          <a:xfrm>
            <a:off x="624418" y="944347"/>
            <a:ext cx="11023365" cy="745909"/>
          </a:xfrm>
          <a:prstGeom prst="rect">
            <a:avLst/>
          </a:prstGeom>
        </p:spPr>
        <p:txBody>
          <a:bodyPr rtlCol="0" anchor="ctr">
            <a:normAutofit/>
          </a:bodyPr>
          <a:lstStyle>
            <a:lvl1pPr algn="l">
              <a:defRPr sz="3000" b="1">
                <a:solidFill>
                  <a:srgbClr val="1E1D64"/>
                </a:solidFill>
                <a:latin typeface="Calibri"/>
                <a:cs typeface="Calibri"/>
              </a:defRPr>
            </a:lvl1pPr>
          </a:lstStyle>
          <a:p>
            <a:r>
              <a:rPr lang="en-US"/>
              <a:t>Click to edit Master title style</a:t>
            </a:r>
          </a:p>
        </p:txBody>
      </p:sp>
      <p:sp>
        <p:nvSpPr>
          <p:cNvPr id="7" name="Slide Number Placeholder 1"/>
          <p:cNvSpPr>
            <a:spLocks noGrp="1"/>
          </p:cNvSpPr>
          <p:nvPr>
            <p:ph type="sldNum" sz="quarter" idx="4"/>
          </p:nvPr>
        </p:nvSpPr>
        <p:spPr>
          <a:xfrm>
            <a:off x="9264352" y="6381329"/>
            <a:ext cx="2844800" cy="365125"/>
          </a:xfrm>
          <a:prstGeom prst="rect">
            <a:avLst/>
          </a:prstGeom>
        </p:spPr>
        <p:txBody>
          <a:bodyPr anchor="b"/>
          <a:lstStyle>
            <a:lvl1pPr algn="r">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0206924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2_Titeldia">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2830905" y="401859"/>
            <a:ext cx="11091120" cy="755677"/>
          </a:xfrm>
          <a:prstGeom prst="rect">
            <a:avLst/>
          </a:prstGeom>
        </p:spPr>
        <p:txBody>
          <a:bodyPr vert="horz"/>
          <a:lstStyle>
            <a:lvl1pPr>
              <a:defRPr sz="3733">
                <a:solidFill>
                  <a:srgbClr val="008000"/>
                </a:solidFill>
              </a:defRPr>
            </a:lvl1pPr>
          </a:lstStyle>
          <a:p>
            <a:r>
              <a:rPr lang="en-US"/>
              <a:t>Click to edit Master title style</a:t>
            </a:r>
          </a:p>
        </p:txBody>
      </p:sp>
      <p:sp>
        <p:nvSpPr>
          <p:cNvPr id="9" name="Content Placeholder 8"/>
          <p:cNvSpPr>
            <a:spLocks noGrp="1"/>
          </p:cNvSpPr>
          <p:nvPr>
            <p:ph sz="quarter" idx="10"/>
          </p:nvPr>
        </p:nvSpPr>
        <p:spPr>
          <a:xfrm>
            <a:off x="1640417" y="1988582"/>
            <a:ext cx="9952403" cy="4402665"/>
          </a:xfrm>
          <a:prstGeom prst="rect">
            <a:avLst/>
          </a:prstGeom>
        </p:spPr>
        <p:txBody>
          <a:bodyPr vert="horz"/>
          <a:lstStyle>
            <a:lvl1pPr>
              <a:buNone/>
              <a:defRPr sz="3200">
                <a:solidFill>
                  <a:srgbClr val="000000"/>
                </a:solidFill>
                <a:latin typeface="Lucida Sans"/>
                <a:cs typeface="Lucida Sans"/>
              </a:defRPr>
            </a:lvl1pPr>
          </a:lstStyle>
          <a:p>
            <a:pPr lvl="0"/>
            <a:r>
              <a:rPr lang="en-US"/>
              <a:t>Click to edit Master text styles</a:t>
            </a:r>
          </a:p>
        </p:txBody>
      </p:sp>
    </p:spTree>
    <p:extLst>
      <p:ext uri="{BB962C8B-B14F-4D97-AF65-F5344CB8AC3E}">
        <p14:creationId xmlns:p14="http://schemas.microsoft.com/office/powerpoint/2010/main" val="18882529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TENTPAGINA WIT 3">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914400" y="681793"/>
            <a:ext cx="103251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914400" y="1503329"/>
            <a:ext cx="10325100" cy="408570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4" name="Afbeelding 13">
            <a:extLst>
              <a:ext uri="{FF2B5EF4-FFF2-40B4-BE49-F238E27FC236}">
                <a16:creationId xmlns:a16="http://schemas.microsoft.com/office/drawing/2014/main" id="{DD160F68-52A6-B94F-9CB0-039BA88F1E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3226" y="5970195"/>
            <a:ext cx="1384385" cy="504742"/>
          </a:xfrm>
          <a:prstGeom prst="rect">
            <a:avLst/>
          </a:prstGeom>
        </p:spPr>
      </p:pic>
    </p:spTree>
    <p:extLst>
      <p:ext uri="{BB962C8B-B14F-4D97-AF65-F5344CB8AC3E}">
        <p14:creationId xmlns:p14="http://schemas.microsoft.com/office/powerpoint/2010/main" val="318193479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2E18A-CF84-7052-3DD2-E0E317E22616}"/>
              </a:ext>
            </a:extLst>
          </p:cNvPr>
          <p:cNvSpPr>
            <a:spLocks noGrp="1"/>
          </p:cNvSpPr>
          <p:nvPr>
            <p:ph type="title"/>
          </p:nvPr>
        </p:nvSpPr>
        <p:spPr/>
        <p:txBody>
          <a:bodyPr/>
          <a:lstStyle>
            <a:lvl1pPr>
              <a:defRPr sz="4000" b="0"/>
            </a:lvl1pPr>
          </a:lstStyle>
          <a:p>
            <a:r>
              <a:rPr lang="en-US"/>
              <a:t>Click to edit Master title style</a:t>
            </a:r>
            <a:endParaRPr lang="en-NL" dirty="0"/>
          </a:p>
        </p:txBody>
      </p:sp>
      <p:sp>
        <p:nvSpPr>
          <p:cNvPr id="3" name="Content Placeholder 2">
            <a:extLst>
              <a:ext uri="{FF2B5EF4-FFF2-40B4-BE49-F238E27FC236}">
                <a16:creationId xmlns:a16="http://schemas.microsoft.com/office/drawing/2014/main" id="{62617005-DF8D-7430-0127-7153B8BC65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7CB97BB-7A0C-B704-D690-38E6C27D2B8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1A765-8A02-169C-ED65-DB6C39322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834A7-BCD2-1795-EFDD-E5EA50A5C112}"/>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6460831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9D90E-286C-7F95-A052-375F4B1B1023}"/>
              </a:ext>
            </a:extLst>
          </p:cNvPr>
          <p:cNvSpPr>
            <a:spLocks noGrp="1"/>
          </p:cNvSpPr>
          <p:nvPr>
            <p:ph type="title"/>
          </p:nvPr>
        </p:nvSpPr>
        <p:spPr>
          <a:xfrm>
            <a:off x="128187" y="457200"/>
            <a:ext cx="3734512" cy="1600200"/>
          </a:xfrm>
        </p:spPr>
        <p:txBody>
          <a:bodyPr anchor="b"/>
          <a:lstStyle>
            <a:lvl1pPr>
              <a:defRPr sz="3200">
                <a:solidFill>
                  <a:schemeClr val="bg1"/>
                </a:solidFill>
              </a:defRPr>
            </a:lvl1pPr>
          </a:lstStyle>
          <a:p>
            <a:r>
              <a:rPr lang="en-US" dirty="0"/>
              <a:t>Click to edit Master title style</a:t>
            </a:r>
            <a:endParaRPr lang="en-NL" dirty="0"/>
          </a:p>
        </p:txBody>
      </p:sp>
      <p:sp>
        <p:nvSpPr>
          <p:cNvPr id="3" name="Content Placeholder 2">
            <a:extLst>
              <a:ext uri="{FF2B5EF4-FFF2-40B4-BE49-F238E27FC236}">
                <a16:creationId xmlns:a16="http://schemas.microsoft.com/office/drawing/2014/main" id="{E1492E9D-2B58-69D7-7BCD-27C420607A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361EAAEB-CFA9-8276-3AF3-FA327307655C}"/>
              </a:ext>
            </a:extLst>
          </p:cNvPr>
          <p:cNvSpPr>
            <a:spLocks noGrp="1"/>
          </p:cNvSpPr>
          <p:nvPr>
            <p:ph type="body" sz="half" idx="2"/>
          </p:nvPr>
        </p:nvSpPr>
        <p:spPr>
          <a:xfrm>
            <a:off x="128187" y="2057400"/>
            <a:ext cx="3734512"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D023D506-2A2D-E9CE-F75E-E1407FBD2FA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CDF0509-5D45-BFC4-2F7D-BDDC3ED6B2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6C83D3-E0AF-765F-FB80-FD6991D4E7DD}"/>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2339244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4B15-8089-D45D-4459-F254247C7C40}"/>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7B25F2E3-423D-6628-FBD7-23FE2E95B95A}"/>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54B0230-9D66-1168-73AA-22B6754B42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3BF8A2-076E-D591-6571-97EB0AFD0774}"/>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0908740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91794"/>
            <a:ext cx="9144000" cy="1074412"/>
          </a:xfrm>
        </p:spPr>
        <p:txBody>
          <a:bodyPr anchor="b"/>
          <a:lstStyle>
            <a:lvl1pPr algn="ctr">
              <a:defRPr sz="6000"/>
            </a:lvl1pPr>
          </a:lstStyle>
          <a:p>
            <a:r>
              <a:rPr lang="en-US"/>
              <a:t>Click to edit Master 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7337258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7B1E01E7-48D6-40A1-B2AC-0BE7B982918E}"/>
              </a:ext>
            </a:extLst>
          </p:cNvPr>
          <p:cNvSpPr/>
          <p:nvPr/>
        </p:nvSpPr>
        <p:spPr>
          <a:xfrm>
            <a:off x="6" y="0"/>
            <a:ext cx="8137445"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ijdelijke aanduiding voor inhoud 8">
            <a:extLst>
              <a:ext uri="{FF2B5EF4-FFF2-40B4-BE49-F238E27FC236}">
                <a16:creationId xmlns:a16="http://schemas.microsoft.com/office/drawing/2014/main" id="{3C9A01A2-4DCB-4FDC-8D81-7D09D89C545F}"/>
              </a:ext>
            </a:extLst>
          </p:cNvPr>
          <p:cNvSpPr>
            <a:spLocks noGrp="1"/>
          </p:cNvSpPr>
          <p:nvPr>
            <p:ph sz="quarter" idx="10"/>
          </p:nvPr>
        </p:nvSpPr>
        <p:spPr>
          <a:xfrm>
            <a:off x="8137451" y="0"/>
            <a:ext cx="4054549" cy="6858000"/>
          </a:xfrm>
          <a:solidFill>
            <a:schemeClr val="bg1"/>
          </a:solidFill>
        </p:spPr>
        <p:txBody>
          <a:bodyPr lIns="360000" tIns="792000">
            <a:normAutofit/>
          </a:bodyPr>
          <a:lstStyle>
            <a:lvl1pPr>
              <a:defRPr sz="1600"/>
            </a:lvl1pPr>
          </a:lstStyle>
          <a:p>
            <a:pPr lvl="0"/>
            <a:r>
              <a:rPr lang="en-US"/>
              <a:t>Click to edit Master text styles</a:t>
            </a:r>
          </a:p>
        </p:txBody>
      </p:sp>
      <p:sp>
        <p:nvSpPr>
          <p:cNvPr id="2" name="Titel 1">
            <a:extLst>
              <a:ext uri="{FF2B5EF4-FFF2-40B4-BE49-F238E27FC236}">
                <a16:creationId xmlns:a16="http://schemas.microsoft.com/office/drawing/2014/main" id="{3C7E7368-D515-4D42-B8E1-977B351AB0D7}"/>
              </a:ext>
            </a:extLst>
          </p:cNvPr>
          <p:cNvSpPr>
            <a:spLocks noGrp="1"/>
          </p:cNvSpPr>
          <p:nvPr>
            <p:ph type="ctrTitle"/>
          </p:nvPr>
        </p:nvSpPr>
        <p:spPr>
          <a:xfrm>
            <a:off x="411126" y="1796144"/>
            <a:ext cx="7244316" cy="3456341"/>
          </a:xfrm>
        </p:spPr>
        <p:txBody>
          <a:bodyPr anchor="t" anchorCtr="0"/>
          <a:lstStyle>
            <a:lvl1pPr algn="l">
              <a:defRPr sz="6000">
                <a:solidFill>
                  <a:schemeClr val="bg1"/>
                </a:solidFill>
              </a:defRPr>
            </a:lvl1pPr>
          </a:lstStyle>
          <a:p>
            <a:r>
              <a:rPr lang="en-US"/>
              <a:t>Click to edit Master title style</a:t>
            </a:r>
            <a:endParaRPr lang="nl-NL"/>
          </a:p>
        </p:txBody>
      </p:sp>
      <p:sp>
        <p:nvSpPr>
          <p:cNvPr id="3" name="Ondertitel 2">
            <a:extLst>
              <a:ext uri="{FF2B5EF4-FFF2-40B4-BE49-F238E27FC236}">
                <a16:creationId xmlns:a16="http://schemas.microsoft.com/office/drawing/2014/main" id="{5C86E2FA-4FEA-40D1-B8DA-4B1D5A0D93DB}"/>
              </a:ext>
            </a:extLst>
          </p:cNvPr>
          <p:cNvSpPr>
            <a:spLocks noGrp="1"/>
          </p:cNvSpPr>
          <p:nvPr>
            <p:ph type="subTitle" idx="1"/>
          </p:nvPr>
        </p:nvSpPr>
        <p:spPr>
          <a:xfrm>
            <a:off x="411125" y="792001"/>
            <a:ext cx="7244316" cy="733647"/>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5" name="Afbeelding 14">
            <a:extLst>
              <a:ext uri="{FF2B5EF4-FFF2-40B4-BE49-F238E27FC236}">
                <a16:creationId xmlns:a16="http://schemas.microsoft.com/office/drawing/2014/main" id="{212C8C25-4EA4-4564-85BA-7501FDF5593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82286"/>
            <a:ext cx="3334864" cy="1675714"/>
          </a:xfrm>
          <a:prstGeom prst="rect">
            <a:avLst/>
          </a:prstGeom>
        </p:spPr>
      </p:pic>
    </p:spTree>
    <p:extLst>
      <p:ext uri="{BB962C8B-B14F-4D97-AF65-F5344CB8AC3E}">
        <p14:creationId xmlns:p14="http://schemas.microsoft.com/office/powerpoint/2010/main" val="38169998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D9800953-537F-479C-A9FE-2E8F626BACCD}"/>
              </a:ext>
            </a:extLst>
          </p:cNvPr>
          <p:cNvSpPr>
            <a:spLocks noGrp="1"/>
          </p:cNvSpPr>
          <p:nvPr>
            <p:ph idx="1" hasCustomPrompt="1"/>
          </p:nvPr>
        </p:nvSpPr>
        <p:spPr>
          <a:xfrm>
            <a:off x="4040373" y="0"/>
            <a:ext cx="8151628" cy="6858000"/>
          </a:xfrm>
          <a:solidFill>
            <a:schemeClr val="bg1"/>
          </a:solidFill>
        </p:spPr>
        <p:txBody>
          <a:bodyPr lIns="432000" tIns="792000"/>
          <a:lstStyle>
            <a:lvl1pPr>
              <a:defRPr sz="1600"/>
            </a:lvl1pPr>
          </a:lstStyle>
          <a:p>
            <a:pPr lvl="0"/>
            <a:r>
              <a:rPr lang="nl-NL"/>
              <a:t>Klik om stijl te bewerken</a:t>
            </a:r>
          </a:p>
        </p:txBody>
      </p:sp>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792000"/>
            <a:ext cx="3270100" cy="1301860"/>
          </a:xfrm>
        </p:spPr>
        <p:txBody>
          <a:bodyPr anchor="t" anchorCtr="0"/>
          <a:lstStyle>
            <a:lvl1pPr>
              <a:defRPr sz="2400">
                <a:solidFill>
                  <a:schemeClr val="bg1"/>
                </a:solidFill>
              </a:defRPr>
            </a:lvl1pPr>
          </a:lstStyle>
          <a:p>
            <a:r>
              <a:rPr lang="en-US"/>
              <a:t>Click to edit Master title style</a:t>
            </a:r>
            <a:endParaRPr lang="nl-NL"/>
          </a:p>
        </p:txBody>
      </p:sp>
      <p:sp>
        <p:nvSpPr>
          <p:cNvPr id="7" name="Tijdelijke aanduiding voor tekst 6">
            <a:extLst>
              <a:ext uri="{FF2B5EF4-FFF2-40B4-BE49-F238E27FC236}">
                <a16:creationId xmlns:a16="http://schemas.microsoft.com/office/drawing/2014/main" id="{98EC8A20-6983-4311-9ACB-A2CEE97541E4}"/>
              </a:ext>
            </a:extLst>
          </p:cNvPr>
          <p:cNvSpPr>
            <a:spLocks noGrp="1"/>
          </p:cNvSpPr>
          <p:nvPr>
            <p:ph type="body" sz="quarter" idx="10"/>
          </p:nvPr>
        </p:nvSpPr>
        <p:spPr>
          <a:xfrm>
            <a:off x="324000" y="2073275"/>
            <a:ext cx="3270100" cy="3118157"/>
          </a:xfrm>
        </p:spPr>
        <p:txBody>
          <a:bodyPr>
            <a:normAutofit/>
          </a:bodyPr>
          <a:lstStyle>
            <a:lvl1pPr>
              <a:defRPr sz="1600">
                <a:solidFill>
                  <a:schemeClr val="bg1"/>
                </a:solidFill>
              </a:defRPr>
            </a:lvl1pPr>
            <a:lvl2pPr>
              <a:defRPr sz="1600"/>
            </a:lvl2pPr>
            <a:lvl3pPr>
              <a:defRPr sz="1600"/>
            </a:lvl3pPr>
            <a:lvl4pPr>
              <a:defRPr sz="1600"/>
            </a:lvl4pPr>
            <a:lvl5pPr>
              <a:defRPr sz="1600"/>
            </a:lvl5pPr>
          </a:lstStyle>
          <a:p>
            <a:pPr lvl="0"/>
            <a:r>
              <a:rPr lang="en-US" dirty="0"/>
              <a:t>Click to edit Master text styles</a:t>
            </a:r>
          </a:p>
        </p:txBody>
      </p:sp>
    </p:spTree>
    <p:extLst>
      <p:ext uri="{BB962C8B-B14F-4D97-AF65-F5344CB8AC3E}">
        <p14:creationId xmlns:p14="http://schemas.microsoft.com/office/powerpoint/2010/main" val="36099311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533400"/>
            <a:ext cx="3270100" cy="1038225"/>
          </a:xfrm>
        </p:spPr>
        <p:txBody>
          <a:bodyPr anchor="t" anchorCtr="0"/>
          <a:lstStyle>
            <a:lvl1pPr>
              <a:defRPr sz="2400">
                <a:solidFill>
                  <a:schemeClr val="bg1"/>
                </a:solidFill>
              </a:defRPr>
            </a:lvl1pPr>
          </a:lstStyle>
          <a:p>
            <a:r>
              <a:rPr lang="en-US" dirty="0"/>
              <a:t>Click to edit Master title style</a:t>
            </a:r>
            <a:endParaRPr lang="nl-NL" dirty="0"/>
          </a:p>
        </p:txBody>
      </p:sp>
    </p:spTree>
    <p:extLst>
      <p:ext uri="{BB962C8B-B14F-4D97-AF65-F5344CB8AC3E}">
        <p14:creationId xmlns:p14="http://schemas.microsoft.com/office/powerpoint/2010/main" val="32401124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5A2F99AB-32A0-423C-977A-DB29AAAED14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4" name="Afbeelding 13">
            <a:extLst>
              <a:ext uri="{FF2B5EF4-FFF2-40B4-BE49-F238E27FC236}">
                <a16:creationId xmlns:a16="http://schemas.microsoft.com/office/drawing/2014/main" id="{01AC377B-A65B-441A-A4D3-5A55E9CADBA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
        <p:nvSpPr>
          <p:cNvPr id="2" name="Titel 1">
            <a:extLst>
              <a:ext uri="{FF2B5EF4-FFF2-40B4-BE49-F238E27FC236}">
                <a16:creationId xmlns:a16="http://schemas.microsoft.com/office/drawing/2014/main" id="{0E42DD1E-B604-4CF9-84C0-92B6A216FB84}"/>
              </a:ext>
            </a:extLst>
          </p:cNvPr>
          <p:cNvSpPr>
            <a:spLocks noGrp="1"/>
          </p:cNvSpPr>
          <p:nvPr>
            <p:ph type="title"/>
          </p:nvPr>
        </p:nvSpPr>
        <p:spPr>
          <a:xfrm>
            <a:off x="540000" y="504000"/>
            <a:ext cx="11102400" cy="1435507"/>
          </a:xfrm>
        </p:spPr>
        <p:txBody>
          <a:bodyPr/>
          <a:lstStyle>
            <a:lvl1pPr>
              <a:defRPr>
                <a:solidFill>
                  <a:srgbClr val="009C82"/>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8051B81A-12E4-442C-915C-9197F9F2232D}"/>
              </a:ext>
            </a:extLst>
          </p:cNvPr>
          <p:cNvSpPr>
            <a:spLocks noGrp="1"/>
          </p:cNvSpPr>
          <p:nvPr>
            <p:ph type="body" sz="quarter" idx="10"/>
          </p:nvPr>
        </p:nvSpPr>
        <p:spPr>
          <a:xfrm>
            <a:off x="540000" y="2520000"/>
            <a:ext cx="11080800" cy="306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0304751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3DB79D8F-AE8E-4A30-96E9-94F7431F2CDE}"/>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3" name="Afbeelding 12">
            <a:extLst>
              <a:ext uri="{FF2B5EF4-FFF2-40B4-BE49-F238E27FC236}">
                <a16:creationId xmlns:a16="http://schemas.microsoft.com/office/drawing/2014/main" id="{CF7A5EF7-F88C-4DCB-9C39-9F8D0C84435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
        <p:nvSpPr>
          <p:cNvPr id="2" name="Titel 1">
            <a:extLst>
              <a:ext uri="{FF2B5EF4-FFF2-40B4-BE49-F238E27FC236}">
                <a16:creationId xmlns:a16="http://schemas.microsoft.com/office/drawing/2014/main" id="{033868CC-6BE0-4AB2-A67B-5298DEB5AC4C}"/>
              </a:ext>
            </a:extLst>
          </p:cNvPr>
          <p:cNvSpPr>
            <a:spLocks noGrp="1"/>
          </p:cNvSpPr>
          <p:nvPr>
            <p:ph type="title"/>
          </p:nvPr>
        </p:nvSpPr>
        <p:spPr>
          <a:xfrm>
            <a:off x="540000" y="540000"/>
            <a:ext cx="11142000" cy="1436400"/>
          </a:xfrm>
        </p:spPr>
        <p:txBody>
          <a:bodyPr lIns="540000" anchor="ctr" anchorCtr="0"/>
          <a:lstStyle>
            <a:lvl1pPr>
              <a:defRPr>
                <a:solidFill>
                  <a:schemeClr val="bg1"/>
                </a:solidFill>
              </a:defRPr>
            </a:lvl1pPr>
          </a:lstStyle>
          <a:p>
            <a:r>
              <a:rPr lang="en-US"/>
              <a:t>Click to edit Master title style</a:t>
            </a:r>
            <a:endParaRPr lang="nl-NL"/>
          </a:p>
        </p:txBody>
      </p:sp>
      <p:sp>
        <p:nvSpPr>
          <p:cNvPr id="6" name="Tijdelijke aanduiding voor tekst 5">
            <a:extLst>
              <a:ext uri="{FF2B5EF4-FFF2-40B4-BE49-F238E27FC236}">
                <a16:creationId xmlns:a16="http://schemas.microsoft.com/office/drawing/2014/main" id="{422044AC-C9DC-4068-9615-DF28008338EF}"/>
              </a:ext>
            </a:extLst>
          </p:cNvPr>
          <p:cNvSpPr>
            <a:spLocks noGrp="1"/>
          </p:cNvSpPr>
          <p:nvPr>
            <p:ph type="body" sz="quarter" idx="10"/>
          </p:nvPr>
        </p:nvSpPr>
        <p:spPr>
          <a:xfrm>
            <a:off x="540000" y="2520000"/>
            <a:ext cx="11142000" cy="315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3241607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Vergelijking">
    <p:bg>
      <p:bgPr>
        <a:solidFill>
          <a:schemeClr val="bg1"/>
        </a:solidFill>
        <a:effectLst/>
      </p:bgPr>
    </p:b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F23B92BB-44D8-46B6-BDA8-521E79490E07}"/>
              </a:ext>
            </a:extLst>
          </p:cNvPr>
          <p:cNvSpPr/>
          <p:nvPr/>
        </p:nvSpPr>
        <p:spPr>
          <a:xfrm>
            <a:off x="-20332" y="0"/>
            <a:ext cx="40613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D6DC362-A895-44B7-80D2-E78CBF1263FC}"/>
              </a:ext>
            </a:extLst>
          </p:cNvPr>
          <p:cNvSpPr/>
          <p:nvPr/>
        </p:nvSpPr>
        <p:spPr>
          <a:xfrm>
            <a:off x="4061312" y="0"/>
            <a:ext cx="8130688"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a:extLst>
              <a:ext uri="{FF2B5EF4-FFF2-40B4-BE49-F238E27FC236}">
                <a16:creationId xmlns:a16="http://schemas.microsoft.com/office/drawing/2014/main" id="{01A6F622-BCE1-4329-92E3-2A18615AACE3}"/>
              </a:ext>
            </a:extLst>
          </p:cNvPr>
          <p:cNvSpPr>
            <a:spLocks noGrp="1"/>
          </p:cNvSpPr>
          <p:nvPr>
            <p:ph type="title"/>
          </p:nvPr>
        </p:nvSpPr>
        <p:spPr>
          <a:xfrm>
            <a:off x="-40664" y="0"/>
            <a:ext cx="4101977"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3" name="Tijdelijke aanduiding voor tekst 2">
            <a:extLst>
              <a:ext uri="{FF2B5EF4-FFF2-40B4-BE49-F238E27FC236}">
                <a16:creationId xmlns:a16="http://schemas.microsoft.com/office/drawing/2014/main" id="{A8B08D5F-DC48-4007-B3E4-76BA25C21676}"/>
              </a:ext>
            </a:extLst>
          </p:cNvPr>
          <p:cNvSpPr>
            <a:spLocks noGrp="1"/>
          </p:cNvSpPr>
          <p:nvPr>
            <p:ph type="body" idx="1"/>
          </p:nvPr>
        </p:nvSpPr>
        <p:spPr>
          <a:xfrm>
            <a:off x="5040001" y="792000"/>
            <a:ext cx="6228281" cy="823912"/>
          </a:xfrm>
        </p:spPr>
        <p:txBody>
          <a:bodyPr anchor="b">
            <a:noAutofit/>
          </a:bodyPr>
          <a:lstStyle>
            <a:lvl1pPr marL="0" indent="0">
              <a:buNone/>
              <a:defRPr sz="3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B272948D-E268-4603-88B2-2B415D950BF4}"/>
              </a:ext>
            </a:extLst>
          </p:cNvPr>
          <p:cNvSpPr>
            <a:spLocks noGrp="1"/>
          </p:cNvSpPr>
          <p:nvPr>
            <p:ph sz="quarter" idx="4"/>
          </p:nvPr>
        </p:nvSpPr>
        <p:spPr>
          <a:xfrm>
            <a:off x="5097620" y="1992086"/>
            <a:ext cx="6228281" cy="3767914"/>
          </a:xfrm>
        </p:spPr>
        <p:txBody>
          <a:bodyPr/>
          <a:lstStyle>
            <a:lvl1pPr marL="0" indent="0" algn="l">
              <a:buFont typeface="Arial" panose="020B0604020202020204" pitchFamily="34" charset="0"/>
              <a:buNone/>
              <a:defRPr>
                <a:solidFill>
                  <a:schemeClr val="bg1"/>
                </a:solidFill>
              </a:defRPr>
            </a:lvl1pPr>
            <a:lvl2pPr marL="457200" indent="0" algn="l">
              <a:buFont typeface="Arial" panose="020B0604020202020204" pitchFamily="34" charset="0"/>
              <a:buNone/>
              <a:defRPr>
                <a:solidFill>
                  <a:schemeClr val="bg1"/>
                </a:solidFill>
              </a:defRPr>
            </a:lvl2pPr>
            <a:lvl3pPr marL="914400" indent="0" algn="l">
              <a:buFont typeface="Arial" panose="020B0604020202020204" pitchFamily="34" charset="0"/>
              <a:buNone/>
              <a:defRPr>
                <a:solidFill>
                  <a:schemeClr val="bg1"/>
                </a:solidFill>
              </a:defRPr>
            </a:lvl3pPr>
            <a:lvl4pPr marL="1371600" indent="0" algn="l">
              <a:buFont typeface="Arial" panose="020B0604020202020204" pitchFamily="34" charset="0"/>
              <a:buNone/>
              <a:defRPr>
                <a:solidFill>
                  <a:schemeClr val="bg1"/>
                </a:solidFill>
              </a:defRPr>
            </a:lvl4pPr>
            <a:lvl5pPr marL="1828800" indent="0" algn="l">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0" name="Afbeelding 9">
            <a:extLst>
              <a:ext uri="{FF2B5EF4-FFF2-40B4-BE49-F238E27FC236}">
                <a16:creationId xmlns:a16="http://schemas.microsoft.com/office/drawing/2014/main" id="{FD73E675-FD77-4D0B-9FD8-BA09CC9CA0A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9" cy="987073"/>
          </a:xfrm>
          <a:prstGeom prst="rect">
            <a:avLst/>
          </a:prstGeom>
        </p:spPr>
      </p:pic>
    </p:spTree>
    <p:extLst>
      <p:ext uri="{BB962C8B-B14F-4D97-AF65-F5344CB8AC3E}">
        <p14:creationId xmlns:p14="http://schemas.microsoft.com/office/powerpoint/2010/main" val="7068545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ee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5889135-4F9D-431D-93FA-F18A2E0B61A4}"/>
              </a:ext>
            </a:extLst>
          </p:cNvPr>
          <p:cNvSpPr/>
          <p:nvPr/>
        </p:nvSpPr>
        <p:spPr>
          <a:xfrm>
            <a:off x="0"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08A81FD-CC7F-44B7-A3C2-1BA8D56EC811}"/>
              </a:ext>
            </a:extLst>
          </p:cNvPr>
          <p:cNvSpPr/>
          <p:nvPr/>
        </p:nvSpPr>
        <p:spPr>
          <a:xfrm>
            <a:off x="4080933" y="0"/>
            <a:ext cx="811106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tel 8">
            <a:extLst>
              <a:ext uri="{FF2B5EF4-FFF2-40B4-BE49-F238E27FC236}">
                <a16:creationId xmlns:a16="http://schemas.microsoft.com/office/drawing/2014/main" id="{C5FD37BF-9F19-45B6-A05D-C37E48EA6A4B}"/>
              </a:ext>
            </a:extLst>
          </p:cNvPr>
          <p:cNvSpPr>
            <a:spLocks noGrp="1"/>
          </p:cNvSpPr>
          <p:nvPr>
            <p:ph type="title"/>
          </p:nvPr>
        </p:nvSpPr>
        <p:spPr>
          <a:xfrm>
            <a:off x="-1" y="-146"/>
            <a:ext cx="4081444"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12" name="Tijdelijke aanduiding voor inhoud 11">
            <a:extLst>
              <a:ext uri="{FF2B5EF4-FFF2-40B4-BE49-F238E27FC236}">
                <a16:creationId xmlns:a16="http://schemas.microsoft.com/office/drawing/2014/main" id="{294A9EF1-75FD-43E4-AE75-300DEE25DA65}"/>
              </a:ext>
            </a:extLst>
          </p:cNvPr>
          <p:cNvSpPr>
            <a:spLocks noGrp="1"/>
          </p:cNvSpPr>
          <p:nvPr>
            <p:ph sz="quarter" idx="11"/>
          </p:nvPr>
        </p:nvSpPr>
        <p:spPr>
          <a:xfrm>
            <a:off x="4080933" y="0"/>
            <a:ext cx="8111067" cy="6878638"/>
          </a:xfrm>
        </p:spPr>
        <p:txBody>
          <a:bodyPr lIns="360000" tIns="792000" rIns="324000" bIns="720000"/>
          <a:lstStyle>
            <a:lvl1pPr>
              <a:defRPr>
                <a:solidFill>
                  <a:srgbClr val="009C8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6" name="Afbeelding 15">
            <a:extLst>
              <a:ext uri="{FF2B5EF4-FFF2-40B4-BE49-F238E27FC236}">
                <a16:creationId xmlns:a16="http://schemas.microsoft.com/office/drawing/2014/main" id="{1762ED42-C67E-4919-B2E8-E30110AFCB9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5760000"/>
            <a:ext cx="1964387" cy="987072"/>
          </a:xfrm>
          <a:prstGeom prst="rect">
            <a:avLst/>
          </a:prstGeom>
        </p:spPr>
      </p:pic>
    </p:spTree>
    <p:extLst>
      <p:ext uri="{BB962C8B-B14F-4D97-AF65-F5344CB8AC3E}">
        <p14:creationId xmlns:p14="http://schemas.microsoft.com/office/powerpoint/2010/main" val="12670309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902D0237-9C24-46F9-989F-B21C10B9B3DC}"/>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 name="Tijdelijke aanduiding voor inhoud 2">
            <a:extLst>
              <a:ext uri="{FF2B5EF4-FFF2-40B4-BE49-F238E27FC236}">
                <a16:creationId xmlns:a16="http://schemas.microsoft.com/office/drawing/2014/main" id="{ED959F1A-F72D-4CF6-A029-14E0DB166AD6}"/>
              </a:ext>
            </a:extLst>
          </p:cNvPr>
          <p:cNvSpPr>
            <a:spLocks noGrp="1"/>
          </p:cNvSpPr>
          <p:nvPr>
            <p:ph idx="1"/>
          </p:nvPr>
        </p:nvSpPr>
        <p:spPr>
          <a:xfrm>
            <a:off x="2" y="0"/>
            <a:ext cx="8111066" cy="6858000"/>
          </a:xfrm>
          <a:noFill/>
        </p:spPr>
        <p:txBody>
          <a:bodyPr lIns="612000" tIns="1404000" rIns="828000" bIns="720000"/>
          <a:lstStyle>
            <a:lvl1pPr>
              <a:defRPr sz="3200">
                <a:solidFill>
                  <a:srgbClr val="009C82"/>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1" name="Afbeelding 10">
            <a:extLst>
              <a:ext uri="{FF2B5EF4-FFF2-40B4-BE49-F238E27FC236}">
                <a16:creationId xmlns:a16="http://schemas.microsoft.com/office/drawing/2014/main" id="{7D2A9CE5-95E8-458E-9040-B0251FBFAEC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5" name="Rechthoek 4">
            <a:extLst>
              <a:ext uri="{FF2B5EF4-FFF2-40B4-BE49-F238E27FC236}">
                <a16:creationId xmlns:a16="http://schemas.microsoft.com/office/drawing/2014/main" id="{3FFB599D-9511-47E4-8A64-0206C2AAAF47}"/>
              </a:ext>
            </a:extLst>
          </p:cNvPr>
          <p:cNvSpPr/>
          <p:nvPr/>
        </p:nvSpPr>
        <p:spPr>
          <a:xfrm>
            <a:off x="8111067" y="10196"/>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94942CE0-4AC8-4CA7-A53A-36303407B98B}"/>
              </a:ext>
            </a:extLst>
          </p:cNvPr>
          <p:cNvSpPr>
            <a:spLocks noGrp="1"/>
          </p:cNvSpPr>
          <p:nvPr>
            <p:ph type="title"/>
          </p:nvPr>
        </p:nvSpPr>
        <p:spPr>
          <a:xfrm>
            <a:off x="8434800" y="828000"/>
            <a:ext cx="3434400" cy="4320000"/>
          </a:xfrm>
        </p:spPr>
        <p:txBody>
          <a:bodyPr anchor="t" anchorCtr="0"/>
          <a:lstStyle>
            <a:lvl1pPr>
              <a:defRPr sz="3000">
                <a:solidFill>
                  <a:schemeClr val="bg1"/>
                </a:solidFill>
              </a:defRPr>
            </a:lvl1pPr>
          </a:lstStyle>
          <a:p>
            <a:r>
              <a:rPr lang="en-US"/>
              <a:t>Click to edit Master title style</a:t>
            </a:r>
            <a:endParaRPr lang="nl-NL"/>
          </a:p>
        </p:txBody>
      </p:sp>
    </p:spTree>
    <p:extLst>
      <p:ext uri="{BB962C8B-B14F-4D97-AF65-F5344CB8AC3E}">
        <p14:creationId xmlns:p14="http://schemas.microsoft.com/office/powerpoint/2010/main" val="4189214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D56FCA5F-563C-4963-A6C6-ACB86FD6731A}"/>
              </a:ext>
            </a:extLst>
          </p:cNvPr>
          <p:cNvSpPr/>
          <p:nvPr/>
        </p:nvSpPr>
        <p:spPr>
          <a:xfrm>
            <a:off x="0" y="0"/>
            <a:ext cx="8128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8892A113-690F-4A70-A450-6B634995DCCF}"/>
              </a:ext>
            </a:extLst>
          </p:cNvPr>
          <p:cNvSpPr>
            <a:spLocks noGrp="1"/>
          </p:cNvSpPr>
          <p:nvPr>
            <p:ph type="title"/>
          </p:nvPr>
        </p:nvSpPr>
        <p:spPr>
          <a:xfrm>
            <a:off x="0" y="-1"/>
            <a:ext cx="8128000" cy="6857999"/>
          </a:xfrm>
          <a:noFill/>
        </p:spPr>
        <p:txBody>
          <a:bodyPr lIns="612000" tIns="1440000" rIns="828000" bIns="720000" anchor="t" anchorCtr="0"/>
          <a:lstStyle>
            <a:lvl1pPr>
              <a:defRPr sz="3000">
                <a:solidFill>
                  <a:schemeClr val="bg1"/>
                </a:solidFill>
              </a:defRPr>
            </a:lvl1pPr>
          </a:lstStyle>
          <a:p>
            <a:r>
              <a:rPr lang="en-US"/>
              <a:t>Click to edit Master title style</a:t>
            </a:r>
            <a:endParaRPr lang="nl-NL"/>
          </a:p>
        </p:txBody>
      </p:sp>
      <p:sp>
        <p:nvSpPr>
          <p:cNvPr id="3" name="Tijdelijke aanduiding voor afbeelding 2">
            <a:extLst>
              <a:ext uri="{FF2B5EF4-FFF2-40B4-BE49-F238E27FC236}">
                <a16:creationId xmlns:a16="http://schemas.microsoft.com/office/drawing/2014/main" id="{93351474-BA6D-40FF-AD94-E36000AB4453}"/>
              </a:ext>
            </a:extLst>
          </p:cNvPr>
          <p:cNvSpPr>
            <a:spLocks noGrp="1"/>
          </p:cNvSpPr>
          <p:nvPr>
            <p:ph type="pic" idx="1"/>
          </p:nvPr>
        </p:nvSpPr>
        <p:spPr>
          <a:xfrm>
            <a:off x="8128000" y="-3"/>
            <a:ext cx="4064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pic>
        <p:nvPicPr>
          <p:cNvPr id="9" name="Afbeelding 8">
            <a:extLst>
              <a:ext uri="{FF2B5EF4-FFF2-40B4-BE49-F238E27FC236}">
                <a16:creationId xmlns:a16="http://schemas.microsoft.com/office/drawing/2014/main" id="{2A7CE760-6D02-4D82-B473-AF7356A87B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25358282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Tree>
    <p:extLst>
      <p:ext uri="{BB962C8B-B14F-4D97-AF65-F5344CB8AC3E}">
        <p14:creationId xmlns:p14="http://schemas.microsoft.com/office/powerpoint/2010/main" val="17705217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Tree>
    <p:extLst>
      <p:ext uri="{BB962C8B-B14F-4D97-AF65-F5344CB8AC3E}">
        <p14:creationId xmlns:p14="http://schemas.microsoft.com/office/powerpoint/2010/main" val="33733011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Verticale titel en teks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9EE0B92A-A73A-4C1F-A960-EBEE0651E7E5}"/>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52BFD4EB-258F-4EA7-8341-D8AAACD56A5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7" cy="987072"/>
          </a:xfrm>
          <a:prstGeom prst="rect">
            <a:avLst/>
          </a:prstGeom>
        </p:spPr>
      </p:pic>
    </p:spTree>
    <p:extLst>
      <p:ext uri="{BB962C8B-B14F-4D97-AF65-F5344CB8AC3E}">
        <p14:creationId xmlns:p14="http://schemas.microsoft.com/office/powerpoint/2010/main" val="12996912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PAGINA WIT 1">
    <p:bg>
      <p:bgPr>
        <a:solidFill>
          <a:schemeClr val="bg1"/>
        </a:solidFill>
        <a:effectLst/>
      </p:bgPr>
    </p:bg>
    <p:spTree>
      <p:nvGrpSpPr>
        <p:cNvPr id="1" name=""/>
        <p:cNvGrpSpPr/>
        <p:nvPr/>
      </p:nvGrpSpPr>
      <p:grpSpPr>
        <a:xfrm>
          <a:off x="0" y="0"/>
          <a:ext cx="0" cy="0"/>
          <a:chOff x="0" y="0"/>
          <a:chExt cx="0" cy="0"/>
        </a:xfrm>
      </p:grpSpPr>
      <p:sp>
        <p:nvSpPr>
          <p:cNvPr id="15" name="Rechthoek 14">
            <a:extLst>
              <a:ext uri="{FF2B5EF4-FFF2-40B4-BE49-F238E27FC236}">
                <a16:creationId xmlns:a16="http://schemas.microsoft.com/office/drawing/2014/main" id="{1359C912-5BE2-0949-A6E6-E5772BB54BD3}"/>
              </a:ext>
            </a:extLst>
          </p:cNvPr>
          <p:cNvSpPr/>
          <p:nvPr/>
        </p:nvSpPr>
        <p:spPr>
          <a:xfrm>
            <a:off x="0" y="0"/>
            <a:ext cx="4118919"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4953000" y="643693"/>
            <a:ext cx="62865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4953000" y="1419509"/>
            <a:ext cx="6286500" cy="444721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12" name="Tijdelijke aanduiding voor tekst 11">
            <a:extLst>
              <a:ext uri="{FF2B5EF4-FFF2-40B4-BE49-F238E27FC236}">
                <a16:creationId xmlns:a16="http://schemas.microsoft.com/office/drawing/2014/main" id="{AA0FAF0F-FE3B-E34A-88BF-FDD0848A27F6}"/>
              </a:ext>
            </a:extLst>
          </p:cNvPr>
          <p:cNvSpPr>
            <a:spLocks noGrp="1"/>
          </p:cNvSpPr>
          <p:nvPr>
            <p:ph type="body" sz="quarter" idx="12" hasCustomPrompt="1"/>
          </p:nvPr>
        </p:nvSpPr>
        <p:spPr>
          <a:xfrm>
            <a:off x="403225" y="643692"/>
            <a:ext cx="3352800" cy="4921053"/>
          </a:xfrm>
          <a:prstGeom prst="rect">
            <a:avLst/>
          </a:prstGeom>
        </p:spPr>
        <p:txBody>
          <a:bodyPr>
            <a:normAutofit/>
          </a:bodyPr>
          <a:lstStyle>
            <a:lvl1pPr marL="0" indent="0">
              <a:buFontTx/>
              <a:buNone/>
              <a:defRPr sz="3000" b="1" i="0" baseline="0">
                <a:solidFill>
                  <a:schemeClr val="bg1"/>
                </a:solidFill>
              </a:defRPr>
            </a:lvl1pPr>
          </a:lstStyle>
          <a:p>
            <a:r>
              <a:rPr lang="nl-NL"/>
              <a:t>Kopregel van de pagina over meerdere regels</a:t>
            </a:r>
          </a:p>
        </p:txBody>
      </p:sp>
      <p:pic>
        <p:nvPicPr>
          <p:cNvPr id="9" name="Afbeelding 8">
            <a:extLst>
              <a:ext uri="{FF2B5EF4-FFF2-40B4-BE49-F238E27FC236}">
                <a16:creationId xmlns:a16="http://schemas.microsoft.com/office/drawing/2014/main" id="{2085F2CD-07CC-7F45-B06F-6EA5FFBACE1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0447" y="5717837"/>
            <a:ext cx="1964387" cy="987072"/>
          </a:xfrm>
          <a:prstGeom prst="rect">
            <a:avLst/>
          </a:prstGeom>
        </p:spPr>
      </p:pic>
      <p:pic>
        <p:nvPicPr>
          <p:cNvPr id="5" name="Picture 4" descr="A picture containing drawing&#10;&#10;Description automatically generated">
            <a:extLst>
              <a:ext uri="{FF2B5EF4-FFF2-40B4-BE49-F238E27FC236}">
                <a16:creationId xmlns:a16="http://schemas.microsoft.com/office/drawing/2014/main" id="{F144C650-D3F8-4F16-B2C6-BDFFF8D80A2B}"/>
              </a:ext>
            </a:extLst>
          </p:cNvPr>
          <p:cNvPicPr>
            <a:picLocks noChangeAspect="1"/>
          </p:cNvPicPr>
          <p:nvPr/>
        </p:nvPicPr>
        <p:blipFill>
          <a:blip r:embed="rId3" cstate="screen">
            <a:biLevel thresh="25000"/>
            <a:extLst>
              <a:ext uri="{28A0092B-C50C-407E-A947-70E740481C1C}">
                <a14:useLocalDpi xmlns:a14="http://schemas.microsoft.com/office/drawing/2010/main"/>
              </a:ext>
            </a:extLst>
          </a:blip>
          <a:stretch>
            <a:fillRect/>
          </a:stretch>
        </p:blipFill>
        <p:spPr>
          <a:xfrm>
            <a:off x="2124786" y="5896201"/>
            <a:ext cx="1733638" cy="692230"/>
          </a:xfrm>
          <a:prstGeom prst="rect">
            <a:avLst/>
          </a:prstGeom>
        </p:spPr>
      </p:pic>
    </p:spTree>
    <p:extLst>
      <p:ext uri="{BB962C8B-B14F-4D97-AF65-F5344CB8AC3E}">
        <p14:creationId xmlns:p14="http://schemas.microsoft.com/office/powerpoint/2010/main" val="34467716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hor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6" name="Afbeelding 5">
            <a:extLst>
              <a:ext uri="{FF2B5EF4-FFF2-40B4-BE49-F238E27FC236}">
                <a16:creationId xmlns:a16="http://schemas.microsoft.com/office/drawing/2014/main" id="{0E352236-2EC3-4042-806B-30EA689CAA7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80000" y="144000"/>
            <a:ext cx="1964389" cy="987073"/>
          </a:xfrm>
          <a:prstGeom prst="rect">
            <a:avLst/>
          </a:prstGeom>
        </p:spPr>
      </p:pic>
      <p:sp>
        <p:nvSpPr>
          <p:cNvPr id="4" name="Rechthoek 14">
            <a:extLst>
              <a:ext uri="{FF2B5EF4-FFF2-40B4-BE49-F238E27FC236}">
                <a16:creationId xmlns:a16="http://schemas.microsoft.com/office/drawing/2014/main" id="{8D736B1F-B4E2-4ADC-93B3-78C9AD2058C2}"/>
              </a:ext>
            </a:extLst>
          </p:cNvPr>
          <p:cNvSpPr/>
          <p:nvPr/>
        </p:nvSpPr>
        <p:spPr>
          <a:xfrm>
            <a:off x="1" y="0"/>
            <a:ext cx="2720082" cy="6858000"/>
          </a:xfrm>
          <a:prstGeom prst="rect">
            <a:avLst/>
          </a:prstGeom>
          <a:solidFill>
            <a:srgbClr val="009C82"/>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5" name="Afbeelding 8">
            <a:extLst>
              <a:ext uri="{FF2B5EF4-FFF2-40B4-BE49-F238E27FC236}">
                <a16:creationId xmlns:a16="http://schemas.microsoft.com/office/drawing/2014/main" id="{FE177759-92AB-4472-837E-E8E3BD602F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0783" y="5932275"/>
            <a:ext cx="1555723" cy="781725"/>
          </a:xfrm>
          <a:prstGeom prst="rect">
            <a:avLst/>
          </a:prstGeom>
        </p:spPr>
      </p:pic>
      <p:pic>
        <p:nvPicPr>
          <p:cNvPr id="7" name="Picture 6" descr="A picture containing drawing&#10;&#10;Description automatically generated">
            <a:extLst>
              <a:ext uri="{FF2B5EF4-FFF2-40B4-BE49-F238E27FC236}">
                <a16:creationId xmlns:a16="http://schemas.microsoft.com/office/drawing/2014/main" id="{EBE0506D-4634-4B31-A43B-A578EC0AD18A}"/>
              </a:ext>
            </a:extLst>
          </p:cNvPr>
          <p:cNvPicPr>
            <a:picLocks noChangeAspect="1"/>
          </p:cNvPicPr>
          <p:nvPr/>
        </p:nvPicPr>
        <p:blipFill>
          <a:blip r:embed="rId4" cstate="screen">
            <a:biLevel thresh="25000"/>
            <a:extLst>
              <a:ext uri="{28A0092B-C50C-407E-A947-70E740481C1C}">
                <a14:useLocalDpi xmlns:a14="http://schemas.microsoft.com/office/drawing/2010/main"/>
              </a:ext>
            </a:extLst>
          </a:blip>
          <a:stretch>
            <a:fillRect/>
          </a:stretch>
        </p:blipFill>
        <p:spPr>
          <a:xfrm>
            <a:off x="1347105" y="6107669"/>
            <a:ext cx="1372978" cy="548221"/>
          </a:xfrm>
          <a:prstGeom prst="rect">
            <a:avLst/>
          </a:prstGeom>
        </p:spPr>
      </p:pic>
    </p:spTree>
    <p:extLst>
      <p:ext uri="{BB962C8B-B14F-4D97-AF65-F5344CB8AC3E}">
        <p14:creationId xmlns:p14="http://schemas.microsoft.com/office/powerpoint/2010/main" val="22859855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i3B bullets normal slide">
    <p:spTree>
      <p:nvGrpSpPr>
        <p:cNvPr id="1" name=""/>
        <p:cNvGrpSpPr/>
        <p:nvPr/>
      </p:nvGrpSpPr>
      <p:grpSpPr>
        <a:xfrm>
          <a:off x="0" y="0"/>
          <a:ext cx="0" cy="0"/>
          <a:chOff x="0" y="0"/>
          <a:chExt cx="0" cy="0"/>
        </a:xfrm>
      </p:grpSpPr>
      <p:pic>
        <p:nvPicPr>
          <p:cNvPr id="10" name="Afbeelding 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1487488" y="476672"/>
            <a:ext cx="6158475" cy="706090"/>
          </a:xfrm>
        </p:spPr>
        <p:txBody>
          <a:bodyPr>
            <a:normAutofit/>
          </a:bodyPr>
          <a:lstStyle>
            <a:lvl1pPr algn="l">
              <a:defRPr sz="3000" b="1" baseline="0"/>
            </a:lvl1pPr>
          </a:lstStyle>
          <a:p>
            <a:r>
              <a:rPr lang="nl-NL"/>
              <a:t>Click </a:t>
            </a:r>
            <a:r>
              <a:rPr lang="nl-NL" err="1"/>
              <a:t>for</a:t>
            </a:r>
            <a:r>
              <a:rPr lang="nl-NL"/>
              <a:t> </a:t>
            </a:r>
            <a:r>
              <a:rPr lang="nl-NL" err="1"/>
              <a:t>Title</a:t>
            </a:r>
            <a:endParaRPr lang="nl-NL"/>
          </a:p>
        </p:txBody>
      </p:sp>
      <p:sp>
        <p:nvSpPr>
          <p:cNvPr id="3" name="Tijdelijke aanduiding voor tekst 2"/>
          <p:cNvSpPr>
            <a:spLocks noGrp="1"/>
          </p:cNvSpPr>
          <p:nvPr>
            <p:ph type="body" idx="1" hasCustomPrompt="1"/>
          </p:nvPr>
        </p:nvSpPr>
        <p:spPr>
          <a:xfrm>
            <a:off x="1487488" y="1124745"/>
            <a:ext cx="6144683" cy="381719"/>
          </a:xfrm>
        </p:spPr>
        <p:txBody>
          <a:bodyPr anchor="b">
            <a:normAutofit/>
          </a:bodyPr>
          <a:lstStyle>
            <a:lvl1pPr marL="0" indent="0">
              <a:buNone/>
              <a:defRPr sz="1800" b="0" i="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Click </a:t>
            </a:r>
            <a:r>
              <a:rPr lang="nl-NL" err="1"/>
              <a:t>for</a:t>
            </a:r>
            <a:r>
              <a:rPr lang="nl-NL"/>
              <a:t> </a:t>
            </a:r>
            <a:r>
              <a:rPr lang="nl-NL" err="1"/>
              <a:t>subtitle</a:t>
            </a:r>
            <a:endParaRPr lang="nl-NL"/>
          </a:p>
        </p:txBody>
      </p:sp>
      <p:sp>
        <p:nvSpPr>
          <p:cNvPr id="6" name="Tijdelijke aanduiding voor inhoud 5"/>
          <p:cNvSpPr>
            <a:spLocks noGrp="1"/>
          </p:cNvSpPr>
          <p:nvPr>
            <p:ph sz="quarter" idx="4" hasCustomPrompt="1"/>
          </p:nvPr>
        </p:nvSpPr>
        <p:spPr>
          <a:xfrm>
            <a:off x="1487488" y="1916832"/>
            <a:ext cx="8352928" cy="3960440"/>
          </a:xfrm>
        </p:spPr>
        <p:txBody>
          <a:bodyPr/>
          <a:lstStyle>
            <a:lvl1pPr marL="342900" indent="-342900">
              <a:spcBef>
                <a:spcPts val="400"/>
              </a:spcBef>
              <a:buClr>
                <a:srgbClr val="BED732"/>
              </a:buClr>
              <a:buFont typeface="Calibri" pitchFamily="34" charset="0"/>
              <a:buChar char="₋"/>
              <a:defRPr sz="2000" baseline="0"/>
            </a:lvl1pPr>
            <a:lvl2pPr marL="800100" indent="-342900">
              <a:spcBef>
                <a:spcPts val="0"/>
              </a:spcBef>
              <a:buClr>
                <a:srgbClr val="6B56A5"/>
              </a:buClr>
              <a:buFont typeface="Arial" pitchFamily="34" charset="0"/>
              <a:buChar char="•"/>
              <a:defRPr sz="1600" baseline="0"/>
            </a:lvl2pPr>
            <a:lvl3pPr marL="1200150" indent="-285750">
              <a:buFont typeface="Arial" pitchFamily="34" charset="0"/>
              <a:buChar char="•"/>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nl-NL"/>
              <a:t>First </a:t>
            </a:r>
            <a:r>
              <a:rPr lang="nl-NL" err="1"/>
              <a:t>Bullet</a:t>
            </a:r>
            <a:r>
              <a:rPr lang="nl-NL"/>
              <a:t> level</a:t>
            </a:r>
          </a:p>
          <a:p>
            <a:pPr lvl="1"/>
            <a:r>
              <a:rPr lang="nl-NL"/>
              <a:t>Second </a:t>
            </a:r>
            <a:r>
              <a:rPr lang="nl-NL" err="1"/>
              <a:t>bullet</a:t>
            </a:r>
            <a:r>
              <a:rPr lang="nl-NL"/>
              <a:t> level</a:t>
            </a:r>
          </a:p>
          <a:p>
            <a:pPr lvl="2"/>
            <a:endParaRPr lang="nl-NL"/>
          </a:p>
          <a:p>
            <a:pPr lvl="1"/>
            <a:endParaRPr lang="nl-NL"/>
          </a:p>
        </p:txBody>
      </p:sp>
      <p:sp>
        <p:nvSpPr>
          <p:cNvPr id="9" name="Tijdelijke aanduiding voor dianummer 8"/>
          <p:cNvSpPr>
            <a:spLocks noGrp="1"/>
          </p:cNvSpPr>
          <p:nvPr>
            <p:ph type="sldNum" sz="quarter" idx="12"/>
          </p:nvPr>
        </p:nvSpPr>
        <p:spPr/>
        <p:txBody>
          <a:bodyPr/>
          <a:lstStyle>
            <a:lvl1pPr>
              <a:defRPr b="0">
                <a:solidFill>
                  <a:srgbClr val="42454F"/>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8697320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el en object">
    <p:spTree>
      <p:nvGrpSpPr>
        <p:cNvPr id="1" name=""/>
        <p:cNvGrpSpPr/>
        <p:nvPr/>
      </p:nvGrpSpPr>
      <p:grpSpPr>
        <a:xfrm>
          <a:off x="0" y="0"/>
          <a:ext cx="0" cy="0"/>
          <a:chOff x="0" y="0"/>
          <a:chExt cx="0" cy="0"/>
        </a:xfrm>
      </p:grpSpPr>
      <p:pic>
        <p:nvPicPr>
          <p:cNvPr id="4" name="Picture 2" descr="SAX_PPT_UAS_Achtergr6.jpg                                      000B06A7 VIAServer                      7C268895:"/>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0" y="1"/>
            <a:ext cx="12192000" cy="61261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el 1"/>
          <p:cNvSpPr>
            <a:spLocks noGrp="1"/>
          </p:cNvSpPr>
          <p:nvPr>
            <p:ph type="title"/>
          </p:nvPr>
        </p:nvSpPr>
        <p:spPr>
          <a:xfrm>
            <a:off x="3705102" y="274639"/>
            <a:ext cx="8059388" cy="1143000"/>
          </a:xfrm>
        </p:spPr>
        <p:txBody>
          <a:bodyPr/>
          <a:lstStyle>
            <a:lvl1pPr>
              <a:defRPr sz="4267">
                <a:solidFill>
                  <a:schemeClr val="bg1"/>
                </a:solidFill>
                <a:latin typeface="Lucida Sans Unicode" pitchFamily="34" charset="0"/>
                <a:cs typeface="Lucida Sans Unicode" pitchFamily="34" charset="0"/>
              </a:defRPr>
            </a:lvl1pPr>
          </a:lstStyle>
          <a:p>
            <a:r>
              <a:rPr lang="en-US"/>
              <a:t>Click to edit Master title style</a:t>
            </a:r>
            <a:endParaRPr lang="nl-NL"/>
          </a:p>
        </p:txBody>
      </p:sp>
      <p:sp>
        <p:nvSpPr>
          <p:cNvPr id="8" name="Tijdelijke aanduiding voor inhoud 2"/>
          <p:cNvSpPr>
            <a:spLocks noGrp="1"/>
          </p:cNvSpPr>
          <p:nvPr>
            <p:ph idx="10"/>
          </p:nvPr>
        </p:nvSpPr>
        <p:spPr>
          <a:xfrm>
            <a:off x="623392" y="1600201"/>
            <a:ext cx="11141096" cy="4525963"/>
          </a:xfrm>
        </p:spPr>
        <p:txBody>
          <a:bodyPr/>
          <a:lstStyle>
            <a:lvl1pPr>
              <a:defRPr sz="3733">
                <a:latin typeface="Lucida Sans Unicode" pitchFamily="34" charset="0"/>
                <a:cs typeface="Lucida Sans Unicode" pitchFamily="34" charset="0"/>
              </a:defRPr>
            </a:lvl1pPr>
            <a:lvl2pPr>
              <a:defRPr sz="3200">
                <a:latin typeface="Lucida Sans Unicode" pitchFamily="34" charset="0"/>
                <a:cs typeface="Lucida Sans Unicode" pitchFamily="34" charset="0"/>
              </a:defRPr>
            </a:lvl2pPr>
            <a:lvl3pPr>
              <a:defRPr sz="3200">
                <a:latin typeface="Lucida Sans Unicode" pitchFamily="34" charset="0"/>
                <a:cs typeface="Lucida Sans Unicode" pitchFamily="34" charset="0"/>
              </a:defRPr>
            </a:lvl3pPr>
            <a:lvl4pPr>
              <a:defRPr sz="2667">
                <a:latin typeface="Lucida Sans Unicode" pitchFamily="34" charset="0"/>
                <a:cs typeface="Lucida Sans Unicode" pitchFamily="34" charset="0"/>
              </a:defRPr>
            </a:lvl4pPr>
            <a:lvl5pPr>
              <a:defRPr sz="2667">
                <a:latin typeface="Lucida Sans Unicode" pitchFamily="34" charset="0"/>
                <a:cs typeface="Lucida Sans Unicode"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15175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and Content #4">
    <p:spTree>
      <p:nvGrpSpPr>
        <p:cNvPr id="1" name=""/>
        <p:cNvGrpSpPr/>
        <p:nvPr/>
      </p:nvGrpSpPr>
      <p:grpSpPr>
        <a:xfrm>
          <a:off x="0" y="0"/>
          <a:ext cx="0" cy="0"/>
          <a:chOff x="0" y="0"/>
          <a:chExt cx="0" cy="0"/>
        </a:xfrm>
      </p:grpSpPr>
      <p:sp>
        <p:nvSpPr>
          <p:cNvPr id="4" name="Text Placeholder 2"/>
          <p:cNvSpPr>
            <a:spLocks noGrp="1"/>
          </p:cNvSpPr>
          <p:nvPr>
            <p:ph type="body" sz="quarter" idx="11" hasCustomPrompt="1"/>
          </p:nvPr>
        </p:nvSpPr>
        <p:spPr>
          <a:xfrm>
            <a:off x="624418" y="1835870"/>
            <a:ext cx="11040533" cy="4545458"/>
          </a:xfrm>
          <a:prstGeom prst="rect">
            <a:avLst/>
          </a:prstGeom>
        </p:spPr>
        <p:txBody>
          <a:bodyPr vert="horz"/>
          <a:lstStyle>
            <a:lvl1pPr marL="0" indent="0" algn="l">
              <a:lnSpc>
                <a:spcPct val="100000"/>
              </a:lnSpc>
              <a:buNone/>
              <a:defRPr sz="1800">
                <a:solidFill>
                  <a:srgbClr val="1E1D64"/>
                </a:solidFill>
              </a:defRPr>
            </a:lvl1pPr>
            <a:lvl2pPr>
              <a:defRPr>
                <a:solidFill>
                  <a:srgbClr val="1E1D64"/>
                </a:solidFill>
              </a:defRPr>
            </a:lvl2pPr>
            <a:lvl3pPr>
              <a:defRPr>
                <a:solidFill>
                  <a:srgbClr val="1E1D64"/>
                </a:solidFill>
              </a:defRPr>
            </a:lvl3pPr>
            <a:lvl4pPr>
              <a:defRPr>
                <a:solidFill>
                  <a:srgbClr val="1E1D64"/>
                </a:solidFill>
              </a:defRPr>
            </a:lvl4pPr>
            <a:lvl5pPr>
              <a:defRPr>
                <a:solidFill>
                  <a:srgbClr val="1E1D64"/>
                </a:solidFill>
              </a:defRPr>
            </a:lvl5pPr>
          </a:lstStyle>
          <a:p>
            <a:pPr lvl="0"/>
            <a:r>
              <a:rPr lang="nl-BE"/>
              <a:t>Lorem ipsum dolor sit amet, sea ex prima tamquam, vidit sanctus ius an. Pri no saepe verterem, mundi viris complectitur usu ad, discere insolens persequeris an nec. No nihil homero quo. Sed at dissentiet signiferumque, sed ei modus propriae rationibus. Dicam mollis praesent ut vix, in odio erant nec, vim in dolorem vocibus. Ad suas torquatos nec, te mel populo voluptaria, omittam petentium cum eu.</a:t>
            </a:r>
          </a:p>
          <a:p>
            <a:pPr lvl="0"/>
            <a:r>
              <a:rPr lang="nl-BE"/>
              <a:t>Dicunt albucius cu est, no vis clita lobortis accusamus, legendos disputando pro id. Ad eos assum copiosae principes. Officiis repudiare no mei, nec facilis pericula intellegam ad. Pri et simul essent honestatis. Ei altera dictas mel. Cibo posse audiam pro at, vim decore consul interpretaris cu, fabulas lab</a:t>
            </a:r>
          </a:p>
        </p:txBody>
      </p:sp>
      <p:sp>
        <p:nvSpPr>
          <p:cNvPr id="5" name="Title Placeholder 1"/>
          <p:cNvSpPr>
            <a:spLocks noGrp="1"/>
          </p:cNvSpPr>
          <p:nvPr>
            <p:ph type="title"/>
          </p:nvPr>
        </p:nvSpPr>
        <p:spPr>
          <a:xfrm>
            <a:off x="624418" y="944347"/>
            <a:ext cx="11023365" cy="745909"/>
          </a:xfrm>
          <a:prstGeom prst="rect">
            <a:avLst/>
          </a:prstGeom>
        </p:spPr>
        <p:txBody>
          <a:bodyPr rtlCol="0" anchor="ctr">
            <a:normAutofit/>
          </a:bodyPr>
          <a:lstStyle>
            <a:lvl1pPr algn="l">
              <a:defRPr sz="3000" b="1">
                <a:solidFill>
                  <a:srgbClr val="1E1D64"/>
                </a:solidFill>
                <a:latin typeface="Calibri"/>
                <a:cs typeface="Calibri"/>
              </a:defRPr>
            </a:lvl1pPr>
          </a:lstStyle>
          <a:p>
            <a:r>
              <a:rPr lang="en-US"/>
              <a:t>Click to edit Master title style</a:t>
            </a:r>
          </a:p>
        </p:txBody>
      </p:sp>
      <p:sp>
        <p:nvSpPr>
          <p:cNvPr id="7" name="Slide Number Placeholder 1"/>
          <p:cNvSpPr>
            <a:spLocks noGrp="1"/>
          </p:cNvSpPr>
          <p:nvPr>
            <p:ph type="sldNum" sz="quarter" idx="4"/>
          </p:nvPr>
        </p:nvSpPr>
        <p:spPr>
          <a:xfrm>
            <a:off x="9264352" y="6381329"/>
            <a:ext cx="2844800" cy="365125"/>
          </a:xfrm>
          <a:prstGeom prst="rect">
            <a:avLst/>
          </a:prstGeom>
        </p:spPr>
        <p:txBody>
          <a:bodyPr anchor="b"/>
          <a:lstStyle>
            <a:lvl1pPr algn="r">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27103702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2_Titeldia">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2830905" y="401859"/>
            <a:ext cx="11091120" cy="755677"/>
          </a:xfrm>
          <a:prstGeom prst="rect">
            <a:avLst/>
          </a:prstGeom>
        </p:spPr>
        <p:txBody>
          <a:bodyPr vert="horz"/>
          <a:lstStyle>
            <a:lvl1pPr>
              <a:defRPr sz="3733">
                <a:solidFill>
                  <a:srgbClr val="008000"/>
                </a:solidFill>
              </a:defRPr>
            </a:lvl1pPr>
          </a:lstStyle>
          <a:p>
            <a:r>
              <a:rPr lang="en-US"/>
              <a:t>Click to edit Master title style</a:t>
            </a:r>
          </a:p>
        </p:txBody>
      </p:sp>
      <p:sp>
        <p:nvSpPr>
          <p:cNvPr id="9" name="Content Placeholder 8"/>
          <p:cNvSpPr>
            <a:spLocks noGrp="1"/>
          </p:cNvSpPr>
          <p:nvPr>
            <p:ph sz="quarter" idx="10"/>
          </p:nvPr>
        </p:nvSpPr>
        <p:spPr>
          <a:xfrm>
            <a:off x="1640417" y="1988582"/>
            <a:ext cx="9952403" cy="4402665"/>
          </a:xfrm>
          <a:prstGeom prst="rect">
            <a:avLst/>
          </a:prstGeom>
        </p:spPr>
        <p:txBody>
          <a:bodyPr vert="horz"/>
          <a:lstStyle>
            <a:lvl1pPr>
              <a:buNone/>
              <a:defRPr sz="3200">
                <a:solidFill>
                  <a:srgbClr val="000000"/>
                </a:solidFill>
                <a:latin typeface="Lucida Sans"/>
                <a:cs typeface="Lucida Sans"/>
              </a:defRPr>
            </a:lvl1pPr>
          </a:lstStyle>
          <a:p>
            <a:pPr lvl="0"/>
            <a:r>
              <a:rPr lang="en-US"/>
              <a:t>Click to edit Master text styles</a:t>
            </a:r>
          </a:p>
        </p:txBody>
      </p:sp>
    </p:spTree>
    <p:extLst>
      <p:ext uri="{BB962C8B-B14F-4D97-AF65-F5344CB8AC3E}">
        <p14:creationId xmlns:p14="http://schemas.microsoft.com/office/powerpoint/2010/main" val="28182065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PAGINA WIT 3">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914400" y="681793"/>
            <a:ext cx="103251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914400" y="1503329"/>
            <a:ext cx="10325100" cy="4085707"/>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4" name="Afbeelding 13">
            <a:extLst>
              <a:ext uri="{FF2B5EF4-FFF2-40B4-BE49-F238E27FC236}">
                <a16:creationId xmlns:a16="http://schemas.microsoft.com/office/drawing/2014/main" id="{DD160F68-52A6-B94F-9CB0-039BA88F1E2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03226" y="5970195"/>
            <a:ext cx="1384385" cy="504742"/>
          </a:xfrm>
          <a:prstGeom prst="rect">
            <a:avLst/>
          </a:prstGeom>
        </p:spPr>
      </p:pic>
    </p:spTree>
    <p:extLst>
      <p:ext uri="{BB962C8B-B14F-4D97-AF65-F5344CB8AC3E}">
        <p14:creationId xmlns:p14="http://schemas.microsoft.com/office/powerpoint/2010/main" val="42372041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2E18A-CF84-7052-3DD2-E0E317E22616}"/>
              </a:ext>
            </a:extLst>
          </p:cNvPr>
          <p:cNvSpPr>
            <a:spLocks noGrp="1"/>
          </p:cNvSpPr>
          <p:nvPr>
            <p:ph type="title"/>
          </p:nvPr>
        </p:nvSpPr>
        <p:spPr/>
        <p:txBody>
          <a:bodyPr/>
          <a:lstStyle>
            <a:lvl1pPr>
              <a:defRPr sz="4000" b="0"/>
            </a:lvl1pPr>
          </a:lstStyle>
          <a:p>
            <a:r>
              <a:rPr lang="en-US" dirty="0"/>
              <a:t>Click to edit Master title style</a:t>
            </a:r>
            <a:endParaRPr lang="en-NL" dirty="0"/>
          </a:p>
        </p:txBody>
      </p:sp>
      <p:sp>
        <p:nvSpPr>
          <p:cNvPr id="3" name="Content Placeholder 2">
            <a:extLst>
              <a:ext uri="{FF2B5EF4-FFF2-40B4-BE49-F238E27FC236}">
                <a16:creationId xmlns:a16="http://schemas.microsoft.com/office/drawing/2014/main" id="{62617005-DF8D-7430-0127-7153B8BC65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7CB97BB-7A0C-B704-D690-38E6C27D2B8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1A765-8A02-169C-ED65-DB6C39322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1834A7-BCD2-1795-EFDD-E5EA50A5C112}"/>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0024346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004" y="2624137"/>
            <a:ext cx="3932237" cy="1600200"/>
          </a:xfrm>
        </p:spPr>
        <p:txBody>
          <a:bodyPr anchor="b"/>
          <a:lstStyle>
            <a:lvl1pPr>
              <a:defRPr sz="32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9976352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44ABE-69B1-7BC8-F6AB-8778CF79B652}"/>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84AF2EC8-F5E4-567F-7044-BDD1109B70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F9AD05-7FFB-C789-87EF-31CFFF5301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B859F0F1-C85D-2B09-E153-47B69EF081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BBF8C5-9BEA-FB3D-0D30-2002AA7F88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F92C61F1-DAF6-435E-6343-3112BDAC4759}"/>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33A8770E-0A61-C90B-9660-9A14DA18FF3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66357C3-9B31-ECF5-2544-B7F29F246F71}"/>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8150042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9D90E-286C-7F95-A052-375F4B1B1023}"/>
              </a:ext>
            </a:extLst>
          </p:cNvPr>
          <p:cNvSpPr>
            <a:spLocks noGrp="1"/>
          </p:cNvSpPr>
          <p:nvPr>
            <p:ph type="title"/>
          </p:nvPr>
        </p:nvSpPr>
        <p:spPr>
          <a:xfrm>
            <a:off x="128187" y="457200"/>
            <a:ext cx="3734512"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E1492E9D-2B58-69D7-7BCD-27C420607A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361EAAEB-CFA9-8276-3AF3-FA327307655C}"/>
              </a:ext>
            </a:extLst>
          </p:cNvPr>
          <p:cNvSpPr>
            <a:spLocks noGrp="1"/>
          </p:cNvSpPr>
          <p:nvPr>
            <p:ph type="body" sz="half" idx="2"/>
          </p:nvPr>
        </p:nvSpPr>
        <p:spPr>
          <a:xfrm>
            <a:off x="128187" y="2057400"/>
            <a:ext cx="373451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23D506-2A2D-E9CE-F75E-E1407FBD2FA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CDF0509-5D45-BFC4-2F7D-BDDC3ED6B2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6C83D3-E0AF-765F-FB80-FD6991D4E7DD}"/>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7608789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4B15-8089-D45D-4459-F254247C7C40}"/>
              </a:ext>
            </a:extLst>
          </p:cNvPr>
          <p:cNvSpPr>
            <a:spLocks noGrp="1"/>
          </p:cNvSpPr>
          <p:nvPr>
            <p:ph type="title"/>
          </p:nvPr>
        </p:nvSpPr>
        <p:spPr/>
        <p:txBody>
          <a:bodyPr/>
          <a:lstStyle/>
          <a:p>
            <a:r>
              <a:rPr lang="en-US" dirty="0"/>
              <a:t>Click to edit Master title style</a:t>
            </a:r>
            <a:endParaRPr lang="en-NL" dirty="0"/>
          </a:p>
        </p:txBody>
      </p:sp>
      <p:sp>
        <p:nvSpPr>
          <p:cNvPr id="3" name="Date Placeholder 2">
            <a:extLst>
              <a:ext uri="{FF2B5EF4-FFF2-40B4-BE49-F238E27FC236}">
                <a16:creationId xmlns:a16="http://schemas.microsoft.com/office/drawing/2014/main" id="{7B25F2E3-423D-6628-FBD7-23FE2E95B95A}"/>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E54B0230-9D66-1168-73AA-22B6754B42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3BF8A2-076E-D591-6571-97EB0AFD0774}"/>
              </a:ext>
            </a:extLst>
          </p:cNvPr>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3641277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91794"/>
            <a:ext cx="9144000" cy="1074412"/>
          </a:xfrm>
        </p:spPr>
        <p:txBody>
          <a:bodyPr anchor="b"/>
          <a:lstStyle>
            <a:lvl1pPr algn="ctr">
              <a:defRPr sz="6000"/>
            </a:lvl1pPr>
          </a:lstStyle>
          <a:p>
            <a:r>
              <a:rPr lang="en-US"/>
              <a:t>Click to edit Master 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3932882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7B1E01E7-48D6-40A1-B2AC-0BE7B982918E}"/>
              </a:ext>
            </a:extLst>
          </p:cNvPr>
          <p:cNvSpPr/>
          <p:nvPr/>
        </p:nvSpPr>
        <p:spPr>
          <a:xfrm>
            <a:off x="6" y="0"/>
            <a:ext cx="8137445"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9" name="Tijdelijke aanduiding voor inhoud 8">
            <a:extLst>
              <a:ext uri="{FF2B5EF4-FFF2-40B4-BE49-F238E27FC236}">
                <a16:creationId xmlns:a16="http://schemas.microsoft.com/office/drawing/2014/main" id="{3C9A01A2-4DCB-4FDC-8D81-7D09D89C545F}"/>
              </a:ext>
            </a:extLst>
          </p:cNvPr>
          <p:cNvSpPr>
            <a:spLocks noGrp="1"/>
          </p:cNvSpPr>
          <p:nvPr>
            <p:ph sz="quarter" idx="10"/>
          </p:nvPr>
        </p:nvSpPr>
        <p:spPr>
          <a:xfrm>
            <a:off x="8137451" y="0"/>
            <a:ext cx="4054549" cy="6858000"/>
          </a:xfrm>
          <a:solidFill>
            <a:schemeClr val="bg1"/>
          </a:solidFill>
        </p:spPr>
        <p:txBody>
          <a:bodyPr lIns="360000" tIns="792000">
            <a:normAutofit/>
          </a:bodyPr>
          <a:lstStyle>
            <a:lvl1pPr>
              <a:defRPr sz="1600"/>
            </a:lvl1pPr>
          </a:lstStyle>
          <a:p>
            <a:pPr lvl="0"/>
            <a:r>
              <a:rPr lang="en-US"/>
              <a:t>Click to edit Master text styles</a:t>
            </a:r>
          </a:p>
        </p:txBody>
      </p:sp>
      <p:sp>
        <p:nvSpPr>
          <p:cNvPr id="2" name="Titel 1">
            <a:extLst>
              <a:ext uri="{FF2B5EF4-FFF2-40B4-BE49-F238E27FC236}">
                <a16:creationId xmlns:a16="http://schemas.microsoft.com/office/drawing/2014/main" id="{3C7E7368-D515-4D42-B8E1-977B351AB0D7}"/>
              </a:ext>
            </a:extLst>
          </p:cNvPr>
          <p:cNvSpPr>
            <a:spLocks noGrp="1"/>
          </p:cNvSpPr>
          <p:nvPr>
            <p:ph type="ctrTitle"/>
          </p:nvPr>
        </p:nvSpPr>
        <p:spPr>
          <a:xfrm>
            <a:off x="411126" y="1796144"/>
            <a:ext cx="7244316" cy="3456341"/>
          </a:xfrm>
        </p:spPr>
        <p:txBody>
          <a:bodyPr anchor="t" anchorCtr="0"/>
          <a:lstStyle>
            <a:lvl1pPr algn="l">
              <a:defRPr sz="6000">
                <a:solidFill>
                  <a:schemeClr val="bg1"/>
                </a:solidFill>
              </a:defRPr>
            </a:lvl1pPr>
          </a:lstStyle>
          <a:p>
            <a:r>
              <a:rPr lang="en-US"/>
              <a:t>Click to edit Master title style</a:t>
            </a:r>
            <a:endParaRPr lang="nl-NL"/>
          </a:p>
        </p:txBody>
      </p:sp>
      <p:sp>
        <p:nvSpPr>
          <p:cNvPr id="3" name="Ondertitel 2">
            <a:extLst>
              <a:ext uri="{FF2B5EF4-FFF2-40B4-BE49-F238E27FC236}">
                <a16:creationId xmlns:a16="http://schemas.microsoft.com/office/drawing/2014/main" id="{5C86E2FA-4FEA-40D1-B8DA-4B1D5A0D93DB}"/>
              </a:ext>
            </a:extLst>
          </p:cNvPr>
          <p:cNvSpPr>
            <a:spLocks noGrp="1"/>
          </p:cNvSpPr>
          <p:nvPr>
            <p:ph type="subTitle" idx="1"/>
          </p:nvPr>
        </p:nvSpPr>
        <p:spPr>
          <a:xfrm>
            <a:off x="411125" y="792001"/>
            <a:ext cx="7244316" cy="733647"/>
          </a:xfrm>
        </p:spPr>
        <p:txBody>
          <a:bodyPr>
            <a:normAutofit/>
          </a:bodyPr>
          <a:lstStyle>
            <a:lvl1pPr marL="0" indent="0" algn="l">
              <a:buNone/>
              <a:defRPr sz="2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13" name="Afbeelding 12">
            <a:extLst>
              <a:ext uri="{FF2B5EF4-FFF2-40B4-BE49-F238E27FC236}">
                <a16:creationId xmlns:a16="http://schemas.microsoft.com/office/drawing/2014/main" id="{43513369-5699-4CCE-93DA-0A9354F633C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443051"/>
            <a:ext cx="2416626" cy="881095"/>
          </a:xfrm>
          <a:prstGeom prst="rect">
            <a:avLst/>
          </a:prstGeom>
        </p:spPr>
      </p:pic>
    </p:spTree>
    <p:extLst>
      <p:ext uri="{BB962C8B-B14F-4D97-AF65-F5344CB8AC3E}">
        <p14:creationId xmlns:p14="http://schemas.microsoft.com/office/powerpoint/2010/main" val="22301944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el en object">
    <p:spTree>
      <p:nvGrpSpPr>
        <p:cNvPr id="1" name=""/>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D9800953-537F-479C-A9FE-2E8F626BACCD}"/>
              </a:ext>
            </a:extLst>
          </p:cNvPr>
          <p:cNvSpPr>
            <a:spLocks noGrp="1"/>
          </p:cNvSpPr>
          <p:nvPr>
            <p:ph idx="1" hasCustomPrompt="1"/>
          </p:nvPr>
        </p:nvSpPr>
        <p:spPr>
          <a:xfrm>
            <a:off x="4040373" y="0"/>
            <a:ext cx="8151628" cy="6858000"/>
          </a:xfrm>
          <a:solidFill>
            <a:schemeClr val="bg1"/>
          </a:solidFill>
        </p:spPr>
        <p:txBody>
          <a:bodyPr lIns="432000" tIns="792000"/>
          <a:lstStyle>
            <a:lvl1pPr>
              <a:defRPr sz="1600"/>
            </a:lvl1pPr>
          </a:lstStyle>
          <a:p>
            <a:pPr lvl="0"/>
            <a:r>
              <a:rPr lang="nl-NL"/>
              <a:t>Klik om stijl te bewerken</a:t>
            </a:r>
          </a:p>
        </p:txBody>
      </p:sp>
      <p:sp>
        <p:nvSpPr>
          <p:cNvPr id="2" name="Titel 1">
            <a:extLst>
              <a:ext uri="{FF2B5EF4-FFF2-40B4-BE49-F238E27FC236}">
                <a16:creationId xmlns:a16="http://schemas.microsoft.com/office/drawing/2014/main" id="{FEF2DBF4-41D5-44FE-80A0-4858618714B5}"/>
              </a:ext>
            </a:extLst>
          </p:cNvPr>
          <p:cNvSpPr>
            <a:spLocks noGrp="1"/>
          </p:cNvSpPr>
          <p:nvPr>
            <p:ph type="title"/>
          </p:nvPr>
        </p:nvSpPr>
        <p:spPr>
          <a:xfrm>
            <a:off x="324000" y="792000"/>
            <a:ext cx="3270100" cy="1301860"/>
          </a:xfrm>
        </p:spPr>
        <p:txBody>
          <a:bodyPr anchor="t" anchorCtr="0"/>
          <a:lstStyle>
            <a:lvl1pPr>
              <a:defRPr sz="2400">
                <a:solidFill>
                  <a:schemeClr val="bg1"/>
                </a:solidFill>
              </a:defRPr>
            </a:lvl1pPr>
          </a:lstStyle>
          <a:p>
            <a:r>
              <a:rPr lang="en-US"/>
              <a:t>Click to edit Master title style</a:t>
            </a:r>
            <a:endParaRPr lang="nl-NL"/>
          </a:p>
        </p:txBody>
      </p:sp>
      <p:sp>
        <p:nvSpPr>
          <p:cNvPr id="7" name="Tijdelijke aanduiding voor tekst 6">
            <a:extLst>
              <a:ext uri="{FF2B5EF4-FFF2-40B4-BE49-F238E27FC236}">
                <a16:creationId xmlns:a16="http://schemas.microsoft.com/office/drawing/2014/main" id="{98EC8A20-6983-4311-9ACB-A2CEE97541E4}"/>
              </a:ext>
            </a:extLst>
          </p:cNvPr>
          <p:cNvSpPr>
            <a:spLocks noGrp="1"/>
          </p:cNvSpPr>
          <p:nvPr>
            <p:ph type="body" sz="quarter" idx="10"/>
          </p:nvPr>
        </p:nvSpPr>
        <p:spPr>
          <a:xfrm>
            <a:off x="324000" y="2073275"/>
            <a:ext cx="3270100" cy="3594100"/>
          </a:xfrm>
        </p:spPr>
        <p:txBody>
          <a:bodyPr>
            <a:normAutofit/>
          </a:bodyPr>
          <a:lstStyle>
            <a:lvl1pPr>
              <a:defRPr sz="16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39203625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5A2F99AB-32A0-423C-977A-DB29AAAED14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2" name="Afbeelding 11">
            <a:extLst>
              <a:ext uri="{FF2B5EF4-FFF2-40B4-BE49-F238E27FC236}">
                <a16:creationId xmlns:a16="http://schemas.microsoft.com/office/drawing/2014/main" id="{82D7232F-6567-4478-A980-A756C72F99B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68800"/>
            <a:ext cx="1384385" cy="504742"/>
          </a:xfrm>
          <a:prstGeom prst="rect">
            <a:avLst/>
          </a:prstGeom>
        </p:spPr>
      </p:pic>
      <p:sp>
        <p:nvSpPr>
          <p:cNvPr id="2" name="Titel 1">
            <a:extLst>
              <a:ext uri="{FF2B5EF4-FFF2-40B4-BE49-F238E27FC236}">
                <a16:creationId xmlns:a16="http://schemas.microsoft.com/office/drawing/2014/main" id="{9B1726F7-A1D1-4F7D-A6A9-F4BE37A8413B}"/>
              </a:ext>
            </a:extLst>
          </p:cNvPr>
          <p:cNvSpPr>
            <a:spLocks noGrp="1"/>
          </p:cNvSpPr>
          <p:nvPr>
            <p:ph type="title"/>
          </p:nvPr>
        </p:nvSpPr>
        <p:spPr>
          <a:xfrm>
            <a:off x="540000" y="500284"/>
            <a:ext cx="11096477" cy="1435507"/>
          </a:xfrm>
        </p:spPr>
        <p:txBody>
          <a:bodyPr/>
          <a:lstStyle>
            <a:lvl1pPr>
              <a:defRPr>
                <a:solidFill>
                  <a:srgbClr val="009C82"/>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901B3125-4D60-4C8B-8468-32E19AAC1687}"/>
              </a:ext>
            </a:extLst>
          </p:cNvPr>
          <p:cNvSpPr>
            <a:spLocks noGrp="1"/>
          </p:cNvSpPr>
          <p:nvPr>
            <p:ph type="body" sz="quarter" idx="10"/>
          </p:nvPr>
        </p:nvSpPr>
        <p:spPr>
          <a:xfrm>
            <a:off x="540000" y="2520001"/>
            <a:ext cx="11080750" cy="30643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32577018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3DB79D8F-AE8E-4A30-96E9-94F7431F2CDE}"/>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12" name="Afbeelding 11">
            <a:extLst>
              <a:ext uri="{FF2B5EF4-FFF2-40B4-BE49-F238E27FC236}">
                <a16:creationId xmlns:a16="http://schemas.microsoft.com/office/drawing/2014/main" id="{F59E5169-77CD-422C-B61A-44FA12564C5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70195"/>
            <a:ext cx="1384385" cy="504743"/>
          </a:xfrm>
          <a:prstGeom prst="rect">
            <a:avLst/>
          </a:prstGeom>
        </p:spPr>
      </p:pic>
      <p:sp>
        <p:nvSpPr>
          <p:cNvPr id="2" name="Titel 1">
            <a:extLst>
              <a:ext uri="{FF2B5EF4-FFF2-40B4-BE49-F238E27FC236}">
                <a16:creationId xmlns:a16="http://schemas.microsoft.com/office/drawing/2014/main" id="{C814A899-67D6-40BC-8EE2-7F21AD2D624C}"/>
              </a:ext>
            </a:extLst>
          </p:cNvPr>
          <p:cNvSpPr>
            <a:spLocks noGrp="1"/>
          </p:cNvSpPr>
          <p:nvPr>
            <p:ph type="title"/>
          </p:nvPr>
        </p:nvSpPr>
        <p:spPr>
          <a:xfrm>
            <a:off x="540000" y="540000"/>
            <a:ext cx="11142324" cy="1435507"/>
          </a:xfrm>
        </p:spPr>
        <p:txBody>
          <a:bodyPr/>
          <a:lstStyle>
            <a:lvl1pPr>
              <a:defRPr>
                <a:solidFill>
                  <a:schemeClr val="bg1"/>
                </a:solidFill>
              </a:defRPr>
            </a:lvl1pPr>
          </a:lstStyle>
          <a:p>
            <a:r>
              <a:rPr lang="en-US"/>
              <a:t>Click to edit Master title style</a:t>
            </a:r>
            <a:endParaRPr lang="nl-NL"/>
          </a:p>
        </p:txBody>
      </p:sp>
      <p:sp>
        <p:nvSpPr>
          <p:cNvPr id="4" name="Tijdelijke aanduiding voor tekst 3">
            <a:extLst>
              <a:ext uri="{FF2B5EF4-FFF2-40B4-BE49-F238E27FC236}">
                <a16:creationId xmlns:a16="http://schemas.microsoft.com/office/drawing/2014/main" id="{D237381A-A174-44E9-B0E4-503D67E36DC3}"/>
              </a:ext>
            </a:extLst>
          </p:cNvPr>
          <p:cNvSpPr>
            <a:spLocks noGrp="1"/>
          </p:cNvSpPr>
          <p:nvPr>
            <p:ph type="body" sz="quarter" idx="10"/>
          </p:nvPr>
        </p:nvSpPr>
        <p:spPr>
          <a:xfrm>
            <a:off x="540000" y="2520000"/>
            <a:ext cx="11142324" cy="3151061"/>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11520401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Vergelijking">
    <p:bg>
      <p:bgPr>
        <a:solidFill>
          <a:schemeClr val="bg1"/>
        </a:solidFill>
        <a:effectLst/>
      </p:bgPr>
    </p:b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F23B92BB-44D8-46B6-BDA8-521E79490E07}"/>
              </a:ext>
            </a:extLst>
          </p:cNvPr>
          <p:cNvSpPr/>
          <p:nvPr/>
        </p:nvSpPr>
        <p:spPr>
          <a:xfrm>
            <a:off x="-20332" y="0"/>
            <a:ext cx="40613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D6DC362-A895-44B7-80D2-E78CBF1263FC}"/>
              </a:ext>
            </a:extLst>
          </p:cNvPr>
          <p:cNvSpPr/>
          <p:nvPr/>
        </p:nvSpPr>
        <p:spPr>
          <a:xfrm>
            <a:off x="4061312" y="0"/>
            <a:ext cx="8130688"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tel 1">
            <a:extLst>
              <a:ext uri="{FF2B5EF4-FFF2-40B4-BE49-F238E27FC236}">
                <a16:creationId xmlns:a16="http://schemas.microsoft.com/office/drawing/2014/main" id="{01A6F622-BCE1-4329-92E3-2A18615AACE3}"/>
              </a:ext>
            </a:extLst>
          </p:cNvPr>
          <p:cNvSpPr>
            <a:spLocks noGrp="1"/>
          </p:cNvSpPr>
          <p:nvPr>
            <p:ph type="title"/>
          </p:nvPr>
        </p:nvSpPr>
        <p:spPr>
          <a:xfrm>
            <a:off x="-40664" y="0"/>
            <a:ext cx="4101977"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3" name="Tijdelijke aanduiding voor tekst 2">
            <a:extLst>
              <a:ext uri="{FF2B5EF4-FFF2-40B4-BE49-F238E27FC236}">
                <a16:creationId xmlns:a16="http://schemas.microsoft.com/office/drawing/2014/main" id="{A8B08D5F-DC48-4007-B3E4-76BA25C21676}"/>
              </a:ext>
            </a:extLst>
          </p:cNvPr>
          <p:cNvSpPr>
            <a:spLocks noGrp="1"/>
          </p:cNvSpPr>
          <p:nvPr>
            <p:ph type="body" idx="1"/>
          </p:nvPr>
        </p:nvSpPr>
        <p:spPr>
          <a:xfrm>
            <a:off x="5040001" y="792000"/>
            <a:ext cx="6228281" cy="823912"/>
          </a:xfrm>
        </p:spPr>
        <p:txBody>
          <a:bodyPr anchor="b">
            <a:noAutofit/>
          </a:bodyPr>
          <a:lstStyle>
            <a:lvl1pPr marL="0" indent="0">
              <a:buNone/>
              <a:defRPr sz="3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B272948D-E268-4603-88B2-2B415D950BF4}"/>
              </a:ext>
            </a:extLst>
          </p:cNvPr>
          <p:cNvSpPr>
            <a:spLocks noGrp="1"/>
          </p:cNvSpPr>
          <p:nvPr>
            <p:ph sz="quarter" idx="4"/>
          </p:nvPr>
        </p:nvSpPr>
        <p:spPr>
          <a:xfrm>
            <a:off x="5097620" y="1992086"/>
            <a:ext cx="6228281" cy="3767914"/>
          </a:xfrm>
        </p:spPr>
        <p:txBody>
          <a:bodyPr/>
          <a:lstStyle>
            <a:lvl1pPr marL="0" indent="0" algn="l">
              <a:buFont typeface="Arial" panose="020B0604020202020204" pitchFamily="34" charset="0"/>
              <a:buNone/>
              <a:defRPr>
                <a:solidFill>
                  <a:schemeClr val="bg1"/>
                </a:solidFill>
              </a:defRPr>
            </a:lvl1pPr>
            <a:lvl2pPr marL="457200" indent="0" algn="l">
              <a:buFont typeface="Arial" panose="020B0604020202020204" pitchFamily="34" charset="0"/>
              <a:buNone/>
              <a:defRPr>
                <a:solidFill>
                  <a:schemeClr val="bg1"/>
                </a:solidFill>
              </a:defRPr>
            </a:lvl2pPr>
            <a:lvl3pPr marL="914400" indent="0" algn="l">
              <a:buFont typeface="Arial" panose="020B0604020202020204" pitchFamily="34" charset="0"/>
              <a:buNone/>
              <a:defRPr>
                <a:solidFill>
                  <a:schemeClr val="bg1"/>
                </a:solidFill>
              </a:defRPr>
            </a:lvl3pPr>
            <a:lvl4pPr marL="1371600" indent="0" algn="l">
              <a:buFont typeface="Arial" panose="020B0604020202020204" pitchFamily="34" charset="0"/>
              <a:buNone/>
              <a:defRPr>
                <a:solidFill>
                  <a:schemeClr val="bg1"/>
                </a:solidFill>
              </a:defRPr>
            </a:lvl4pPr>
            <a:lvl5pPr marL="1828800" indent="0" algn="l">
              <a:buFont typeface="Arial" panose="020B0604020202020204" pitchFamily="34" charset="0"/>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9" name="Afbeelding 8">
            <a:extLst>
              <a:ext uri="{FF2B5EF4-FFF2-40B4-BE49-F238E27FC236}">
                <a16:creationId xmlns:a16="http://schemas.microsoft.com/office/drawing/2014/main" id="{D6DC7D93-812A-44EF-8162-A5D520F00F1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68800"/>
            <a:ext cx="1384385" cy="504742"/>
          </a:xfrm>
          <a:prstGeom prst="rect">
            <a:avLst/>
          </a:prstGeom>
        </p:spPr>
      </p:pic>
    </p:spTree>
    <p:extLst>
      <p:ext uri="{BB962C8B-B14F-4D97-AF65-F5344CB8AC3E}">
        <p14:creationId xmlns:p14="http://schemas.microsoft.com/office/powerpoint/2010/main" val="7416370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Leeg">
    <p:spTree>
      <p:nvGrpSpPr>
        <p:cNvPr id="1" name=""/>
        <p:cNvGrpSpPr/>
        <p:nvPr/>
      </p:nvGrpSpPr>
      <p:grpSpPr>
        <a:xfrm>
          <a:off x="0" y="0"/>
          <a:ext cx="0" cy="0"/>
          <a:chOff x="0" y="0"/>
          <a:chExt cx="0" cy="0"/>
        </a:xfrm>
      </p:grpSpPr>
      <p:sp>
        <p:nvSpPr>
          <p:cNvPr id="14" name="Rechthoek 13">
            <a:extLst>
              <a:ext uri="{FF2B5EF4-FFF2-40B4-BE49-F238E27FC236}">
                <a16:creationId xmlns:a16="http://schemas.microsoft.com/office/drawing/2014/main" id="{05889135-4F9D-431D-93FA-F18A2E0B61A4}"/>
              </a:ext>
            </a:extLst>
          </p:cNvPr>
          <p:cNvSpPr/>
          <p:nvPr/>
        </p:nvSpPr>
        <p:spPr>
          <a:xfrm>
            <a:off x="0"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3" name="Rechthoek 12">
            <a:extLst>
              <a:ext uri="{FF2B5EF4-FFF2-40B4-BE49-F238E27FC236}">
                <a16:creationId xmlns:a16="http://schemas.microsoft.com/office/drawing/2014/main" id="{208A81FD-CC7F-44B7-A3C2-1BA8D56EC811}"/>
              </a:ext>
            </a:extLst>
          </p:cNvPr>
          <p:cNvSpPr/>
          <p:nvPr/>
        </p:nvSpPr>
        <p:spPr>
          <a:xfrm>
            <a:off x="4080933" y="0"/>
            <a:ext cx="811106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tel 8">
            <a:extLst>
              <a:ext uri="{FF2B5EF4-FFF2-40B4-BE49-F238E27FC236}">
                <a16:creationId xmlns:a16="http://schemas.microsoft.com/office/drawing/2014/main" id="{C5FD37BF-9F19-45B6-A05D-C37E48EA6A4B}"/>
              </a:ext>
            </a:extLst>
          </p:cNvPr>
          <p:cNvSpPr>
            <a:spLocks noGrp="1"/>
          </p:cNvSpPr>
          <p:nvPr>
            <p:ph type="title"/>
          </p:nvPr>
        </p:nvSpPr>
        <p:spPr>
          <a:xfrm>
            <a:off x="-1" y="-146"/>
            <a:ext cx="4081444" cy="6858000"/>
          </a:xfrm>
          <a:noFill/>
        </p:spPr>
        <p:txBody>
          <a:bodyPr lIns="360000" tIns="792000" rIns="324000" bIns="720000" anchor="t" anchorCtr="0"/>
          <a:lstStyle>
            <a:lvl1pPr>
              <a:defRPr sz="3000"/>
            </a:lvl1pPr>
          </a:lstStyle>
          <a:p>
            <a:r>
              <a:rPr lang="en-US"/>
              <a:t>Click to edit Master title style</a:t>
            </a:r>
            <a:endParaRPr lang="nl-NL"/>
          </a:p>
        </p:txBody>
      </p:sp>
      <p:sp>
        <p:nvSpPr>
          <p:cNvPr id="12" name="Tijdelijke aanduiding voor inhoud 11">
            <a:extLst>
              <a:ext uri="{FF2B5EF4-FFF2-40B4-BE49-F238E27FC236}">
                <a16:creationId xmlns:a16="http://schemas.microsoft.com/office/drawing/2014/main" id="{294A9EF1-75FD-43E4-AE75-300DEE25DA65}"/>
              </a:ext>
            </a:extLst>
          </p:cNvPr>
          <p:cNvSpPr>
            <a:spLocks noGrp="1"/>
          </p:cNvSpPr>
          <p:nvPr>
            <p:ph sz="quarter" idx="11"/>
          </p:nvPr>
        </p:nvSpPr>
        <p:spPr>
          <a:xfrm>
            <a:off x="4080933" y="0"/>
            <a:ext cx="8111067" cy="6878638"/>
          </a:xfrm>
        </p:spPr>
        <p:txBody>
          <a:bodyPr lIns="360000" tIns="792000" rIns="324000" bIns="720000"/>
          <a:lstStyle>
            <a:lvl1pPr>
              <a:defRPr>
                <a:solidFill>
                  <a:srgbClr val="009C8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15" name="Afbeelding 14">
            <a:extLst>
              <a:ext uri="{FF2B5EF4-FFF2-40B4-BE49-F238E27FC236}">
                <a16:creationId xmlns:a16="http://schemas.microsoft.com/office/drawing/2014/main" id="{6659DCAD-DB1A-4352-8836-E929632DDE7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5970195"/>
            <a:ext cx="1384385" cy="504743"/>
          </a:xfrm>
          <a:prstGeom prst="rect">
            <a:avLst/>
          </a:prstGeom>
        </p:spPr>
      </p:pic>
    </p:spTree>
    <p:extLst>
      <p:ext uri="{BB962C8B-B14F-4D97-AF65-F5344CB8AC3E}">
        <p14:creationId xmlns:p14="http://schemas.microsoft.com/office/powerpoint/2010/main" val="26236311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Inhoud met bijschrift">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902D0237-9C24-46F9-989F-B21C10B9B3DC}"/>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3" name="Tijdelijke aanduiding voor inhoud 2">
            <a:extLst>
              <a:ext uri="{FF2B5EF4-FFF2-40B4-BE49-F238E27FC236}">
                <a16:creationId xmlns:a16="http://schemas.microsoft.com/office/drawing/2014/main" id="{ED959F1A-F72D-4CF6-A029-14E0DB166AD6}"/>
              </a:ext>
            </a:extLst>
          </p:cNvPr>
          <p:cNvSpPr>
            <a:spLocks noGrp="1"/>
          </p:cNvSpPr>
          <p:nvPr>
            <p:ph idx="1"/>
          </p:nvPr>
        </p:nvSpPr>
        <p:spPr>
          <a:xfrm>
            <a:off x="1" y="0"/>
            <a:ext cx="8111065" cy="6858000"/>
          </a:xfrm>
          <a:noFill/>
        </p:spPr>
        <p:txBody>
          <a:bodyPr lIns="612000" tIns="1404000" rIns="828000" bIns="720000"/>
          <a:lstStyle>
            <a:lvl1pPr>
              <a:defRPr sz="3200">
                <a:solidFill>
                  <a:srgbClr val="009C82"/>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pic>
        <p:nvPicPr>
          <p:cNvPr id="7" name="Afbeelding 6">
            <a:extLst>
              <a:ext uri="{FF2B5EF4-FFF2-40B4-BE49-F238E27FC236}">
                <a16:creationId xmlns:a16="http://schemas.microsoft.com/office/drawing/2014/main" id="{669C65DB-15A3-40B1-BBEC-ED2A1BA173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2"/>
          </a:xfrm>
          <a:prstGeom prst="rect">
            <a:avLst/>
          </a:prstGeom>
        </p:spPr>
      </p:pic>
      <p:sp>
        <p:nvSpPr>
          <p:cNvPr id="8" name="Rechthoek 7">
            <a:extLst>
              <a:ext uri="{FF2B5EF4-FFF2-40B4-BE49-F238E27FC236}">
                <a16:creationId xmlns:a16="http://schemas.microsoft.com/office/drawing/2014/main" id="{6878B443-A221-472B-9B31-D2923602B620}"/>
              </a:ext>
            </a:extLst>
          </p:cNvPr>
          <p:cNvSpPr/>
          <p:nvPr/>
        </p:nvSpPr>
        <p:spPr>
          <a:xfrm>
            <a:off x="8111066" y="0"/>
            <a:ext cx="4080933"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5" name="Titel 4">
            <a:extLst>
              <a:ext uri="{FF2B5EF4-FFF2-40B4-BE49-F238E27FC236}">
                <a16:creationId xmlns:a16="http://schemas.microsoft.com/office/drawing/2014/main" id="{3BC222D1-C306-4567-A343-C722A1158F2B}"/>
              </a:ext>
            </a:extLst>
          </p:cNvPr>
          <p:cNvSpPr>
            <a:spLocks noGrp="1"/>
          </p:cNvSpPr>
          <p:nvPr>
            <p:ph type="title"/>
          </p:nvPr>
        </p:nvSpPr>
        <p:spPr>
          <a:xfrm>
            <a:off x="8435064" y="828742"/>
            <a:ext cx="3432935" cy="4318445"/>
          </a:xfrm>
        </p:spPr>
        <p:txBody>
          <a:bodyPr anchor="t" anchorCtr="0"/>
          <a:lstStyle>
            <a:lvl1pPr>
              <a:defRPr sz="3000">
                <a:solidFill>
                  <a:schemeClr val="bg1"/>
                </a:solidFill>
              </a:defRPr>
            </a:lvl1pPr>
          </a:lstStyle>
          <a:p>
            <a:r>
              <a:rPr lang="en-US"/>
              <a:t>Click to edit Master title style</a:t>
            </a:r>
            <a:endParaRPr lang="nl-NL"/>
          </a:p>
        </p:txBody>
      </p:sp>
    </p:spTree>
    <p:extLst>
      <p:ext uri="{BB962C8B-B14F-4D97-AF65-F5344CB8AC3E}">
        <p14:creationId xmlns:p14="http://schemas.microsoft.com/office/powerpoint/2010/main" val="35402933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Afbeelding met bijschrif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D56FCA5F-563C-4963-A6C6-ACB86FD6731A}"/>
              </a:ext>
            </a:extLst>
          </p:cNvPr>
          <p:cNvSpPr/>
          <p:nvPr/>
        </p:nvSpPr>
        <p:spPr>
          <a:xfrm>
            <a:off x="0" y="0"/>
            <a:ext cx="8128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a:extLst>
              <a:ext uri="{FF2B5EF4-FFF2-40B4-BE49-F238E27FC236}">
                <a16:creationId xmlns:a16="http://schemas.microsoft.com/office/drawing/2014/main" id="{8892A113-690F-4A70-A450-6B634995DCCF}"/>
              </a:ext>
            </a:extLst>
          </p:cNvPr>
          <p:cNvSpPr>
            <a:spLocks noGrp="1"/>
          </p:cNvSpPr>
          <p:nvPr>
            <p:ph type="title"/>
          </p:nvPr>
        </p:nvSpPr>
        <p:spPr>
          <a:xfrm>
            <a:off x="0" y="-1"/>
            <a:ext cx="8128000" cy="6857999"/>
          </a:xfrm>
          <a:noFill/>
        </p:spPr>
        <p:txBody>
          <a:bodyPr lIns="612000" tIns="1440000" rIns="828000" bIns="720000" anchor="t" anchorCtr="0"/>
          <a:lstStyle>
            <a:lvl1pPr>
              <a:defRPr sz="3000">
                <a:solidFill>
                  <a:schemeClr val="bg1"/>
                </a:solidFill>
              </a:defRPr>
            </a:lvl1pPr>
          </a:lstStyle>
          <a:p>
            <a:r>
              <a:rPr lang="en-US"/>
              <a:t>Click to edit Master title style</a:t>
            </a:r>
            <a:endParaRPr lang="nl-NL"/>
          </a:p>
        </p:txBody>
      </p:sp>
      <p:sp>
        <p:nvSpPr>
          <p:cNvPr id="3" name="Tijdelijke aanduiding voor afbeelding 2">
            <a:extLst>
              <a:ext uri="{FF2B5EF4-FFF2-40B4-BE49-F238E27FC236}">
                <a16:creationId xmlns:a16="http://schemas.microsoft.com/office/drawing/2014/main" id="{93351474-BA6D-40FF-AD94-E36000AB4453}"/>
              </a:ext>
            </a:extLst>
          </p:cNvPr>
          <p:cNvSpPr>
            <a:spLocks noGrp="1"/>
          </p:cNvSpPr>
          <p:nvPr>
            <p:ph type="pic" idx="1"/>
          </p:nvPr>
        </p:nvSpPr>
        <p:spPr>
          <a:xfrm>
            <a:off x="8128000" y="-3"/>
            <a:ext cx="4064000" cy="6858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NL"/>
          </a:p>
        </p:txBody>
      </p:sp>
      <p:pic>
        <p:nvPicPr>
          <p:cNvPr id="7" name="Afbeelding 6">
            <a:extLst>
              <a:ext uri="{FF2B5EF4-FFF2-40B4-BE49-F238E27FC236}">
                <a16:creationId xmlns:a16="http://schemas.microsoft.com/office/drawing/2014/main" id="{9BAC8430-1514-4873-ABE5-EA31EA5A069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3"/>
          </a:xfrm>
          <a:prstGeom prst="rect">
            <a:avLst/>
          </a:prstGeom>
        </p:spPr>
      </p:pic>
    </p:spTree>
    <p:extLst>
      <p:ext uri="{BB962C8B-B14F-4D97-AF65-F5344CB8AC3E}">
        <p14:creationId xmlns:p14="http://schemas.microsoft.com/office/powerpoint/2010/main" val="23357614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el en verticale tekst">
    <p:spTree>
      <p:nvGrpSpPr>
        <p:cNvPr id="1" name=""/>
        <p:cNvGrpSpPr/>
        <p:nvPr/>
      </p:nvGrpSpPr>
      <p:grpSpPr>
        <a:xfrm>
          <a:off x="0" y="0"/>
          <a:ext cx="0" cy="0"/>
          <a:chOff x="0" y="0"/>
          <a:chExt cx="0" cy="0"/>
        </a:xfrm>
      </p:grpSpPr>
      <p:sp>
        <p:nvSpPr>
          <p:cNvPr id="12" name="Rechthoek 11">
            <a:extLst>
              <a:ext uri="{FF2B5EF4-FFF2-40B4-BE49-F238E27FC236}">
                <a16:creationId xmlns:a16="http://schemas.microsoft.com/office/drawing/2014/main" id="{2D64C1C9-6779-4C2B-8929-B830AA9CB137}"/>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AEB84E45-4AEA-4831-9B87-14B3517136B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2"/>
          </a:xfrm>
          <a:prstGeom prst="rect">
            <a:avLst/>
          </a:prstGeom>
        </p:spPr>
      </p:pic>
      <p:sp>
        <p:nvSpPr>
          <p:cNvPr id="2" name="Slide Number Placeholder 4">
            <a:extLst>
              <a:ext uri="{FF2B5EF4-FFF2-40B4-BE49-F238E27FC236}">
                <a16:creationId xmlns:a16="http://schemas.microsoft.com/office/drawing/2014/main" id="{EC19DED4-6C40-E918-74F2-5A9021C18362}"/>
              </a:ext>
            </a:extLst>
          </p:cNvPr>
          <p:cNvSpPr txBox="1">
            <a:spLocks/>
          </p:cNvSpPr>
          <p:nvPr userDrawn="1"/>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latin typeface="Arial" panose="020B0604020202020204" pitchFamily="34" charset="0"/>
                <a:cs typeface="Arial" panose="020B0604020202020204" pitchFamily="34" charset="0"/>
              </a:rPr>
              <a:pPr/>
              <a:t>‹#›</a:t>
            </a:fld>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651430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Verticale titel en tekst">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9EE0B92A-A73A-4C1F-A960-EBEE0651E7E5}"/>
              </a:ext>
            </a:extLst>
          </p:cNvPr>
          <p:cNvSpPr/>
          <p:nvPr/>
        </p:nvSpPr>
        <p:spPr>
          <a:xfrm>
            <a:off x="0" y="0"/>
            <a:ext cx="121920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pic>
        <p:nvPicPr>
          <p:cNvPr id="3" name="Afbeelding 2">
            <a:extLst>
              <a:ext uri="{FF2B5EF4-FFF2-40B4-BE49-F238E27FC236}">
                <a16:creationId xmlns:a16="http://schemas.microsoft.com/office/drawing/2014/main" id="{EC08955C-C1E9-4B08-A66E-790BD8E5EB5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4000" y="324000"/>
            <a:ext cx="1384385" cy="504743"/>
          </a:xfrm>
          <a:prstGeom prst="rect">
            <a:avLst/>
          </a:prstGeom>
        </p:spPr>
      </p:pic>
    </p:spTree>
    <p:extLst>
      <p:ext uri="{BB962C8B-B14F-4D97-AF65-F5344CB8AC3E}">
        <p14:creationId xmlns:p14="http://schemas.microsoft.com/office/powerpoint/2010/main" val="24534142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1_Titeldia">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Ond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Tijdelijke aanduiding voor datum 3"/>
          <p:cNvSpPr>
            <a:spLocks noGrp="1"/>
          </p:cNvSpPr>
          <p:nvPr>
            <p:ph type="dt" sz="half" idx="10"/>
          </p:nvPr>
        </p:nvSpPr>
        <p:spPr/>
        <p:txBody>
          <a:bodyPr/>
          <a:lstStyle/>
          <a:p>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B82B4C31-D587-489A-9E91-35D0F767D5C0}" type="slidenum">
              <a:rPr lang="nl-NL" smtClean="0"/>
              <a:t>‹#›</a:t>
            </a:fld>
            <a:endParaRPr lang="nl-NL"/>
          </a:p>
        </p:txBody>
      </p:sp>
    </p:spTree>
    <p:extLst>
      <p:ext uri="{BB962C8B-B14F-4D97-AF65-F5344CB8AC3E}">
        <p14:creationId xmlns:p14="http://schemas.microsoft.com/office/powerpoint/2010/main" val="344150777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pic>
        <p:nvPicPr>
          <p:cNvPr id="5" name="Afbeelding 4"/>
          <p:cNvPicPr>
            <a:picLocks noChangeAspect="1"/>
          </p:cNvPicPr>
          <p:nvPr/>
        </p:nvPicPr>
        <p:blipFill>
          <a:blip r:embed="rId2">
            <a:extLst>
              <a:ext uri="{28A0092B-C50C-407E-A947-70E740481C1C}">
                <a14:useLocalDpi xmlns:a14="http://schemas.microsoft.com/office/drawing/2010/main"/>
              </a:ext>
            </a:extLst>
          </a:blip>
          <a:stretch>
            <a:fillRect/>
          </a:stretch>
        </p:blipFill>
        <p:spPr bwMode="auto">
          <a:xfrm>
            <a:off x="3" y="3"/>
            <a:ext cx="12191996" cy="6857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hasCustomPrompt="1"/>
          </p:nvPr>
        </p:nvSpPr>
        <p:spPr>
          <a:xfrm>
            <a:off x="478356" y="1296000"/>
            <a:ext cx="6840000" cy="2376000"/>
          </a:xfrm>
        </p:spPr>
        <p:txBody>
          <a:bodyPr anchor="t" anchorCtr="0">
            <a:noAutofit/>
          </a:bodyPr>
          <a:lstStyle>
            <a:lvl1pPr algn="l">
              <a:defRPr sz="6000" b="1">
                <a:solidFill>
                  <a:schemeClr val="tx1"/>
                </a:solidFill>
              </a:defRPr>
            </a:lvl1pPr>
          </a:lstStyle>
          <a:p>
            <a:r>
              <a:rPr lang="nl-NL"/>
              <a:t>Klik om een titel te maken</a:t>
            </a:r>
            <a:endParaRPr lang="en-US"/>
          </a:p>
        </p:txBody>
      </p:sp>
      <p:sp>
        <p:nvSpPr>
          <p:cNvPr id="3" name="Ondertitel 2"/>
          <p:cNvSpPr>
            <a:spLocks noGrp="1"/>
          </p:cNvSpPr>
          <p:nvPr>
            <p:ph type="subTitle" idx="1" hasCustomPrompt="1"/>
          </p:nvPr>
        </p:nvSpPr>
        <p:spPr>
          <a:xfrm>
            <a:off x="478356" y="288000"/>
            <a:ext cx="6840000" cy="792000"/>
          </a:xfrm>
        </p:spPr>
        <p:txBody>
          <a:bodyPr anchor="b" anchorCtr="0">
            <a:normAutofit/>
          </a:bodyPr>
          <a:lstStyle>
            <a:lvl1pPr marL="0" indent="0" algn="l">
              <a:buNone/>
              <a:defRPr sz="2200" i="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voor de subtitel</a:t>
            </a:r>
            <a:endParaRPr lang="en-US"/>
          </a:p>
        </p:txBody>
      </p:sp>
      <p:sp>
        <p:nvSpPr>
          <p:cNvPr id="6" name="Tekstvak 5">
            <a:extLst>
              <a:ext uri="{FF2B5EF4-FFF2-40B4-BE49-F238E27FC236}">
                <a16:creationId xmlns:a16="http://schemas.microsoft.com/office/drawing/2014/main" id="{9287665F-62CD-4131-9BD9-8FAAA949A596}"/>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TITELDIA</a:t>
            </a:r>
          </a:p>
        </p:txBody>
      </p:sp>
      <p:pic>
        <p:nvPicPr>
          <p:cNvPr id="10" name="Afbeelding 9">
            <a:extLst>
              <a:ext uri="{FF2B5EF4-FFF2-40B4-BE49-F238E27FC236}">
                <a16:creationId xmlns:a16="http://schemas.microsoft.com/office/drawing/2014/main" id="{12CF3485-17FB-471E-8577-1BDF378BC77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0708" y="5460765"/>
            <a:ext cx="2844000" cy="1100335"/>
          </a:xfrm>
          <a:prstGeom prst="rect">
            <a:avLst/>
          </a:prstGeom>
        </p:spPr>
      </p:pic>
    </p:spTree>
    <p:extLst>
      <p:ext uri="{BB962C8B-B14F-4D97-AF65-F5344CB8AC3E}">
        <p14:creationId xmlns:p14="http://schemas.microsoft.com/office/powerpoint/2010/main" val="13739561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eldia - groen">
    <p:spTree>
      <p:nvGrpSpPr>
        <p:cNvPr id="1" name=""/>
        <p:cNvGrpSpPr/>
        <p:nvPr/>
      </p:nvGrpSpPr>
      <p:grpSpPr>
        <a:xfrm>
          <a:off x="0" y="0"/>
          <a:ext cx="0" cy="0"/>
          <a:chOff x="0" y="0"/>
          <a:chExt cx="0" cy="0"/>
        </a:xfrm>
      </p:grpSpPr>
      <p:sp>
        <p:nvSpPr>
          <p:cNvPr id="4" name="Rectangle 3"/>
          <p:cNvSpPr/>
          <p:nvPr/>
        </p:nvSpPr>
        <p:spPr>
          <a:xfrm>
            <a:off x="1" y="3"/>
            <a:ext cx="822491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5" name="Afbeelding 4"/>
          <p:cNvPicPr>
            <a:picLocks noChangeAspect="1"/>
          </p:cNvPicPr>
          <p:nvPr/>
        </p:nvPicPr>
        <p:blipFill>
          <a:blip r:embed="rId2">
            <a:extLst>
              <a:ext uri="{28A0092B-C50C-407E-A947-70E740481C1C}">
                <a14:useLocalDpi xmlns:a14="http://schemas.microsoft.com/office/drawing/2010/main"/>
              </a:ext>
            </a:extLst>
          </a:blip>
          <a:stretch>
            <a:fillRect/>
          </a:stretch>
        </p:blipFill>
        <p:spPr bwMode="auto">
          <a:xfrm>
            <a:off x="8131127" y="0"/>
            <a:ext cx="406603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ctrTitle" hasCustomPrompt="1"/>
          </p:nvPr>
        </p:nvSpPr>
        <p:spPr>
          <a:xfrm>
            <a:off x="478800" y="1296000"/>
            <a:ext cx="6840000" cy="2376000"/>
          </a:xfrm>
        </p:spPr>
        <p:txBody>
          <a:bodyPr anchor="t" anchorCtr="0">
            <a:noAutofit/>
          </a:bodyPr>
          <a:lstStyle>
            <a:lvl1pPr algn="l">
              <a:defRPr sz="6000" b="1">
                <a:solidFill>
                  <a:schemeClr val="bg1"/>
                </a:solidFill>
              </a:defRPr>
            </a:lvl1pPr>
          </a:lstStyle>
          <a:p>
            <a:r>
              <a:rPr lang="nl-NL"/>
              <a:t>Klik om een titel te maken</a:t>
            </a:r>
            <a:endParaRPr lang="en-US"/>
          </a:p>
        </p:txBody>
      </p:sp>
      <p:sp>
        <p:nvSpPr>
          <p:cNvPr id="3" name="Ondertitel 2"/>
          <p:cNvSpPr>
            <a:spLocks noGrp="1"/>
          </p:cNvSpPr>
          <p:nvPr>
            <p:ph type="subTitle" idx="1" hasCustomPrompt="1"/>
          </p:nvPr>
        </p:nvSpPr>
        <p:spPr>
          <a:xfrm>
            <a:off x="478800" y="288000"/>
            <a:ext cx="6840000" cy="792000"/>
          </a:xfrm>
        </p:spPr>
        <p:txBody>
          <a:bodyPr anchor="b" anchorCtr="0">
            <a:normAutofit/>
          </a:bodyPr>
          <a:lstStyle>
            <a:lvl1pPr marL="0" indent="0" algn="l">
              <a:buNone/>
              <a:defRPr sz="220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voor de subtitel</a:t>
            </a:r>
            <a:endParaRPr lang="en-US"/>
          </a:p>
        </p:txBody>
      </p:sp>
      <p:sp>
        <p:nvSpPr>
          <p:cNvPr id="7" name="Tijdelijke aanduiding voor tekst 7">
            <a:extLst>
              <a:ext uri="{FF2B5EF4-FFF2-40B4-BE49-F238E27FC236}">
                <a16:creationId xmlns:a16="http://schemas.microsoft.com/office/drawing/2014/main" id="{B2EEF6AA-5177-E343-981A-EA1DF6E43F8B}"/>
              </a:ext>
            </a:extLst>
          </p:cNvPr>
          <p:cNvSpPr>
            <a:spLocks noGrp="1"/>
          </p:cNvSpPr>
          <p:nvPr>
            <p:ph type="body" sz="quarter" idx="13" hasCustomPrompt="1"/>
          </p:nvPr>
        </p:nvSpPr>
        <p:spPr>
          <a:xfrm>
            <a:off x="478800" y="4107320"/>
            <a:ext cx="6840000" cy="298223"/>
          </a:xfrm>
          <a:prstGeom prst="rect">
            <a:avLst/>
          </a:prstGeom>
        </p:spPr>
        <p:txBody>
          <a:bodyPr>
            <a:normAutofit/>
          </a:bodyPr>
          <a:lstStyle>
            <a:lvl1pPr marL="0" indent="0">
              <a:buFontTx/>
              <a:buNone/>
              <a:defRPr sz="1600" baseline="0">
                <a:solidFill>
                  <a:schemeClr val="bg1"/>
                </a:solidFill>
              </a:defRPr>
            </a:lvl1pPr>
          </a:lstStyle>
          <a:p>
            <a:r>
              <a:rPr lang="nl-NL"/>
              <a:t>Voor- en achternaam</a:t>
            </a:r>
          </a:p>
        </p:txBody>
      </p:sp>
      <p:sp>
        <p:nvSpPr>
          <p:cNvPr id="8" name="Tijdelijke aanduiding voor tekst 12">
            <a:extLst>
              <a:ext uri="{FF2B5EF4-FFF2-40B4-BE49-F238E27FC236}">
                <a16:creationId xmlns:a16="http://schemas.microsoft.com/office/drawing/2014/main" id="{D4220856-237A-504F-92B2-5ECE87CB7392}"/>
              </a:ext>
            </a:extLst>
          </p:cNvPr>
          <p:cNvSpPr>
            <a:spLocks noGrp="1"/>
          </p:cNvSpPr>
          <p:nvPr>
            <p:ph type="body" sz="quarter" idx="15" hasCustomPrompt="1"/>
          </p:nvPr>
        </p:nvSpPr>
        <p:spPr>
          <a:xfrm>
            <a:off x="478800" y="4467095"/>
            <a:ext cx="6839347" cy="304800"/>
          </a:xfrm>
          <a:prstGeom prst="rect">
            <a:avLst/>
          </a:prstGeom>
        </p:spPr>
        <p:txBody>
          <a:bodyPr>
            <a:normAutofit/>
          </a:bodyPr>
          <a:lstStyle>
            <a:lvl1pPr marL="0" indent="0">
              <a:buFontTx/>
              <a:buNone/>
              <a:defRPr sz="1600" baseline="0">
                <a:solidFill>
                  <a:schemeClr val="bg1"/>
                </a:solidFill>
              </a:defRPr>
            </a:lvl1pPr>
          </a:lstStyle>
          <a:p>
            <a:r>
              <a:rPr lang="nl-NL"/>
              <a:t>Datum</a:t>
            </a:r>
          </a:p>
        </p:txBody>
      </p:sp>
      <p:sp>
        <p:nvSpPr>
          <p:cNvPr id="9" name="Tekstvak 8">
            <a:extLst>
              <a:ext uri="{FF2B5EF4-FFF2-40B4-BE49-F238E27FC236}">
                <a16:creationId xmlns:a16="http://schemas.microsoft.com/office/drawing/2014/main" id="{CF62E955-F76A-4DE8-A1BB-8B59F2C0B567}"/>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TITELDIA-GROEN</a:t>
            </a:r>
          </a:p>
        </p:txBody>
      </p:sp>
      <p:pic>
        <p:nvPicPr>
          <p:cNvPr id="15" name="Afbeelding 14">
            <a:extLst>
              <a:ext uri="{FF2B5EF4-FFF2-40B4-BE49-F238E27FC236}">
                <a16:creationId xmlns:a16="http://schemas.microsoft.com/office/drawing/2014/main" id="{B1A9597E-956D-4D57-9D06-941C499C519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1559" y="5461202"/>
            <a:ext cx="2842299" cy="1100335"/>
          </a:xfrm>
          <a:prstGeom prst="rect">
            <a:avLst/>
          </a:prstGeom>
        </p:spPr>
      </p:pic>
    </p:spTree>
    <p:extLst>
      <p:ext uri="{BB962C8B-B14F-4D97-AF65-F5344CB8AC3E}">
        <p14:creationId xmlns:p14="http://schemas.microsoft.com/office/powerpoint/2010/main" val="35503672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eldia met foto">
    <p:spTree>
      <p:nvGrpSpPr>
        <p:cNvPr id="1" name=""/>
        <p:cNvGrpSpPr/>
        <p:nvPr/>
      </p:nvGrpSpPr>
      <p:grpSpPr>
        <a:xfrm>
          <a:off x="0" y="0"/>
          <a:ext cx="0" cy="0"/>
          <a:chOff x="0" y="0"/>
          <a:chExt cx="0" cy="0"/>
        </a:xfrm>
      </p:grpSpPr>
      <p:sp>
        <p:nvSpPr>
          <p:cNvPr id="4" name="Rectangle 3"/>
          <p:cNvSpPr/>
          <p:nvPr/>
        </p:nvSpPr>
        <p:spPr>
          <a:xfrm>
            <a:off x="-1" y="3"/>
            <a:ext cx="8203476"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Picture Placeholder 7"/>
          <p:cNvSpPr>
            <a:spLocks noGrp="1"/>
          </p:cNvSpPr>
          <p:nvPr>
            <p:ph type="pic" sz="quarter" idx="10" hasCustomPrompt="1"/>
          </p:nvPr>
        </p:nvSpPr>
        <p:spPr>
          <a:xfrm>
            <a:off x="8131200" y="0"/>
            <a:ext cx="40608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2" name="Titel 1"/>
          <p:cNvSpPr>
            <a:spLocks noGrp="1"/>
          </p:cNvSpPr>
          <p:nvPr>
            <p:ph type="ctrTitle" hasCustomPrompt="1"/>
          </p:nvPr>
        </p:nvSpPr>
        <p:spPr>
          <a:xfrm>
            <a:off x="478800" y="1296000"/>
            <a:ext cx="6840000" cy="2376000"/>
          </a:xfrm>
        </p:spPr>
        <p:txBody>
          <a:bodyPr anchor="t" anchorCtr="0">
            <a:noAutofit/>
          </a:bodyPr>
          <a:lstStyle>
            <a:lvl1pPr algn="l">
              <a:defRPr sz="6000" b="1">
                <a:solidFill>
                  <a:schemeClr val="tx1"/>
                </a:solidFill>
              </a:defRPr>
            </a:lvl1pPr>
          </a:lstStyle>
          <a:p>
            <a:r>
              <a:rPr lang="nl-NL"/>
              <a:t>Klik om een titel te maken</a:t>
            </a:r>
            <a:endParaRPr lang="en-US"/>
          </a:p>
        </p:txBody>
      </p:sp>
      <p:sp>
        <p:nvSpPr>
          <p:cNvPr id="3" name="Ondertitel 2"/>
          <p:cNvSpPr>
            <a:spLocks noGrp="1"/>
          </p:cNvSpPr>
          <p:nvPr>
            <p:ph type="subTitle" idx="1" hasCustomPrompt="1"/>
          </p:nvPr>
        </p:nvSpPr>
        <p:spPr>
          <a:xfrm>
            <a:off x="478800" y="288000"/>
            <a:ext cx="6840000" cy="792000"/>
          </a:xfrm>
        </p:spPr>
        <p:txBody>
          <a:bodyPr anchor="b" anchorCtr="0">
            <a:normAutofit/>
          </a:bodyPr>
          <a:lstStyle>
            <a:lvl1pPr marL="0" indent="0" algn="l">
              <a:buNone/>
              <a:defRPr sz="2200" i="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voor de subtitel</a:t>
            </a:r>
            <a:endParaRPr lang="en-US"/>
          </a:p>
        </p:txBody>
      </p:sp>
      <p:sp>
        <p:nvSpPr>
          <p:cNvPr id="9" name="Tijdelijke aanduiding voor tekst 7">
            <a:extLst>
              <a:ext uri="{FF2B5EF4-FFF2-40B4-BE49-F238E27FC236}">
                <a16:creationId xmlns:a16="http://schemas.microsoft.com/office/drawing/2014/main" id="{B2EEF6AA-5177-E343-981A-EA1DF6E43F8B}"/>
              </a:ext>
            </a:extLst>
          </p:cNvPr>
          <p:cNvSpPr>
            <a:spLocks noGrp="1"/>
          </p:cNvSpPr>
          <p:nvPr>
            <p:ph type="body" sz="quarter" idx="13" hasCustomPrompt="1"/>
          </p:nvPr>
        </p:nvSpPr>
        <p:spPr>
          <a:xfrm>
            <a:off x="478800" y="4107320"/>
            <a:ext cx="6840653" cy="298223"/>
          </a:xfrm>
          <a:prstGeom prst="rect">
            <a:avLst/>
          </a:prstGeom>
        </p:spPr>
        <p:txBody>
          <a:bodyPr>
            <a:normAutofit/>
          </a:bodyPr>
          <a:lstStyle>
            <a:lvl1pPr marL="0" indent="0">
              <a:buFontTx/>
              <a:buNone/>
              <a:defRPr sz="1600" baseline="0">
                <a:solidFill>
                  <a:srgbClr val="009C82"/>
                </a:solidFill>
              </a:defRPr>
            </a:lvl1pPr>
          </a:lstStyle>
          <a:p>
            <a:r>
              <a:rPr lang="nl-NL"/>
              <a:t>Voor- en achternaam</a:t>
            </a:r>
          </a:p>
        </p:txBody>
      </p:sp>
      <p:sp>
        <p:nvSpPr>
          <p:cNvPr id="10" name="Tijdelijke aanduiding voor tekst 12">
            <a:extLst>
              <a:ext uri="{FF2B5EF4-FFF2-40B4-BE49-F238E27FC236}">
                <a16:creationId xmlns:a16="http://schemas.microsoft.com/office/drawing/2014/main" id="{D4220856-237A-504F-92B2-5ECE87CB7392}"/>
              </a:ext>
            </a:extLst>
          </p:cNvPr>
          <p:cNvSpPr>
            <a:spLocks noGrp="1"/>
          </p:cNvSpPr>
          <p:nvPr>
            <p:ph type="body" sz="quarter" idx="15" hasCustomPrompt="1"/>
          </p:nvPr>
        </p:nvSpPr>
        <p:spPr>
          <a:xfrm>
            <a:off x="478800" y="4467095"/>
            <a:ext cx="6840000" cy="304800"/>
          </a:xfrm>
          <a:prstGeom prst="rect">
            <a:avLst/>
          </a:prstGeom>
        </p:spPr>
        <p:txBody>
          <a:bodyPr>
            <a:normAutofit/>
          </a:bodyPr>
          <a:lstStyle>
            <a:lvl1pPr marL="0" indent="0">
              <a:buFontTx/>
              <a:buNone/>
              <a:defRPr sz="1600" baseline="0">
                <a:solidFill>
                  <a:srgbClr val="009C82"/>
                </a:solidFill>
              </a:defRPr>
            </a:lvl1pPr>
          </a:lstStyle>
          <a:p>
            <a:r>
              <a:rPr lang="nl-NL"/>
              <a:t>Datum</a:t>
            </a:r>
          </a:p>
        </p:txBody>
      </p:sp>
      <p:sp>
        <p:nvSpPr>
          <p:cNvPr id="12" name="Tekstvak 11">
            <a:extLst>
              <a:ext uri="{FF2B5EF4-FFF2-40B4-BE49-F238E27FC236}">
                <a16:creationId xmlns:a16="http://schemas.microsoft.com/office/drawing/2014/main" id="{CCE6B724-6B58-4515-B463-84D4E794F73B}"/>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TITELDIA MET FOTO</a:t>
            </a:r>
          </a:p>
        </p:txBody>
      </p:sp>
      <p:sp>
        <p:nvSpPr>
          <p:cNvPr id="14" name="Tekstvak 13">
            <a:extLst>
              <a:ext uri="{FF2B5EF4-FFF2-40B4-BE49-F238E27FC236}">
                <a16:creationId xmlns:a16="http://schemas.microsoft.com/office/drawing/2014/main" id="{A8F674CA-F8DA-462E-A15C-CDBF6BC504E2}"/>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pic>
        <p:nvPicPr>
          <p:cNvPr id="15" name="Afbeelding 14">
            <a:extLst>
              <a:ext uri="{FF2B5EF4-FFF2-40B4-BE49-F238E27FC236}">
                <a16:creationId xmlns:a16="http://schemas.microsoft.com/office/drawing/2014/main" id="{A8A007AA-B55B-4E9D-A2F8-666B46E418C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8AFAFDC3-00F9-47CD-8BCB-D1616EBC9ED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8" name="Afbeelding 17">
            <a:extLst>
              <a:ext uri="{FF2B5EF4-FFF2-40B4-BE49-F238E27FC236}">
                <a16:creationId xmlns:a16="http://schemas.microsoft.com/office/drawing/2014/main" id="{5C8AFDF8-1E85-4372-95AE-14A33EA128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9" name="Afbeelding 18">
            <a:extLst>
              <a:ext uri="{FF2B5EF4-FFF2-40B4-BE49-F238E27FC236}">
                <a16:creationId xmlns:a16="http://schemas.microsoft.com/office/drawing/2014/main" id="{DCC2A9E9-C804-4EB0-B3AD-C5402F1A15B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00708" y="5460765"/>
            <a:ext cx="2844000" cy="1100335"/>
          </a:xfrm>
          <a:prstGeom prst="rect">
            <a:avLst/>
          </a:prstGeom>
        </p:spPr>
      </p:pic>
    </p:spTree>
    <p:extLst>
      <p:ext uri="{BB962C8B-B14F-4D97-AF65-F5344CB8AC3E}">
        <p14:creationId xmlns:p14="http://schemas.microsoft.com/office/powerpoint/2010/main" val="382265204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p>
        </p:txBody>
      </p:sp>
      <p:sp>
        <p:nvSpPr>
          <p:cNvPr id="3" name="Tijdelijke aanduiding voor inhoud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5" name="Tekstvak 4">
            <a:extLst>
              <a:ext uri="{FF2B5EF4-FFF2-40B4-BE49-F238E27FC236}">
                <a16:creationId xmlns:a16="http://schemas.microsoft.com/office/drawing/2014/main" id="{83CAAD80-5083-4E39-80FC-83B1EBE8A588}"/>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a:t>
            </a:r>
          </a:p>
        </p:txBody>
      </p:sp>
    </p:spTree>
    <p:extLst>
      <p:ext uri="{BB962C8B-B14F-4D97-AF65-F5344CB8AC3E}">
        <p14:creationId xmlns:p14="http://schemas.microsoft.com/office/powerpoint/2010/main" val="114978590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el en object (wi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Click to edit Master title style</a:t>
            </a:r>
          </a:p>
        </p:txBody>
      </p:sp>
      <p:sp>
        <p:nvSpPr>
          <p:cNvPr id="3" name="Tijdelijke aanduiding voor inhoud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4" name="Rechthoek 3"/>
          <p:cNvSpPr/>
          <p:nvPr/>
        </p:nvSpPr>
        <p:spPr>
          <a:xfrm>
            <a:off x="0" y="-1"/>
            <a:ext cx="12192000" cy="591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6" name="Tekstvak 5">
            <a:extLst>
              <a:ext uri="{FF2B5EF4-FFF2-40B4-BE49-F238E27FC236}">
                <a16:creationId xmlns:a16="http://schemas.microsoft.com/office/drawing/2014/main" id="{E631A57E-AFC2-43F7-8E0B-1D68531D3ABF}"/>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(wit)</a:t>
            </a:r>
          </a:p>
        </p:txBody>
      </p:sp>
    </p:spTree>
    <p:extLst>
      <p:ext uri="{BB962C8B-B14F-4D97-AF65-F5344CB8AC3E}">
        <p14:creationId xmlns:p14="http://schemas.microsoft.com/office/powerpoint/2010/main" val="713457818"/>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el en object (wit+1/3 foto)">
    <p:spTree>
      <p:nvGrpSpPr>
        <p:cNvPr id="1" name=""/>
        <p:cNvGrpSpPr/>
        <p:nvPr/>
      </p:nvGrpSpPr>
      <p:grpSpPr>
        <a:xfrm>
          <a:off x="0" y="0"/>
          <a:ext cx="0" cy="0"/>
          <a:chOff x="0" y="0"/>
          <a:chExt cx="0" cy="0"/>
        </a:xfrm>
      </p:grpSpPr>
      <p:sp>
        <p:nvSpPr>
          <p:cNvPr id="4" name="Rechthoek 3"/>
          <p:cNvSpPr/>
          <p:nvPr/>
        </p:nvSpPr>
        <p:spPr>
          <a:xfrm>
            <a:off x="0" y="-1"/>
            <a:ext cx="12192000" cy="591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10" name="Picture Placeholder 7">
            <a:extLst>
              <a:ext uri="{FF2B5EF4-FFF2-40B4-BE49-F238E27FC236}">
                <a16:creationId xmlns:a16="http://schemas.microsoft.com/office/drawing/2014/main" id="{6892B8C9-9FB2-4773-A4FB-95DC8AA4747A}"/>
              </a:ext>
            </a:extLst>
          </p:cNvPr>
          <p:cNvSpPr>
            <a:spLocks noGrp="1"/>
          </p:cNvSpPr>
          <p:nvPr>
            <p:ph type="pic" sz="quarter" idx="10" hasCustomPrompt="1"/>
          </p:nvPr>
        </p:nvSpPr>
        <p:spPr>
          <a:xfrm>
            <a:off x="8131200" y="0"/>
            <a:ext cx="40608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2" name="Titel 1"/>
          <p:cNvSpPr>
            <a:spLocks noGrp="1"/>
          </p:cNvSpPr>
          <p:nvPr>
            <p:ph type="title"/>
          </p:nvPr>
        </p:nvSpPr>
        <p:spPr>
          <a:xfrm>
            <a:off x="670986" y="1026000"/>
            <a:ext cx="7122865" cy="666000"/>
          </a:xfrm>
        </p:spPr>
        <p:txBody>
          <a:bodyPr/>
          <a:lstStyle/>
          <a:p>
            <a:r>
              <a:rPr lang="en-US"/>
              <a:t>Click to edit Master title style</a:t>
            </a:r>
          </a:p>
        </p:txBody>
      </p:sp>
      <p:sp>
        <p:nvSpPr>
          <p:cNvPr id="3" name="Tijdelijke aanduiding voor inhoud 2"/>
          <p:cNvSpPr>
            <a:spLocks noGrp="1"/>
          </p:cNvSpPr>
          <p:nvPr>
            <p:ph idx="1"/>
          </p:nvPr>
        </p:nvSpPr>
        <p:spPr>
          <a:xfrm>
            <a:off x="670986" y="1764000"/>
            <a:ext cx="7122865"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11" name="Tekstvak 10">
            <a:extLst>
              <a:ext uri="{FF2B5EF4-FFF2-40B4-BE49-F238E27FC236}">
                <a16:creationId xmlns:a16="http://schemas.microsoft.com/office/drawing/2014/main" id="{7A595EE6-BDA6-43DD-955F-79046DE607D5}"/>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(wit+1/3 foto)</a:t>
            </a:r>
          </a:p>
        </p:txBody>
      </p:sp>
      <p:pic>
        <p:nvPicPr>
          <p:cNvPr id="13" name="Afbeelding 12">
            <a:extLst>
              <a:ext uri="{FF2B5EF4-FFF2-40B4-BE49-F238E27FC236}">
                <a16:creationId xmlns:a16="http://schemas.microsoft.com/office/drawing/2014/main" id="{C029E682-A8BB-47FD-A325-4DFA4345394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4" name="Afbeelding 13">
            <a:extLst>
              <a:ext uri="{FF2B5EF4-FFF2-40B4-BE49-F238E27FC236}">
                <a16:creationId xmlns:a16="http://schemas.microsoft.com/office/drawing/2014/main" id="{38D7D234-8261-4EA0-B56C-D8D99B2E30C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489B0BBB-4ADE-4546-9C32-E55E68427B6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5" name="Tekstvak 14">
            <a:extLst>
              <a:ext uri="{FF2B5EF4-FFF2-40B4-BE49-F238E27FC236}">
                <a16:creationId xmlns:a16="http://schemas.microsoft.com/office/drawing/2014/main" id="{A4CF239C-5E61-4154-A6FE-1FDBBAB3A7B9}"/>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Tree>
    <p:extLst>
      <p:ext uri="{BB962C8B-B14F-4D97-AF65-F5344CB8AC3E}">
        <p14:creationId xmlns:p14="http://schemas.microsoft.com/office/powerpoint/2010/main" val="180033143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el en object (wit+2/3 foto)">
    <p:spTree>
      <p:nvGrpSpPr>
        <p:cNvPr id="1" name=""/>
        <p:cNvGrpSpPr/>
        <p:nvPr/>
      </p:nvGrpSpPr>
      <p:grpSpPr>
        <a:xfrm>
          <a:off x="0" y="0"/>
          <a:ext cx="0" cy="0"/>
          <a:chOff x="0" y="0"/>
          <a:chExt cx="0" cy="0"/>
        </a:xfrm>
      </p:grpSpPr>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4" name="Rechthoek 3"/>
          <p:cNvSpPr/>
          <p:nvPr/>
        </p:nvSpPr>
        <p:spPr>
          <a:xfrm>
            <a:off x="0" y="-1"/>
            <a:ext cx="12192000" cy="5919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6" name="Picture Placeholder 7"/>
          <p:cNvSpPr>
            <a:spLocks noGrp="1"/>
          </p:cNvSpPr>
          <p:nvPr>
            <p:ph type="pic" sz="quarter" idx="10" hasCustomPrompt="1"/>
          </p:nvPr>
        </p:nvSpPr>
        <p:spPr>
          <a:xfrm>
            <a:off x="4080000" y="0"/>
            <a:ext cx="81120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11" name="Tekstvak 10">
            <a:extLst>
              <a:ext uri="{FF2B5EF4-FFF2-40B4-BE49-F238E27FC236}">
                <a16:creationId xmlns:a16="http://schemas.microsoft.com/office/drawing/2014/main" id="{E4520427-BA8E-4D38-95EF-C9120025EE09}"/>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(wit+2/3 foto)</a:t>
            </a:r>
          </a:p>
        </p:txBody>
      </p:sp>
      <p:pic>
        <p:nvPicPr>
          <p:cNvPr id="13" name="Afbeelding 12">
            <a:extLst>
              <a:ext uri="{FF2B5EF4-FFF2-40B4-BE49-F238E27FC236}">
                <a16:creationId xmlns:a16="http://schemas.microsoft.com/office/drawing/2014/main" id="{45BB2FBE-FC88-42C6-9174-5B42C6FFF5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4" name="Afbeelding 13">
            <a:extLst>
              <a:ext uri="{FF2B5EF4-FFF2-40B4-BE49-F238E27FC236}">
                <a16:creationId xmlns:a16="http://schemas.microsoft.com/office/drawing/2014/main" id="{DFF4EBA5-603A-445C-8AD1-3851C6AF8F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5" name="Afbeelding 14">
            <a:extLst>
              <a:ext uri="{FF2B5EF4-FFF2-40B4-BE49-F238E27FC236}">
                <a16:creationId xmlns:a16="http://schemas.microsoft.com/office/drawing/2014/main" id="{5842EA36-C2FD-4BE7-A75F-AF0D849969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6" name="Tekstvak 15">
            <a:extLst>
              <a:ext uri="{FF2B5EF4-FFF2-40B4-BE49-F238E27FC236}">
                <a16:creationId xmlns:a16="http://schemas.microsoft.com/office/drawing/2014/main" id="{8B6077C4-AF02-4848-AD0D-4DD038E4E57A}"/>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
        <p:nvSpPr>
          <p:cNvPr id="3" name="Titel 2">
            <a:extLst>
              <a:ext uri="{FF2B5EF4-FFF2-40B4-BE49-F238E27FC236}">
                <a16:creationId xmlns:a16="http://schemas.microsoft.com/office/drawing/2014/main" id="{572574B8-641E-4642-A1D6-57EB1E59FBC1}"/>
              </a:ext>
            </a:extLst>
          </p:cNvPr>
          <p:cNvSpPr>
            <a:spLocks noGrp="1"/>
          </p:cNvSpPr>
          <p:nvPr>
            <p:ph type="title"/>
          </p:nvPr>
        </p:nvSpPr>
        <p:spPr>
          <a:xfrm>
            <a:off x="672000" y="1026000"/>
            <a:ext cx="3121374" cy="666000"/>
          </a:xfrm>
        </p:spPr>
        <p:txBody>
          <a:bodyPr/>
          <a:lstStyle/>
          <a:p>
            <a:r>
              <a:rPr lang="en-US"/>
              <a:t>Click to edit Master title style</a:t>
            </a:r>
            <a:endParaRPr lang="en-GB"/>
          </a:p>
        </p:txBody>
      </p:sp>
      <p:sp>
        <p:nvSpPr>
          <p:cNvPr id="12" name="Tijdelijke aanduiding voor inhoud 2">
            <a:extLst>
              <a:ext uri="{FF2B5EF4-FFF2-40B4-BE49-F238E27FC236}">
                <a16:creationId xmlns:a16="http://schemas.microsoft.com/office/drawing/2014/main" id="{41D107AE-6AC5-4E94-825B-476C4EB5AD0E}"/>
              </a:ext>
            </a:extLst>
          </p:cNvPr>
          <p:cNvSpPr>
            <a:spLocks noGrp="1"/>
          </p:cNvSpPr>
          <p:nvPr>
            <p:ph idx="1"/>
          </p:nvPr>
        </p:nvSpPr>
        <p:spPr>
          <a:xfrm>
            <a:off x="670987" y="1764000"/>
            <a:ext cx="3121374" cy="414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801922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el en object (groen)">
    <p:spTree>
      <p:nvGrpSpPr>
        <p:cNvPr id="1" name=""/>
        <p:cNvGrpSpPr/>
        <p:nvPr/>
      </p:nvGrpSpPr>
      <p:grpSpPr>
        <a:xfrm>
          <a:off x="0" y="0"/>
          <a:ext cx="0" cy="0"/>
          <a:chOff x="0" y="0"/>
          <a:chExt cx="0" cy="0"/>
        </a:xfrm>
      </p:grpSpPr>
      <p:sp>
        <p:nvSpPr>
          <p:cNvPr id="4" name="Rechthoek 3"/>
          <p:cNvSpPr/>
          <p:nvPr/>
        </p:nvSpPr>
        <p:spPr>
          <a:xfrm>
            <a:off x="0" y="-1"/>
            <a:ext cx="12192000"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chemeClr val="bg1"/>
                </a:solidFill>
              </a:defRPr>
            </a:lvl1pPr>
          </a:lstStyle>
          <a:p>
            <a:fld id="{4ABABD56-4143-49FB-826B-FECBCEF91FBB}" type="slidenum">
              <a:rPr lang="nl-NL" smtClean="0"/>
              <a:t>‹#›</a:t>
            </a:fld>
            <a:endParaRPr lang="nl-NL"/>
          </a:p>
        </p:txBody>
      </p:sp>
      <p:sp>
        <p:nvSpPr>
          <p:cNvPr id="7" name="Tekstvak 6">
            <a:extLst>
              <a:ext uri="{FF2B5EF4-FFF2-40B4-BE49-F238E27FC236}">
                <a16:creationId xmlns:a16="http://schemas.microsoft.com/office/drawing/2014/main" id="{86EBFDE8-B5CE-401E-8469-26933AAE4F33}"/>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(groen)</a:t>
            </a:r>
          </a:p>
        </p:txBody>
      </p:sp>
      <p:pic>
        <p:nvPicPr>
          <p:cNvPr id="13" name="Afbeelding 12">
            <a:extLst>
              <a:ext uri="{FF2B5EF4-FFF2-40B4-BE49-F238E27FC236}">
                <a16:creationId xmlns:a16="http://schemas.microsoft.com/office/drawing/2014/main" id="{D25D200E-0D89-4918-8FEC-8C4416C12CC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303910" y="6201364"/>
            <a:ext cx="1151315" cy="445707"/>
          </a:xfrm>
          <a:prstGeom prst="rect">
            <a:avLst/>
          </a:prstGeom>
        </p:spPr>
      </p:pic>
    </p:spTree>
    <p:extLst>
      <p:ext uri="{BB962C8B-B14F-4D97-AF65-F5344CB8AC3E}">
        <p14:creationId xmlns:p14="http://schemas.microsoft.com/office/powerpoint/2010/main" val="122188501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el en object (groen+1/3 foto)">
    <p:spTree>
      <p:nvGrpSpPr>
        <p:cNvPr id="1" name=""/>
        <p:cNvGrpSpPr/>
        <p:nvPr/>
      </p:nvGrpSpPr>
      <p:grpSpPr>
        <a:xfrm>
          <a:off x="0" y="0"/>
          <a:ext cx="0" cy="0"/>
          <a:chOff x="0" y="0"/>
          <a:chExt cx="0" cy="0"/>
        </a:xfrm>
      </p:grpSpPr>
      <p:sp>
        <p:nvSpPr>
          <p:cNvPr id="7" name="Rechthoek 6"/>
          <p:cNvSpPr/>
          <p:nvPr/>
        </p:nvSpPr>
        <p:spPr>
          <a:xfrm>
            <a:off x="0" y="-1"/>
            <a:ext cx="12192000"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2" name="Titel 1"/>
          <p:cNvSpPr>
            <a:spLocks noGrp="1"/>
          </p:cNvSpPr>
          <p:nvPr>
            <p:ph type="title"/>
          </p:nvPr>
        </p:nvSpPr>
        <p:spPr>
          <a:xfrm>
            <a:off x="670986" y="1026000"/>
            <a:ext cx="7122865" cy="666000"/>
          </a:xfrm>
        </p:spPr>
        <p:txBody>
          <a:bodyPr/>
          <a:lstStyle>
            <a:lvl1pPr>
              <a:defRPr>
                <a:solidFill>
                  <a:schemeClr val="bg1"/>
                </a:solidFill>
              </a:defRPr>
            </a:lvl1pPr>
          </a:lstStyle>
          <a:p>
            <a:r>
              <a:rPr lang="en-US"/>
              <a:t>Click to edit Master title style</a:t>
            </a:r>
          </a:p>
        </p:txBody>
      </p:sp>
      <p:sp>
        <p:nvSpPr>
          <p:cNvPr id="3" name="Tijdelijke aanduiding voor inhoud 2"/>
          <p:cNvSpPr>
            <a:spLocks noGrp="1"/>
          </p:cNvSpPr>
          <p:nvPr>
            <p:ph idx="1"/>
          </p:nvPr>
        </p:nvSpPr>
        <p:spPr>
          <a:xfrm>
            <a:off x="670986" y="1764000"/>
            <a:ext cx="7122865" cy="414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Picture Placeholder 7"/>
          <p:cNvSpPr>
            <a:spLocks noGrp="1"/>
          </p:cNvSpPr>
          <p:nvPr>
            <p:ph type="pic" sz="quarter" idx="10" hasCustomPrompt="1"/>
          </p:nvPr>
        </p:nvSpPr>
        <p:spPr>
          <a:xfrm>
            <a:off x="8225369" y="0"/>
            <a:ext cx="3966633"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13" name="Tekstvak 12">
            <a:extLst>
              <a:ext uri="{FF2B5EF4-FFF2-40B4-BE49-F238E27FC236}">
                <a16:creationId xmlns:a16="http://schemas.microsoft.com/office/drawing/2014/main" id="{4C1CB270-3104-4523-AB85-86B0C678E631}"/>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(groen+1/3 foto)</a:t>
            </a:r>
          </a:p>
        </p:txBody>
      </p:sp>
      <p:pic>
        <p:nvPicPr>
          <p:cNvPr id="15" name="Afbeelding 14">
            <a:extLst>
              <a:ext uri="{FF2B5EF4-FFF2-40B4-BE49-F238E27FC236}">
                <a16:creationId xmlns:a16="http://schemas.microsoft.com/office/drawing/2014/main" id="{44AFC8A0-D9D9-4FDC-AA0B-3AC152C587D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27B4DFB2-E726-48CA-BF58-470D84AEE4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7" name="Afbeelding 16">
            <a:extLst>
              <a:ext uri="{FF2B5EF4-FFF2-40B4-BE49-F238E27FC236}">
                <a16:creationId xmlns:a16="http://schemas.microsoft.com/office/drawing/2014/main" id="{78BF8541-7B2F-4AF1-98D2-F872725BD3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8" name="Tekstvak 17">
            <a:extLst>
              <a:ext uri="{FF2B5EF4-FFF2-40B4-BE49-F238E27FC236}">
                <a16:creationId xmlns:a16="http://schemas.microsoft.com/office/drawing/2014/main" id="{5024C2AF-5528-434F-92BD-EC588604F841}"/>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pic>
        <p:nvPicPr>
          <p:cNvPr id="20" name="Afbeelding 19">
            <a:extLst>
              <a:ext uri="{FF2B5EF4-FFF2-40B4-BE49-F238E27FC236}">
                <a16:creationId xmlns:a16="http://schemas.microsoft.com/office/drawing/2014/main" id="{26F5C812-23F5-4050-AC64-729B0E48218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03910" y="6201364"/>
            <a:ext cx="1151315" cy="445707"/>
          </a:xfrm>
          <a:prstGeom prst="rect">
            <a:avLst/>
          </a:prstGeom>
        </p:spPr>
      </p:pic>
    </p:spTree>
    <p:extLst>
      <p:ext uri="{BB962C8B-B14F-4D97-AF65-F5344CB8AC3E}">
        <p14:creationId xmlns:p14="http://schemas.microsoft.com/office/powerpoint/2010/main" val="234187516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el en object (groen+2/3 foto)">
    <p:spTree>
      <p:nvGrpSpPr>
        <p:cNvPr id="1" name=""/>
        <p:cNvGrpSpPr/>
        <p:nvPr/>
      </p:nvGrpSpPr>
      <p:grpSpPr>
        <a:xfrm>
          <a:off x="0" y="0"/>
          <a:ext cx="0" cy="0"/>
          <a:chOff x="0" y="0"/>
          <a:chExt cx="0" cy="0"/>
        </a:xfrm>
      </p:grpSpPr>
      <p:sp>
        <p:nvSpPr>
          <p:cNvPr id="7" name="Rechthoek 6"/>
          <p:cNvSpPr/>
          <p:nvPr/>
        </p:nvSpPr>
        <p:spPr>
          <a:xfrm>
            <a:off x="0" y="-1"/>
            <a:ext cx="12192000"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800"/>
          </a:p>
        </p:txBody>
      </p:sp>
      <p:sp>
        <p:nvSpPr>
          <p:cNvPr id="9"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Picture Placeholder 7"/>
          <p:cNvSpPr>
            <a:spLocks noGrp="1"/>
          </p:cNvSpPr>
          <p:nvPr>
            <p:ph type="pic" sz="quarter" idx="10" hasCustomPrompt="1"/>
          </p:nvPr>
        </p:nvSpPr>
        <p:spPr>
          <a:xfrm>
            <a:off x="4080000" y="0"/>
            <a:ext cx="8112000" cy="6858000"/>
          </a:xfrm>
          <a:solidFill>
            <a:schemeClr val="bg1">
              <a:lumMod val="95000"/>
            </a:schemeClr>
          </a:solidFill>
        </p:spPr>
        <p:txBody>
          <a:bodyPr>
            <a:normAutofit/>
          </a:bodyPr>
          <a:lstStyle>
            <a:lvl1pPr marL="0" indent="0" algn="ctr">
              <a:buNone/>
              <a:defRPr sz="1200" baseline="0"/>
            </a:lvl1pPr>
          </a:lstStyle>
          <a:p>
            <a:r>
              <a:rPr lang="nl-NL"/>
              <a:t>Klik op het </a:t>
            </a:r>
            <a:br>
              <a:rPr lang="nl-NL"/>
            </a:br>
            <a:r>
              <a:rPr lang="nl-NL"/>
              <a:t>afbeeldingspictogram en </a:t>
            </a:r>
            <a:br>
              <a:rPr lang="nl-NL"/>
            </a:br>
            <a:r>
              <a:rPr lang="nl-NL"/>
              <a:t>voeg je eigen foto in</a:t>
            </a:r>
            <a:r>
              <a:rPr lang="nl-NL" noProof="0"/>
              <a:t>.</a:t>
            </a:r>
          </a:p>
        </p:txBody>
      </p:sp>
      <p:sp>
        <p:nvSpPr>
          <p:cNvPr id="13" name="Tekstvak 12">
            <a:extLst>
              <a:ext uri="{FF2B5EF4-FFF2-40B4-BE49-F238E27FC236}">
                <a16:creationId xmlns:a16="http://schemas.microsoft.com/office/drawing/2014/main" id="{F710D2C9-CBE6-4CD7-81BB-91DEE2FE3712}"/>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TITEL en object (groen+2/3 foto)</a:t>
            </a:r>
          </a:p>
        </p:txBody>
      </p:sp>
      <p:pic>
        <p:nvPicPr>
          <p:cNvPr id="15" name="Afbeelding 14">
            <a:extLst>
              <a:ext uri="{FF2B5EF4-FFF2-40B4-BE49-F238E27FC236}">
                <a16:creationId xmlns:a16="http://schemas.microsoft.com/office/drawing/2014/main" id="{AD136605-3DEF-465E-8B56-319FC4B68D8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6" name="Afbeelding 15">
            <a:extLst>
              <a:ext uri="{FF2B5EF4-FFF2-40B4-BE49-F238E27FC236}">
                <a16:creationId xmlns:a16="http://schemas.microsoft.com/office/drawing/2014/main" id="{40250544-D823-418F-966E-C7D8943C203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7" name="Afbeelding 16">
            <a:extLst>
              <a:ext uri="{FF2B5EF4-FFF2-40B4-BE49-F238E27FC236}">
                <a16:creationId xmlns:a16="http://schemas.microsoft.com/office/drawing/2014/main" id="{2968F752-43C6-425E-9342-5E238901A72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8" name="Tekstvak 17">
            <a:extLst>
              <a:ext uri="{FF2B5EF4-FFF2-40B4-BE49-F238E27FC236}">
                <a16:creationId xmlns:a16="http://schemas.microsoft.com/office/drawing/2014/main" id="{46267936-07FE-4EFB-8513-36D661469332}"/>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
        <p:nvSpPr>
          <p:cNvPr id="14" name="Titel 2">
            <a:extLst>
              <a:ext uri="{FF2B5EF4-FFF2-40B4-BE49-F238E27FC236}">
                <a16:creationId xmlns:a16="http://schemas.microsoft.com/office/drawing/2014/main" id="{E59E2A4A-E906-40C2-9FE4-8D70A8B6AF0E}"/>
              </a:ext>
            </a:extLst>
          </p:cNvPr>
          <p:cNvSpPr>
            <a:spLocks noGrp="1"/>
          </p:cNvSpPr>
          <p:nvPr>
            <p:ph type="title"/>
          </p:nvPr>
        </p:nvSpPr>
        <p:spPr>
          <a:xfrm>
            <a:off x="672000" y="1026000"/>
            <a:ext cx="3121374" cy="666000"/>
          </a:xfrm>
        </p:spPr>
        <p:txBody>
          <a:bodyPr/>
          <a:lstStyle>
            <a:lvl1pPr>
              <a:defRPr>
                <a:solidFill>
                  <a:schemeClr val="bg1"/>
                </a:solidFill>
              </a:defRPr>
            </a:lvl1pPr>
          </a:lstStyle>
          <a:p>
            <a:r>
              <a:rPr lang="en-US"/>
              <a:t>Click to edit Master title style</a:t>
            </a:r>
            <a:endParaRPr lang="en-GB"/>
          </a:p>
        </p:txBody>
      </p:sp>
      <p:sp>
        <p:nvSpPr>
          <p:cNvPr id="20" name="Tijdelijke aanduiding voor inhoud 2">
            <a:extLst>
              <a:ext uri="{FF2B5EF4-FFF2-40B4-BE49-F238E27FC236}">
                <a16:creationId xmlns:a16="http://schemas.microsoft.com/office/drawing/2014/main" id="{3439CB3E-A9D4-4E2D-922F-65E21A0AFD96}"/>
              </a:ext>
            </a:extLst>
          </p:cNvPr>
          <p:cNvSpPr>
            <a:spLocks noGrp="1"/>
          </p:cNvSpPr>
          <p:nvPr>
            <p:ph idx="1"/>
          </p:nvPr>
        </p:nvSpPr>
        <p:spPr>
          <a:xfrm>
            <a:off x="670987" y="1764000"/>
            <a:ext cx="3121374" cy="41400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Afbeelding 21">
            <a:extLst>
              <a:ext uri="{FF2B5EF4-FFF2-40B4-BE49-F238E27FC236}">
                <a16:creationId xmlns:a16="http://schemas.microsoft.com/office/drawing/2014/main" id="{37035787-6F0F-49E5-9360-6DDB5D5A46E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03910" y="6201364"/>
            <a:ext cx="1151315" cy="445707"/>
          </a:xfrm>
          <a:prstGeom prst="rect">
            <a:avLst/>
          </a:prstGeom>
        </p:spPr>
      </p:pic>
    </p:spTree>
    <p:extLst>
      <p:ext uri="{BB962C8B-B14F-4D97-AF65-F5344CB8AC3E}">
        <p14:creationId xmlns:p14="http://schemas.microsoft.com/office/powerpoint/2010/main" val="337061404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Grote foto">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0" hasCustomPrompt="1"/>
          </p:nvPr>
        </p:nvSpPr>
        <p:spPr>
          <a:xfrm>
            <a:off x="0" y="0"/>
            <a:ext cx="12192000" cy="6858000"/>
          </a:xfrm>
          <a:solidFill>
            <a:schemeClr val="bg1">
              <a:lumMod val="95000"/>
            </a:schemeClr>
          </a:solidFill>
        </p:spPr>
        <p:txBody>
          <a:bodyPr/>
          <a:lstStyle>
            <a:lvl1pPr marL="0" indent="0" algn="ctr">
              <a:buNone/>
              <a:defRPr/>
            </a:lvl1pPr>
          </a:lstStyle>
          <a:p>
            <a:r>
              <a:rPr lang="nl-NL"/>
              <a:t>Klik op het </a:t>
            </a:r>
            <a:br>
              <a:rPr lang="nl-NL"/>
            </a:br>
            <a:r>
              <a:rPr lang="nl-NL"/>
              <a:t>afbeeldingspictogram en </a:t>
            </a:r>
            <a:br>
              <a:rPr lang="nl-NL"/>
            </a:br>
            <a:r>
              <a:rPr lang="nl-NL"/>
              <a:t>voeg je eigen foto in.</a:t>
            </a:r>
          </a:p>
          <a:p>
            <a:endParaRPr lang="nl-NL"/>
          </a:p>
        </p:txBody>
      </p:sp>
      <p:sp>
        <p:nvSpPr>
          <p:cNvPr id="5"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8" name="Tijdelijke aanduiding voor afbeelding 7"/>
          <p:cNvSpPr>
            <a:spLocks noGrp="1"/>
          </p:cNvSpPr>
          <p:nvPr>
            <p:ph type="pic" sz="quarter" idx="11" hasCustomPrompt="1"/>
          </p:nvPr>
        </p:nvSpPr>
        <p:spPr>
          <a:xfrm>
            <a:off x="302400" y="6202800"/>
            <a:ext cx="1152000" cy="446400"/>
          </a:xfrm>
          <a:blipFill>
            <a:blip r:embed="rId2"/>
            <a:stretch>
              <a:fillRect/>
            </a:stretch>
          </a:blipFill>
        </p:spPr>
        <p:txBody>
          <a:bodyPr/>
          <a:lstStyle>
            <a:lvl1pPr marL="0" indent="0">
              <a:buNone/>
              <a:defRPr/>
            </a:lvl1pPr>
          </a:lstStyle>
          <a:p>
            <a:r>
              <a:rPr lang="nl-NL"/>
              <a:t> </a:t>
            </a:r>
          </a:p>
        </p:txBody>
      </p:sp>
      <p:sp>
        <p:nvSpPr>
          <p:cNvPr id="11" name="Tekstvak 10">
            <a:extLst>
              <a:ext uri="{FF2B5EF4-FFF2-40B4-BE49-F238E27FC236}">
                <a16:creationId xmlns:a16="http://schemas.microsoft.com/office/drawing/2014/main" id="{A817D2C3-502A-4EA4-8566-1A465E14F8A4}"/>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Grote foto</a:t>
            </a:r>
          </a:p>
        </p:txBody>
      </p:sp>
      <p:pic>
        <p:nvPicPr>
          <p:cNvPr id="12" name="Afbeelding 11">
            <a:extLst>
              <a:ext uri="{FF2B5EF4-FFF2-40B4-BE49-F238E27FC236}">
                <a16:creationId xmlns:a16="http://schemas.microsoft.com/office/drawing/2014/main" id="{648CED8D-9F18-460A-A1D9-D9742331D75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3" name="Afbeelding 12">
            <a:extLst>
              <a:ext uri="{FF2B5EF4-FFF2-40B4-BE49-F238E27FC236}">
                <a16:creationId xmlns:a16="http://schemas.microsoft.com/office/drawing/2014/main" id="{C95B1336-E4CD-4D66-9B53-2E2B09B439C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pic>
        <p:nvPicPr>
          <p:cNvPr id="14" name="Afbeelding 13">
            <a:extLst>
              <a:ext uri="{FF2B5EF4-FFF2-40B4-BE49-F238E27FC236}">
                <a16:creationId xmlns:a16="http://schemas.microsoft.com/office/drawing/2014/main" id="{734EEF8F-C0DB-44F7-80E9-6F24D5F4CA8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55719" y="3048112"/>
            <a:ext cx="533400" cy="657225"/>
          </a:xfrm>
          <a:prstGeom prst="rect">
            <a:avLst/>
          </a:prstGeom>
        </p:spPr>
      </p:pic>
      <p:sp>
        <p:nvSpPr>
          <p:cNvPr id="10" name="Tekstvak 9">
            <a:extLst>
              <a:ext uri="{FF2B5EF4-FFF2-40B4-BE49-F238E27FC236}">
                <a16:creationId xmlns:a16="http://schemas.microsoft.com/office/drawing/2014/main" id="{7488985C-F0AB-45E1-B334-177AE6C9DAD3}"/>
              </a:ext>
            </a:extLst>
          </p:cNvPr>
          <p:cNvSpPr txBox="1"/>
          <p:nvPr/>
        </p:nvSpPr>
        <p:spPr>
          <a:xfrm>
            <a:off x="12478626" y="-36000"/>
            <a:ext cx="2088000" cy="4911024"/>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INVOEGEN</a:t>
            </a:r>
          </a:p>
          <a:p>
            <a:pPr marL="0"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afbeeldings-pictogram in het midden van het fotovak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1" cap="all"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VERVANGEN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Verwijder de foto door op </a:t>
            </a:r>
            <a:r>
              <a:rPr lang="nl-NL" sz="900" b="0" u="none" baseline="0" noProof="1">
                <a:solidFill>
                  <a:srgbClr val="515F67"/>
                </a:solidFill>
                <a:latin typeface="Arial Black" panose="020B0A04020102020204" pitchFamily="34" charset="0"/>
                <a:cs typeface="Arial" panose="020B0604020202020204" pitchFamily="34" charset="0"/>
              </a:rPr>
              <a:t>Delete</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drukken.</a:t>
            </a:r>
          </a:p>
          <a:p>
            <a:pPr marL="108000" indent="-10800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Klik op het afbeeldings-pictogram en voeg de gewenste foto in.</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FOTO BIJSNIJDEN</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foto.</a:t>
            </a:r>
            <a:br>
              <a:rPr lang="nl-NL" sz="900" baseline="0" noProof="1">
                <a:solidFill>
                  <a:srgbClr val="515F67"/>
                </a:solidFill>
                <a:latin typeface="Arial" panose="020B0604020202020204" pitchFamily="34" charset="0"/>
                <a:cs typeface="Arial" panose="020B0604020202020204" pitchFamily="34" charset="0"/>
              </a:rPr>
            </a:br>
            <a:r>
              <a:rPr lang="nl-NL" sz="900" baseline="0" noProof="1">
                <a:solidFill>
                  <a:srgbClr val="515F67"/>
                </a:solidFill>
                <a:latin typeface="Arial" panose="020B0604020202020204" pitchFamily="34" charset="0"/>
                <a:cs typeface="Arial" panose="020B0604020202020204" pitchFamily="34" charset="0"/>
              </a:rPr>
              <a:t>De tab ‘Afbeeldingsopmaak’ verschijnt.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het onderste deel van de knop </a:t>
            </a:r>
            <a:r>
              <a:rPr lang="nl-NL" sz="900" baseline="0" noProof="1">
                <a:solidFill>
                  <a:srgbClr val="515F67"/>
                </a:solidFill>
                <a:latin typeface="Arial Black" panose="020B0A04020102020204" pitchFamily="34" charset="0"/>
                <a:cs typeface="Arial" panose="020B0604020202020204" pitchFamily="34" charset="0"/>
              </a:rPr>
              <a:t>Bijsnijden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endParaRPr lang="nl-NL" sz="900" baseline="0" noProof="1">
              <a:solidFill>
                <a:srgbClr val="515F67"/>
              </a:solidFill>
              <a:latin typeface="Arial" panose="020B0604020202020204" pitchFamily="34" charset="0"/>
              <a:cs typeface="Arial" panose="020B0604020202020204" pitchFamily="34" charset="0"/>
            </a:endParaRP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optie </a:t>
            </a:r>
            <a:r>
              <a:rPr lang="nl-NL" sz="900" b="0" baseline="0" noProof="1">
                <a:solidFill>
                  <a:srgbClr val="515F67"/>
                </a:solidFill>
                <a:latin typeface="Arial Black" panose="020B0A04020102020204" pitchFamily="34" charset="0"/>
                <a:cs typeface="Arial" panose="020B0604020202020204" pitchFamily="34" charset="0"/>
              </a:rPr>
              <a:t>Opvullen</a:t>
            </a:r>
            <a:r>
              <a:rPr lang="nl-NL" sz="900" baseline="0" noProof="1">
                <a:solidFill>
                  <a:srgbClr val="515F67"/>
                </a:solidFill>
                <a:latin typeface="Arial" panose="020B0604020202020204" pitchFamily="34" charset="0"/>
                <a:cs typeface="Arial" panose="020B0604020202020204" pitchFamily="34" charset="0"/>
              </a:rPr>
              <a:t>.</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Houd eventueel de </a:t>
            </a:r>
            <a:r>
              <a:rPr lang="nl-NL" sz="900" b="0" baseline="0" noProof="1">
                <a:solidFill>
                  <a:srgbClr val="515F67"/>
                </a:solidFill>
                <a:latin typeface="Arial Black" panose="020B0A04020102020204" pitchFamily="34" charset="0"/>
                <a:cs typeface="Arial" panose="020B0604020202020204" pitchFamily="34" charset="0"/>
              </a:rPr>
              <a:t>Shift-toets</a:t>
            </a:r>
            <a:r>
              <a:rPr lang="nl-NL" sz="900" baseline="0" noProof="1">
                <a:solidFill>
                  <a:srgbClr val="515F67"/>
                </a:solidFill>
                <a:latin typeface="Arial" panose="020B0604020202020204" pitchFamily="34" charset="0"/>
                <a:cs typeface="Arial" panose="020B0604020202020204" pitchFamily="34" charset="0"/>
              </a:rPr>
              <a:t> ingedrukt en sleep de foto zodat het juiste deel van de foto wordt getoond. </a:t>
            </a:r>
          </a:p>
          <a:p>
            <a:pPr marL="108000" indent="-10800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naast de dia.</a:t>
            </a:r>
          </a:p>
        </p:txBody>
      </p:sp>
    </p:spTree>
    <p:extLst>
      <p:ext uri="{BB962C8B-B14F-4D97-AF65-F5344CB8AC3E}">
        <p14:creationId xmlns:p14="http://schemas.microsoft.com/office/powerpoint/2010/main" val="317424032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670900" y="4406903"/>
            <a:ext cx="10418317" cy="1362075"/>
          </a:xfrm>
        </p:spPr>
        <p:txBody>
          <a:bodyPr anchor="t"/>
          <a:lstStyle>
            <a:lvl1pPr algn="l">
              <a:defRPr sz="4000" b="1" cap="all"/>
            </a:lvl1pPr>
          </a:lstStyle>
          <a:p>
            <a:r>
              <a:rPr lang="en-US"/>
              <a:t>Click to edit Master title style</a:t>
            </a:r>
          </a:p>
        </p:txBody>
      </p:sp>
      <p:sp>
        <p:nvSpPr>
          <p:cNvPr id="3" name="Tijdelijke aanduiding voor tekst 2"/>
          <p:cNvSpPr>
            <a:spLocks noGrp="1"/>
          </p:cNvSpPr>
          <p:nvPr>
            <p:ph type="body" idx="1"/>
          </p:nvPr>
        </p:nvSpPr>
        <p:spPr>
          <a:xfrm>
            <a:off x="670985" y="2906713"/>
            <a:ext cx="104170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Tekstvak 5">
            <a:extLst>
              <a:ext uri="{FF2B5EF4-FFF2-40B4-BE49-F238E27FC236}">
                <a16:creationId xmlns:a16="http://schemas.microsoft.com/office/drawing/2014/main" id="{39D60296-2A65-4A38-BB67-4A38E7380A8E}"/>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sectiekop</a:t>
            </a:r>
          </a:p>
        </p:txBody>
      </p:sp>
    </p:spTree>
    <p:extLst>
      <p:ext uri="{BB962C8B-B14F-4D97-AF65-F5344CB8AC3E}">
        <p14:creationId xmlns:p14="http://schemas.microsoft.com/office/powerpoint/2010/main" val="2239772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Inhoud van twee">
    <p:spTree>
      <p:nvGrpSpPr>
        <p:cNvPr id="1" name=""/>
        <p:cNvGrpSpPr/>
        <p:nvPr/>
      </p:nvGrpSpPr>
      <p:grpSpPr>
        <a:xfrm>
          <a:off x="0" y="0"/>
          <a:ext cx="0" cy="0"/>
          <a:chOff x="0" y="0"/>
          <a:chExt cx="0" cy="0"/>
        </a:xfrm>
      </p:grpSpPr>
      <p:sp>
        <p:nvSpPr>
          <p:cNvPr id="3" name="Tijdelijke aanduiding voor inhoud 2"/>
          <p:cNvSpPr>
            <a:spLocks noGrp="1"/>
          </p:cNvSpPr>
          <p:nvPr>
            <p:ph sz="half" idx="1"/>
          </p:nvPr>
        </p:nvSpPr>
        <p:spPr>
          <a:xfrm>
            <a:off x="670983" y="1736728"/>
            <a:ext cx="4992000" cy="4176713"/>
          </a:xfrm>
        </p:spPr>
        <p:txBody>
          <a:bodyPr>
            <a:normAutofit/>
          </a:bodyPr>
          <a:lstStyle>
            <a:lvl1pPr marL="288000">
              <a:defRPr sz="2300"/>
            </a:lvl1pPr>
            <a:lvl2pPr>
              <a:defRPr sz="2300"/>
            </a:lvl2pPr>
            <a:lvl3pPr>
              <a:defRPr sz="2300"/>
            </a:lvl3pPr>
            <a:lvl4pPr>
              <a:defRPr sz="2300"/>
            </a:lvl4pPr>
            <a:lvl5pPr>
              <a:defRPr sz="23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jdelijke aanduiding voor inhoud 3"/>
          <p:cNvSpPr>
            <a:spLocks noGrp="1"/>
          </p:cNvSpPr>
          <p:nvPr>
            <p:ph sz="half" idx="2"/>
          </p:nvPr>
        </p:nvSpPr>
        <p:spPr>
          <a:xfrm>
            <a:off x="6096002" y="1736728"/>
            <a:ext cx="4993217" cy="4176713"/>
          </a:xfrm>
        </p:spPr>
        <p:txBody>
          <a:bodyPr>
            <a:normAutofit/>
          </a:bodyPr>
          <a:lstStyle>
            <a:lvl1pPr marL="288000">
              <a:defRPr sz="2300"/>
            </a:lvl1pPr>
            <a:lvl2pPr>
              <a:defRPr sz="2300"/>
            </a:lvl2pPr>
            <a:lvl3pPr>
              <a:defRPr sz="2300"/>
            </a:lvl3pPr>
            <a:lvl4pPr>
              <a:defRPr sz="2300"/>
            </a:lvl4pPr>
            <a:lvl5pPr>
              <a:defRPr sz="23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el 1"/>
          <p:cNvSpPr>
            <a:spLocks noGrp="1"/>
          </p:cNvSpPr>
          <p:nvPr>
            <p:ph type="title"/>
          </p:nvPr>
        </p:nvSpPr>
        <p:spPr>
          <a:xfrm>
            <a:off x="670984" y="1026000"/>
            <a:ext cx="10417016" cy="666000"/>
          </a:xfrm>
        </p:spPr>
        <p:txBody>
          <a:bodyPr/>
          <a:lstStyle/>
          <a:p>
            <a:r>
              <a:rPr lang="en-US"/>
              <a:t>Click to edit Master title style</a:t>
            </a:r>
          </a:p>
        </p:txBody>
      </p:sp>
      <p:sp>
        <p:nvSpPr>
          <p:cNvPr id="6"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8" name="Tekstvak 7">
            <a:extLst>
              <a:ext uri="{FF2B5EF4-FFF2-40B4-BE49-F238E27FC236}">
                <a16:creationId xmlns:a16="http://schemas.microsoft.com/office/drawing/2014/main" id="{CC5EE97F-CAC9-44A7-ACC8-8F1AF103AAD4}"/>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Inhoud van twee</a:t>
            </a:r>
          </a:p>
        </p:txBody>
      </p:sp>
    </p:spTree>
    <p:extLst>
      <p:ext uri="{BB962C8B-B14F-4D97-AF65-F5344CB8AC3E}">
        <p14:creationId xmlns:p14="http://schemas.microsoft.com/office/powerpoint/2010/main" val="127065145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t>Click to edit Master title style</a:t>
            </a:r>
          </a:p>
        </p:txBody>
      </p:sp>
      <p:sp>
        <p:nvSpPr>
          <p:cNvPr id="3" name="Tijdelijke aanduiding voor tekst 2"/>
          <p:cNvSpPr>
            <a:spLocks noGrp="1"/>
          </p:cNvSpPr>
          <p:nvPr>
            <p:ph type="body" idx="1" hasCustomPrompt="1"/>
          </p:nvPr>
        </p:nvSpPr>
        <p:spPr>
          <a:xfrm>
            <a:off x="672000" y="1736725"/>
            <a:ext cx="4992000" cy="438150"/>
          </a:xfrm>
        </p:spPr>
        <p:txBody>
          <a:bodyPr anchor="b">
            <a:normAutofit/>
          </a:bodyPr>
          <a:lstStyle>
            <a:lvl1pPr marL="0" indent="0">
              <a:buNone/>
              <a:defRPr sz="23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voor </a:t>
            </a:r>
            <a:r>
              <a:rPr lang="nl-NL" err="1"/>
              <a:t>subkop</a:t>
            </a:r>
            <a:endParaRPr lang="nl-NL"/>
          </a:p>
        </p:txBody>
      </p:sp>
      <p:sp>
        <p:nvSpPr>
          <p:cNvPr id="4" name="Tijdelijke aanduiding voor inhoud 3"/>
          <p:cNvSpPr>
            <a:spLocks noGrp="1"/>
          </p:cNvSpPr>
          <p:nvPr>
            <p:ph sz="half" idx="2"/>
          </p:nvPr>
        </p:nvSpPr>
        <p:spPr>
          <a:xfrm>
            <a:off x="672000" y="2174878"/>
            <a:ext cx="4992000" cy="3738563"/>
          </a:xfrm>
        </p:spPr>
        <p:txBody>
          <a:bodyPr>
            <a:normAutofit/>
          </a:bodyPr>
          <a:lstStyle>
            <a:lvl1pPr>
              <a:defRPr sz="2300"/>
            </a:lvl1pPr>
            <a:lvl2pPr>
              <a:defRPr sz="2300"/>
            </a:lvl2pPr>
            <a:lvl3pPr>
              <a:defRPr sz="2300"/>
            </a:lvl3pPr>
            <a:lvl4pPr>
              <a:defRPr sz="2300"/>
            </a:lvl4pPr>
            <a:lvl5pPr>
              <a:defRPr sz="23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jdelijke aanduiding voor tekst 4"/>
          <p:cNvSpPr>
            <a:spLocks noGrp="1"/>
          </p:cNvSpPr>
          <p:nvPr>
            <p:ph type="body" sz="quarter" idx="3" hasCustomPrompt="1"/>
          </p:nvPr>
        </p:nvSpPr>
        <p:spPr>
          <a:xfrm>
            <a:off x="6096003" y="1736725"/>
            <a:ext cx="4993216" cy="438150"/>
          </a:xfrm>
        </p:spPr>
        <p:txBody>
          <a:bodyPr anchor="b">
            <a:normAutofit/>
          </a:bodyPr>
          <a:lstStyle>
            <a:lvl1pPr marL="0" indent="0">
              <a:buNone/>
              <a:defRPr sz="23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voor </a:t>
            </a:r>
            <a:r>
              <a:rPr lang="nl-NL" err="1"/>
              <a:t>subkop</a:t>
            </a:r>
            <a:endParaRPr lang="nl-NL"/>
          </a:p>
        </p:txBody>
      </p:sp>
      <p:sp>
        <p:nvSpPr>
          <p:cNvPr id="6" name="Tijdelijke aanduiding voor inhoud 5"/>
          <p:cNvSpPr>
            <a:spLocks noGrp="1"/>
          </p:cNvSpPr>
          <p:nvPr>
            <p:ph sz="quarter" idx="4"/>
          </p:nvPr>
        </p:nvSpPr>
        <p:spPr>
          <a:xfrm>
            <a:off x="6096001" y="2174878"/>
            <a:ext cx="4993216" cy="3738563"/>
          </a:xfrm>
        </p:spPr>
        <p:txBody>
          <a:bodyPr>
            <a:normAutofit/>
          </a:bodyPr>
          <a:lstStyle>
            <a:lvl1pPr>
              <a:defRPr sz="2300"/>
            </a:lvl1pPr>
            <a:lvl2pPr>
              <a:defRPr sz="2300"/>
            </a:lvl2pPr>
            <a:lvl3pPr>
              <a:defRPr sz="2300"/>
            </a:lvl3pPr>
            <a:lvl4pPr>
              <a:defRPr sz="2300"/>
            </a:lvl4pPr>
            <a:lvl5pPr>
              <a:defRPr sz="23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jdelijke aanduiding voor dianummer 5"/>
          <p:cNvSpPr>
            <a:spLocks noGrp="1"/>
          </p:cNvSpPr>
          <p:nvPr>
            <p:ph type="sldNum" sz="quarter" idx="10"/>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9" name="Tekstvak 8">
            <a:extLst>
              <a:ext uri="{FF2B5EF4-FFF2-40B4-BE49-F238E27FC236}">
                <a16:creationId xmlns:a16="http://schemas.microsoft.com/office/drawing/2014/main" id="{DF31D87E-EA1A-432A-AFBF-FF7B5E69CE19}"/>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vergelijking</a:t>
            </a:r>
          </a:p>
        </p:txBody>
      </p:sp>
    </p:spTree>
    <p:extLst>
      <p:ext uri="{BB962C8B-B14F-4D97-AF65-F5344CB8AC3E}">
        <p14:creationId xmlns:p14="http://schemas.microsoft.com/office/powerpoint/2010/main" val="344565730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Alleen titel">
    <p:spTree>
      <p:nvGrpSpPr>
        <p:cNvPr id="1" name=""/>
        <p:cNvGrpSpPr/>
        <p:nvPr/>
      </p:nvGrpSpPr>
      <p:grpSpPr>
        <a:xfrm>
          <a:off x="0" y="0"/>
          <a:ext cx="0" cy="0"/>
          <a:chOff x="0" y="0"/>
          <a:chExt cx="0" cy="0"/>
        </a:xfrm>
      </p:grpSpPr>
      <p:sp>
        <p:nvSpPr>
          <p:cNvPr id="4" name="Titel 1"/>
          <p:cNvSpPr>
            <a:spLocks noGrp="1"/>
          </p:cNvSpPr>
          <p:nvPr>
            <p:ph type="title"/>
          </p:nvPr>
        </p:nvSpPr>
        <p:spPr>
          <a:xfrm>
            <a:off x="670984" y="1026000"/>
            <a:ext cx="10417016" cy="666000"/>
          </a:xfrm>
        </p:spPr>
        <p:txBody>
          <a:bodyPr/>
          <a:lstStyle/>
          <a:p>
            <a:r>
              <a:rPr lang="en-US"/>
              <a:t>Click to edit Master title style</a:t>
            </a:r>
          </a:p>
        </p:txBody>
      </p:sp>
      <p:sp>
        <p:nvSpPr>
          <p:cNvPr id="5"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6" name="Tekstvak 5">
            <a:extLst>
              <a:ext uri="{FF2B5EF4-FFF2-40B4-BE49-F238E27FC236}">
                <a16:creationId xmlns:a16="http://schemas.microsoft.com/office/drawing/2014/main" id="{5DADD9A8-7A38-4589-B5A1-997790D855A2}"/>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Alleen titel</a:t>
            </a:r>
          </a:p>
        </p:txBody>
      </p:sp>
    </p:spTree>
    <p:extLst>
      <p:ext uri="{BB962C8B-B14F-4D97-AF65-F5344CB8AC3E}">
        <p14:creationId xmlns:p14="http://schemas.microsoft.com/office/powerpoint/2010/main" val="269487764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3"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4" name="Tekstvak 3">
            <a:extLst>
              <a:ext uri="{FF2B5EF4-FFF2-40B4-BE49-F238E27FC236}">
                <a16:creationId xmlns:a16="http://schemas.microsoft.com/office/drawing/2014/main" id="{26814762-C25A-44C2-B67B-1AC52F962445}"/>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leeg</a:t>
            </a:r>
          </a:p>
        </p:txBody>
      </p:sp>
    </p:spTree>
    <p:extLst>
      <p:ext uri="{BB962C8B-B14F-4D97-AF65-F5344CB8AC3E}">
        <p14:creationId xmlns:p14="http://schemas.microsoft.com/office/powerpoint/2010/main" val="389904748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70986" y="1016002"/>
            <a:ext cx="3949700" cy="720725"/>
          </a:xfrm>
        </p:spPr>
        <p:txBody>
          <a:bodyPr anchor="b"/>
          <a:lstStyle>
            <a:lvl1pPr algn="l">
              <a:defRPr sz="2000" b="1"/>
            </a:lvl1pPr>
          </a:lstStyle>
          <a:p>
            <a:r>
              <a:rPr lang="en-US"/>
              <a:t>Click to edit Master title style</a:t>
            </a:r>
          </a:p>
        </p:txBody>
      </p:sp>
      <p:sp>
        <p:nvSpPr>
          <p:cNvPr id="3" name="Tijdelijke aanduiding voor inhoud 2"/>
          <p:cNvSpPr>
            <a:spLocks noGrp="1"/>
          </p:cNvSpPr>
          <p:nvPr>
            <p:ph idx="1"/>
          </p:nvPr>
        </p:nvSpPr>
        <p:spPr>
          <a:xfrm>
            <a:off x="4766735" y="1016001"/>
            <a:ext cx="6322484" cy="4897439"/>
          </a:xfrm>
        </p:spPr>
        <p:txBody>
          <a:bodyPr>
            <a:normAutofit/>
          </a:bodyPr>
          <a:lstStyle>
            <a:lvl1pPr>
              <a:defRPr sz="2300"/>
            </a:lvl1pPr>
            <a:lvl2pPr>
              <a:defRPr sz="2300"/>
            </a:lvl2pPr>
            <a:lvl3pPr>
              <a:defRPr sz="2300"/>
            </a:lvl3pPr>
            <a:lvl4pPr>
              <a:defRPr sz="2300"/>
            </a:lvl4pPr>
            <a:lvl5pPr>
              <a:defRPr sz="23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jdelijke aanduiding voor tekst 3"/>
          <p:cNvSpPr>
            <a:spLocks noGrp="1"/>
          </p:cNvSpPr>
          <p:nvPr>
            <p:ph type="body" sz="half" idx="2"/>
          </p:nvPr>
        </p:nvSpPr>
        <p:spPr>
          <a:xfrm>
            <a:off x="670986" y="1736725"/>
            <a:ext cx="3949700" cy="42189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7" name="Tekstvak 6">
            <a:extLst>
              <a:ext uri="{FF2B5EF4-FFF2-40B4-BE49-F238E27FC236}">
                <a16:creationId xmlns:a16="http://schemas.microsoft.com/office/drawing/2014/main" id="{06A9401F-A3DE-42D3-875C-47649ABF2D48}"/>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Inhoud met bijschrift</a:t>
            </a:r>
          </a:p>
        </p:txBody>
      </p:sp>
    </p:spTree>
    <p:extLst>
      <p:ext uri="{BB962C8B-B14F-4D97-AF65-F5344CB8AC3E}">
        <p14:creationId xmlns:p14="http://schemas.microsoft.com/office/powerpoint/2010/main" val="67174275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Tijdelijke aanduiding voor afbeelding 2"/>
          <p:cNvSpPr>
            <a:spLocks noGrp="1"/>
          </p:cNvSpPr>
          <p:nvPr>
            <p:ph type="pic" idx="1"/>
          </p:nvPr>
        </p:nvSpPr>
        <p:spPr>
          <a:xfrm>
            <a:off x="2389717" y="568411"/>
            <a:ext cx="7315200" cy="415916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ijdelijke aanduiding voor tekst 3"/>
          <p:cNvSpPr>
            <a:spLocks noGrp="1"/>
          </p:cNvSpPr>
          <p:nvPr>
            <p:ph type="body" sz="half" idx="2"/>
          </p:nvPr>
        </p:nvSpPr>
        <p:spPr>
          <a:xfrm>
            <a:off x="2389717" y="5367338"/>
            <a:ext cx="7315200" cy="546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Tijdelijke aanduiding voor dianummer 5"/>
          <p:cNvSpPr>
            <a:spLocks noGrp="1"/>
          </p:cNvSpPr>
          <p:nvPr>
            <p:ph type="sldNum" sz="quarter" idx="4"/>
          </p:nvPr>
        </p:nvSpPr>
        <p:spPr>
          <a:xfrm>
            <a:off x="8640000" y="6338054"/>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7" name="Tekstvak 6">
            <a:extLst>
              <a:ext uri="{FF2B5EF4-FFF2-40B4-BE49-F238E27FC236}">
                <a16:creationId xmlns:a16="http://schemas.microsoft.com/office/drawing/2014/main" id="{59C40B75-09AC-4745-A84A-CD342AFBE385}"/>
              </a:ext>
            </a:extLst>
          </p:cNvPr>
          <p:cNvSpPr txBox="1"/>
          <p:nvPr/>
        </p:nvSpPr>
        <p:spPr>
          <a:xfrm>
            <a:off x="4377875" y="-237020"/>
            <a:ext cx="3455485" cy="218842"/>
          </a:xfrm>
          <a:prstGeom prst="rect">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0" bIns="50673" rtlCol="0">
            <a:spAutoFit/>
          </a:bodyPr>
          <a:lstStyle/>
          <a:p>
            <a:pPr algn="ct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Afbeelding met bijschrift</a:t>
            </a:r>
          </a:p>
        </p:txBody>
      </p:sp>
    </p:spTree>
    <p:extLst>
      <p:ext uri="{BB962C8B-B14F-4D97-AF65-F5344CB8AC3E}">
        <p14:creationId xmlns:p14="http://schemas.microsoft.com/office/powerpoint/2010/main" val="161668682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NTENTPAGINA GROEN 2">
    <p:bg>
      <p:bgPr>
        <a:solidFill>
          <a:schemeClr val="bg1"/>
        </a:solidFill>
        <a:effectLst/>
      </p:bgPr>
    </p:bg>
    <p:spTree>
      <p:nvGrpSpPr>
        <p:cNvPr id="1" name=""/>
        <p:cNvGrpSpPr/>
        <p:nvPr/>
      </p:nvGrpSpPr>
      <p:grpSpPr>
        <a:xfrm>
          <a:off x="0" y="0"/>
          <a:ext cx="0" cy="0"/>
          <a:chOff x="0" y="0"/>
          <a:chExt cx="0" cy="0"/>
        </a:xfrm>
      </p:grpSpPr>
      <p:sp>
        <p:nvSpPr>
          <p:cNvPr id="12" name="Tijdelijke aanduiding voor tekst 11">
            <a:extLst>
              <a:ext uri="{FF2B5EF4-FFF2-40B4-BE49-F238E27FC236}">
                <a16:creationId xmlns:a16="http://schemas.microsoft.com/office/drawing/2014/main" id="{AA0FAF0F-FE3B-E34A-88BF-FDD0848A27F6}"/>
              </a:ext>
            </a:extLst>
          </p:cNvPr>
          <p:cNvSpPr>
            <a:spLocks noGrp="1"/>
          </p:cNvSpPr>
          <p:nvPr>
            <p:ph type="body" sz="quarter" idx="12" hasCustomPrompt="1"/>
          </p:nvPr>
        </p:nvSpPr>
        <p:spPr>
          <a:xfrm>
            <a:off x="403225" y="643692"/>
            <a:ext cx="3352800" cy="4947903"/>
          </a:xfrm>
          <a:prstGeom prst="rect">
            <a:avLst/>
          </a:prstGeom>
        </p:spPr>
        <p:txBody>
          <a:bodyPr>
            <a:normAutofit/>
          </a:bodyPr>
          <a:lstStyle>
            <a:lvl1pPr marL="0" indent="0">
              <a:buFontTx/>
              <a:buNone/>
              <a:defRPr sz="3000" b="1" i="0" baseline="0">
                <a:solidFill>
                  <a:schemeClr val="tx1"/>
                </a:solidFill>
              </a:defRPr>
            </a:lvl1pPr>
          </a:lstStyle>
          <a:p>
            <a:r>
              <a:rPr lang="nl-NL"/>
              <a:t>Kopregel van de pagina over meerdere regels</a:t>
            </a:r>
          </a:p>
        </p:txBody>
      </p:sp>
      <p:sp>
        <p:nvSpPr>
          <p:cNvPr id="5" name="Tijdelijke aanduiding voor afbeelding 4">
            <a:extLst>
              <a:ext uri="{FF2B5EF4-FFF2-40B4-BE49-F238E27FC236}">
                <a16:creationId xmlns:a16="http://schemas.microsoft.com/office/drawing/2014/main" id="{AFA084CB-F740-D447-81B8-74D1ADD933A9}"/>
              </a:ext>
            </a:extLst>
          </p:cNvPr>
          <p:cNvSpPr>
            <a:spLocks noGrp="1"/>
          </p:cNvSpPr>
          <p:nvPr>
            <p:ph type="pic" sz="quarter" idx="13"/>
          </p:nvPr>
        </p:nvSpPr>
        <p:spPr>
          <a:xfrm>
            <a:off x="4131618" y="0"/>
            <a:ext cx="8060381" cy="6858000"/>
          </a:xfrm>
          <a:solidFill>
            <a:schemeClr val="tx1">
              <a:lumMod val="50000"/>
              <a:lumOff val="50000"/>
            </a:schemeClr>
          </a:solidFill>
        </p:spPr>
        <p:txBody>
          <a:bodyPr/>
          <a:lstStyle/>
          <a:p>
            <a:r>
              <a:rPr lang="en-US"/>
              <a:t>Click icon to add picture</a:t>
            </a:r>
            <a:endParaRPr lang="nl-NL"/>
          </a:p>
        </p:txBody>
      </p:sp>
      <p:pic>
        <p:nvPicPr>
          <p:cNvPr id="6" name="Afbeelding 5">
            <a:extLst>
              <a:ext uri="{FF2B5EF4-FFF2-40B4-BE49-F238E27FC236}">
                <a16:creationId xmlns:a16="http://schemas.microsoft.com/office/drawing/2014/main" id="{15ACF728-6D39-B64B-8A97-94786611632E}"/>
              </a:ext>
            </a:extLst>
          </p:cNvPr>
          <p:cNvPicPr>
            <a:picLocks noChangeAspect="1"/>
          </p:cNvPicPr>
          <p:nvPr userDrawn="1"/>
        </p:nvPicPr>
        <p:blipFill>
          <a:blip r:embed="rId2"/>
          <a:stretch>
            <a:fillRect/>
          </a:stretch>
        </p:blipFill>
        <p:spPr>
          <a:xfrm>
            <a:off x="210446" y="5717837"/>
            <a:ext cx="1964389" cy="987073"/>
          </a:xfrm>
          <a:prstGeom prst="rect">
            <a:avLst/>
          </a:prstGeom>
        </p:spPr>
      </p:pic>
    </p:spTree>
    <p:extLst>
      <p:ext uri="{BB962C8B-B14F-4D97-AF65-F5344CB8AC3E}">
        <p14:creationId xmlns:p14="http://schemas.microsoft.com/office/powerpoint/2010/main" val="199832561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PAGINA WIT 3">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669671D-7FBA-F94F-99E6-915DE56A8E21}"/>
              </a:ext>
            </a:extLst>
          </p:cNvPr>
          <p:cNvSpPr>
            <a:spLocks noGrp="1"/>
          </p:cNvSpPr>
          <p:nvPr>
            <p:ph type="ctrTitle" hasCustomPrompt="1"/>
          </p:nvPr>
        </p:nvSpPr>
        <p:spPr>
          <a:xfrm>
            <a:off x="914400" y="681793"/>
            <a:ext cx="10325100" cy="492443"/>
          </a:xfrm>
          <a:prstGeom prst="rect">
            <a:avLst/>
          </a:prstGeom>
        </p:spPr>
        <p:txBody>
          <a:bodyPr anchor="t" anchorCtr="0">
            <a:normAutofit/>
          </a:bodyPr>
          <a:lstStyle>
            <a:lvl1pPr algn="l">
              <a:defRPr sz="2500" b="1" i="0" baseline="0">
                <a:solidFill>
                  <a:srgbClr val="009C82"/>
                </a:solidFill>
              </a:defRPr>
            </a:lvl1pPr>
          </a:lstStyle>
          <a:p>
            <a:r>
              <a:rPr lang="nl-NL"/>
              <a:t>Klik om titel bewerken</a:t>
            </a:r>
          </a:p>
        </p:txBody>
      </p:sp>
      <p:sp>
        <p:nvSpPr>
          <p:cNvPr id="3" name="Ondertitel 2">
            <a:extLst>
              <a:ext uri="{FF2B5EF4-FFF2-40B4-BE49-F238E27FC236}">
                <a16:creationId xmlns:a16="http://schemas.microsoft.com/office/drawing/2014/main" id="{FBFF6E1D-D5AB-5646-8382-E424A5FED9E9}"/>
              </a:ext>
            </a:extLst>
          </p:cNvPr>
          <p:cNvSpPr>
            <a:spLocks noGrp="1"/>
          </p:cNvSpPr>
          <p:nvPr>
            <p:ph type="subTitle" idx="1"/>
          </p:nvPr>
        </p:nvSpPr>
        <p:spPr>
          <a:xfrm>
            <a:off x="914400" y="1503330"/>
            <a:ext cx="10325100" cy="4088266"/>
          </a:xfrm>
          <a:prstGeom prst="rect">
            <a:avLst/>
          </a:prstGeo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pic>
        <p:nvPicPr>
          <p:cNvPr id="9" name="Afbeelding 8">
            <a:extLst>
              <a:ext uri="{FF2B5EF4-FFF2-40B4-BE49-F238E27FC236}">
                <a16:creationId xmlns:a16="http://schemas.microsoft.com/office/drawing/2014/main" id="{FC3859B3-A404-4E4F-9836-31AACCED8F68}"/>
              </a:ext>
            </a:extLst>
          </p:cNvPr>
          <p:cNvPicPr>
            <a:picLocks noChangeAspect="1"/>
          </p:cNvPicPr>
          <p:nvPr userDrawn="1"/>
        </p:nvPicPr>
        <p:blipFill>
          <a:blip r:embed="rId2"/>
          <a:stretch>
            <a:fillRect/>
          </a:stretch>
        </p:blipFill>
        <p:spPr>
          <a:xfrm>
            <a:off x="210446" y="5717837"/>
            <a:ext cx="1964389" cy="987073"/>
          </a:xfrm>
          <a:prstGeom prst="rect">
            <a:avLst/>
          </a:prstGeom>
        </p:spPr>
      </p:pic>
    </p:spTree>
    <p:extLst>
      <p:ext uri="{BB962C8B-B14F-4D97-AF65-F5344CB8AC3E}">
        <p14:creationId xmlns:p14="http://schemas.microsoft.com/office/powerpoint/2010/main" val="30247741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49202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theme" Target="../theme/theme2.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slideLayout" Target="../slideLayouts/slideLayout48.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image" Target="../media/image2.png"/><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image" Target="../media/image1.png"/><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3.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image" Target="../media/image17.png"/><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image" Target="../media/image16.png"/><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image" Target="../media/image15.png"/><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image" Target="../media/image14.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theme" Target="../theme/theme4.xml"/><Relationship Id="rId27" Type="http://schemas.openxmlformats.org/officeDocument/2006/relationships/image" Target="../media/image18.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335AE316-A033-42C3-91B9-BB69790144E1}"/>
              </a:ext>
            </a:extLst>
          </p:cNvPr>
          <p:cNvSpPr/>
          <p:nvPr/>
        </p:nvSpPr>
        <p:spPr>
          <a:xfrm>
            <a:off x="5" y="0"/>
            <a:ext cx="40608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jdelijke aanduiding voor titel 1">
            <a:extLst>
              <a:ext uri="{FF2B5EF4-FFF2-40B4-BE49-F238E27FC236}">
                <a16:creationId xmlns:a16="http://schemas.microsoft.com/office/drawing/2014/main" id="{F5331E97-3ECC-4AF2-98AB-D57122C85F3A}"/>
              </a:ext>
            </a:extLst>
          </p:cNvPr>
          <p:cNvSpPr>
            <a:spLocks noGrp="1"/>
          </p:cNvSpPr>
          <p:nvPr>
            <p:ph type="title"/>
          </p:nvPr>
        </p:nvSpPr>
        <p:spPr>
          <a:xfrm>
            <a:off x="4692501" y="500284"/>
            <a:ext cx="6661297" cy="1435507"/>
          </a:xfrm>
          <a:prstGeom prst="rect">
            <a:avLst/>
          </a:prstGeom>
        </p:spPr>
        <p:txBody>
          <a:bodyPr vert="horz" lIns="91440" tIns="45720" rIns="91440" bIns="45720" rtlCol="0" anchor="ctr">
            <a:noAutofit/>
          </a:bodyPr>
          <a:lstStyle/>
          <a:p>
            <a:r>
              <a:rPr lang="nl-NL"/>
              <a:t>Format </a:t>
            </a:r>
            <a:br>
              <a:rPr lang="nl-NL"/>
            </a:br>
            <a:r>
              <a:rPr lang="nl-NL"/>
              <a:t>16:9 INT</a:t>
            </a:r>
          </a:p>
        </p:txBody>
      </p:sp>
      <p:sp>
        <p:nvSpPr>
          <p:cNvPr id="3" name="Tijdelijke aanduiding voor tekst 2">
            <a:extLst>
              <a:ext uri="{FF2B5EF4-FFF2-40B4-BE49-F238E27FC236}">
                <a16:creationId xmlns:a16="http://schemas.microsoft.com/office/drawing/2014/main" id="{72391E4F-156B-48E6-81C2-3447F3936994}"/>
              </a:ext>
            </a:extLst>
          </p:cNvPr>
          <p:cNvSpPr>
            <a:spLocks noGrp="1"/>
          </p:cNvSpPr>
          <p:nvPr>
            <p:ph type="body" idx="1"/>
          </p:nvPr>
        </p:nvSpPr>
        <p:spPr>
          <a:xfrm>
            <a:off x="4692500" y="2006379"/>
            <a:ext cx="6661299" cy="4351338"/>
          </a:xfrm>
          <a:prstGeom prst="rect">
            <a:avLst/>
          </a:prstGeom>
        </p:spPr>
        <p:txBody>
          <a:bodyPr vert="horz" lIns="91440" tIns="45720" rIns="91440" bIns="45720" rtlCol="0">
            <a:normAutofit/>
          </a:bodyPr>
          <a:lstStyle/>
          <a:p>
            <a:pPr lvl="0"/>
            <a:r>
              <a:rPr lang="nl-NL"/>
              <a:t>Tekststijl van het model bewerken</a:t>
            </a:r>
          </a:p>
        </p:txBody>
      </p:sp>
      <p:pic>
        <p:nvPicPr>
          <p:cNvPr id="8" name="Afbeelding 7">
            <a:extLst>
              <a:ext uri="{FF2B5EF4-FFF2-40B4-BE49-F238E27FC236}">
                <a16:creationId xmlns:a16="http://schemas.microsoft.com/office/drawing/2014/main" id="{CB4A502B-E2CB-4287-9DED-C3AC2B5E0CFA}"/>
              </a:ext>
            </a:extLst>
          </p:cNvPr>
          <p:cNvPicPr>
            <a:picLocks noChangeAspect="1"/>
          </p:cNvPicPr>
          <p:nvPr/>
        </p:nvPicPr>
        <p:blipFill>
          <a:blip r:embed="rId25" cstate="screen">
            <a:extLst>
              <a:ext uri="{28A0092B-C50C-407E-A947-70E740481C1C}">
                <a14:useLocalDpi xmlns:a14="http://schemas.microsoft.com/office/drawing/2010/main"/>
              </a:ext>
            </a:extLst>
          </a:blip>
          <a:stretch>
            <a:fillRect/>
          </a:stretch>
        </p:blipFill>
        <p:spPr>
          <a:xfrm>
            <a:off x="380014" y="5248352"/>
            <a:ext cx="3534447" cy="1332000"/>
          </a:xfrm>
          <a:prstGeom prst="rect">
            <a:avLst/>
          </a:prstGeom>
        </p:spPr>
      </p:pic>
      <p:pic>
        <p:nvPicPr>
          <p:cNvPr id="16" name="Afbeelding 15">
            <a:extLst>
              <a:ext uri="{FF2B5EF4-FFF2-40B4-BE49-F238E27FC236}">
                <a16:creationId xmlns:a16="http://schemas.microsoft.com/office/drawing/2014/main" id="{24CF265D-E83E-4BC2-8036-5C85388D4FCA}"/>
              </a:ext>
            </a:extLst>
          </p:cNvPr>
          <p:cNvPicPr>
            <a:picLocks noChangeAspect="1"/>
          </p:cNvPicPr>
          <p:nvPr/>
        </p:nvPicPr>
        <p:blipFill>
          <a:blip r:embed="rId26" cstate="screen">
            <a:extLst>
              <a:ext uri="{28A0092B-C50C-407E-A947-70E740481C1C}">
                <a14:useLocalDpi xmlns:a14="http://schemas.microsoft.com/office/drawing/2010/main"/>
              </a:ext>
            </a:extLst>
          </a:blip>
          <a:stretch>
            <a:fillRect/>
          </a:stretch>
        </p:blipFill>
        <p:spPr>
          <a:xfrm>
            <a:off x="0" y="5182286"/>
            <a:ext cx="3334864" cy="1675714"/>
          </a:xfrm>
          <a:prstGeom prst="rect">
            <a:avLst/>
          </a:prstGeom>
        </p:spPr>
      </p:pic>
    </p:spTree>
    <p:extLst>
      <p:ext uri="{BB962C8B-B14F-4D97-AF65-F5344CB8AC3E}">
        <p14:creationId xmlns:p14="http://schemas.microsoft.com/office/powerpoint/2010/main" val="852704633"/>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737" r:id="rId3"/>
    <p:sldLayoutId id="2147483682" r:id="rId4"/>
    <p:sldLayoutId id="2147483683" r:id="rId5"/>
    <p:sldLayoutId id="2147483684" r:id="rId6"/>
    <p:sldLayoutId id="2147483685" r:id="rId7"/>
    <p:sldLayoutId id="2147483686" r:id="rId8"/>
    <p:sldLayoutId id="2147483687" r:id="rId9"/>
    <p:sldLayoutId id="2147483688" r:id="rId10"/>
    <p:sldLayoutId id="2147483736"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700" r:id="rId21"/>
    <p:sldLayoutId id="2147483701" r:id="rId22"/>
    <p:sldLayoutId id="2147483660" r:id="rId23"/>
  </p:sldLayoutIdLst>
  <p:hf hdr="0" ftr="0" dt="0"/>
  <p:txStyles>
    <p:title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335AE316-A033-42C3-91B9-BB69790144E1}"/>
              </a:ext>
            </a:extLst>
          </p:cNvPr>
          <p:cNvSpPr/>
          <p:nvPr/>
        </p:nvSpPr>
        <p:spPr>
          <a:xfrm>
            <a:off x="5" y="0"/>
            <a:ext cx="40608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jdelijke aanduiding voor titel 1">
            <a:extLst>
              <a:ext uri="{FF2B5EF4-FFF2-40B4-BE49-F238E27FC236}">
                <a16:creationId xmlns:a16="http://schemas.microsoft.com/office/drawing/2014/main" id="{F5331E97-3ECC-4AF2-98AB-D57122C85F3A}"/>
              </a:ext>
            </a:extLst>
          </p:cNvPr>
          <p:cNvSpPr>
            <a:spLocks noGrp="1"/>
          </p:cNvSpPr>
          <p:nvPr>
            <p:ph type="title"/>
          </p:nvPr>
        </p:nvSpPr>
        <p:spPr>
          <a:xfrm>
            <a:off x="4692501" y="500284"/>
            <a:ext cx="6661297" cy="1435507"/>
          </a:xfrm>
          <a:prstGeom prst="rect">
            <a:avLst/>
          </a:prstGeom>
        </p:spPr>
        <p:txBody>
          <a:bodyPr vert="horz" lIns="91440" tIns="45720" rIns="91440" bIns="45720" rtlCol="0" anchor="ctr">
            <a:noAutofit/>
          </a:bodyPr>
          <a:lstStyle/>
          <a:p>
            <a:r>
              <a:rPr lang="nl-NL"/>
              <a:t>Format </a:t>
            </a:r>
            <a:br>
              <a:rPr lang="nl-NL"/>
            </a:br>
            <a:r>
              <a:rPr lang="nl-NL"/>
              <a:t>16:9 INT</a:t>
            </a:r>
          </a:p>
        </p:txBody>
      </p:sp>
      <p:sp>
        <p:nvSpPr>
          <p:cNvPr id="3" name="Tijdelijke aanduiding voor tekst 2">
            <a:extLst>
              <a:ext uri="{FF2B5EF4-FFF2-40B4-BE49-F238E27FC236}">
                <a16:creationId xmlns:a16="http://schemas.microsoft.com/office/drawing/2014/main" id="{72391E4F-156B-48E6-81C2-3447F3936994}"/>
              </a:ext>
            </a:extLst>
          </p:cNvPr>
          <p:cNvSpPr>
            <a:spLocks noGrp="1"/>
          </p:cNvSpPr>
          <p:nvPr>
            <p:ph type="body" idx="1"/>
          </p:nvPr>
        </p:nvSpPr>
        <p:spPr>
          <a:xfrm>
            <a:off x="4692500" y="2006379"/>
            <a:ext cx="6661299" cy="4351338"/>
          </a:xfrm>
          <a:prstGeom prst="rect">
            <a:avLst/>
          </a:prstGeom>
        </p:spPr>
        <p:txBody>
          <a:bodyPr vert="horz" lIns="91440" tIns="45720" rIns="91440" bIns="45720" rtlCol="0">
            <a:normAutofit/>
          </a:bodyPr>
          <a:lstStyle/>
          <a:p>
            <a:pPr lvl="0"/>
            <a:r>
              <a:rPr lang="nl-NL"/>
              <a:t>Tekststijl van het model bewerken</a:t>
            </a:r>
          </a:p>
        </p:txBody>
      </p:sp>
      <p:pic>
        <p:nvPicPr>
          <p:cNvPr id="8" name="Afbeelding 7">
            <a:extLst>
              <a:ext uri="{FF2B5EF4-FFF2-40B4-BE49-F238E27FC236}">
                <a16:creationId xmlns:a16="http://schemas.microsoft.com/office/drawing/2014/main" id="{CB4A502B-E2CB-4287-9DED-C3AC2B5E0CFA}"/>
              </a:ext>
            </a:extLst>
          </p:cNvPr>
          <p:cNvPicPr>
            <a:picLocks noChangeAspect="1"/>
          </p:cNvPicPr>
          <p:nvPr/>
        </p:nvPicPr>
        <p:blipFill>
          <a:blip r:embed="rId27" cstate="screen">
            <a:extLst>
              <a:ext uri="{28A0092B-C50C-407E-A947-70E740481C1C}">
                <a14:useLocalDpi xmlns:a14="http://schemas.microsoft.com/office/drawing/2010/main"/>
              </a:ext>
            </a:extLst>
          </a:blip>
          <a:stretch>
            <a:fillRect/>
          </a:stretch>
        </p:blipFill>
        <p:spPr>
          <a:xfrm>
            <a:off x="380014" y="5248352"/>
            <a:ext cx="3534447" cy="1332000"/>
          </a:xfrm>
          <a:prstGeom prst="rect">
            <a:avLst/>
          </a:prstGeom>
        </p:spPr>
      </p:pic>
      <p:pic>
        <p:nvPicPr>
          <p:cNvPr id="16" name="Afbeelding 15">
            <a:extLst>
              <a:ext uri="{FF2B5EF4-FFF2-40B4-BE49-F238E27FC236}">
                <a16:creationId xmlns:a16="http://schemas.microsoft.com/office/drawing/2014/main" id="{24CF265D-E83E-4BC2-8036-5C85388D4FCA}"/>
              </a:ext>
            </a:extLst>
          </p:cNvPr>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362973" y="2591143"/>
            <a:ext cx="3334864" cy="1675714"/>
          </a:xfrm>
          <a:prstGeom prst="rect">
            <a:avLst/>
          </a:prstGeom>
        </p:spPr>
      </p:pic>
    </p:spTree>
    <p:extLst>
      <p:ext uri="{BB962C8B-B14F-4D97-AF65-F5344CB8AC3E}">
        <p14:creationId xmlns:p14="http://schemas.microsoft.com/office/powerpoint/2010/main" val="3898690302"/>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Lst>
  <p:hf hdr="0" ftr="0" dt="0"/>
  <p:txStyles>
    <p:title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335AE316-A033-42C3-91B9-BB69790144E1}"/>
              </a:ext>
            </a:extLst>
          </p:cNvPr>
          <p:cNvSpPr/>
          <p:nvPr/>
        </p:nvSpPr>
        <p:spPr>
          <a:xfrm>
            <a:off x="5" y="0"/>
            <a:ext cx="4060800" cy="6858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1350"/>
          </a:p>
        </p:txBody>
      </p:sp>
      <p:sp>
        <p:nvSpPr>
          <p:cNvPr id="2" name="Tijdelijke aanduiding voor titel 1">
            <a:extLst>
              <a:ext uri="{FF2B5EF4-FFF2-40B4-BE49-F238E27FC236}">
                <a16:creationId xmlns:a16="http://schemas.microsoft.com/office/drawing/2014/main" id="{F5331E97-3ECC-4AF2-98AB-D57122C85F3A}"/>
              </a:ext>
            </a:extLst>
          </p:cNvPr>
          <p:cNvSpPr>
            <a:spLocks noGrp="1"/>
          </p:cNvSpPr>
          <p:nvPr>
            <p:ph type="title"/>
          </p:nvPr>
        </p:nvSpPr>
        <p:spPr>
          <a:xfrm>
            <a:off x="4692501" y="500284"/>
            <a:ext cx="6661297" cy="1435507"/>
          </a:xfrm>
          <a:prstGeom prst="rect">
            <a:avLst/>
          </a:prstGeom>
        </p:spPr>
        <p:txBody>
          <a:bodyPr vert="horz" lIns="91440" tIns="45720" rIns="91440" bIns="45720" rtlCol="0" anchor="ctr">
            <a:noAutofit/>
          </a:bodyPr>
          <a:lstStyle/>
          <a:p>
            <a:r>
              <a:rPr lang="nl-NL"/>
              <a:t>Formaat </a:t>
            </a:r>
            <a:br>
              <a:rPr lang="nl-NL"/>
            </a:br>
            <a:r>
              <a:rPr lang="nl-NL"/>
              <a:t>16:9 NL</a:t>
            </a:r>
          </a:p>
        </p:txBody>
      </p:sp>
      <p:sp>
        <p:nvSpPr>
          <p:cNvPr id="3" name="Tijdelijke aanduiding voor tekst 2">
            <a:extLst>
              <a:ext uri="{FF2B5EF4-FFF2-40B4-BE49-F238E27FC236}">
                <a16:creationId xmlns:a16="http://schemas.microsoft.com/office/drawing/2014/main" id="{72391E4F-156B-48E6-81C2-3447F3936994}"/>
              </a:ext>
            </a:extLst>
          </p:cNvPr>
          <p:cNvSpPr>
            <a:spLocks noGrp="1"/>
          </p:cNvSpPr>
          <p:nvPr>
            <p:ph type="body" idx="1"/>
          </p:nvPr>
        </p:nvSpPr>
        <p:spPr>
          <a:xfrm>
            <a:off x="4692500" y="2006379"/>
            <a:ext cx="6661299" cy="4351338"/>
          </a:xfrm>
          <a:prstGeom prst="rect">
            <a:avLst/>
          </a:prstGeom>
        </p:spPr>
        <p:txBody>
          <a:bodyPr vert="horz" lIns="91440" tIns="45720" rIns="91440" bIns="45720" rtlCol="0">
            <a:normAutofit/>
          </a:bodyPr>
          <a:lstStyle/>
          <a:p>
            <a:pPr lvl="0"/>
            <a:r>
              <a:rPr lang="nl-NL"/>
              <a:t>Tekststijl van het model bewerken</a:t>
            </a:r>
          </a:p>
        </p:txBody>
      </p:sp>
      <p:pic>
        <p:nvPicPr>
          <p:cNvPr id="8" name="Afbeelding 7">
            <a:extLst>
              <a:ext uri="{FF2B5EF4-FFF2-40B4-BE49-F238E27FC236}">
                <a16:creationId xmlns:a16="http://schemas.microsoft.com/office/drawing/2014/main" id="{CB4A502B-E2CB-4287-9DED-C3AC2B5E0CFA}"/>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380014" y="5248352"/>
            <a:ext cx="3534447" cy="1332000"/>
          </a:xfrm>
          <a:prstGeom prst="rect">
            <a:avLst/>
          </a:prstGeom>
        </p:spPr>
      </p:pic>
      <p:pic>
        <p:nvPicPr>
          <p:cNvPr id="14" name="Afbeelding 13">
            <a:extLst>
              <a:ext uri="{FF2B5EF4-FFF2-40B4-BE49-F238E27FC236}">
                <a16:creationId xmlns:a16="http://schemas.microsoft.com/office/drawing/2014/main" id="{00CFFBB0-A4A8-48C7-A271-8455A1541367}"/>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324000" y="5473804"/>
            <a:ext cx="2416626" cy="881095"/>
          </a:xfrm>
          <a:prstGeom prst="rect">
            <a:avLst/>
          </a:prstGeom>
        </p:spPr>
      </p:pic>
    </p:spTree>
    <p:extLst>
      <p:ext uri="{BB962C8B-B14F-4D97-AF65-F5344CB8AC3E}">
        <p14:creationId xmlns:p14="http://schemas.microsoft.com/office/powerpoint/2010/main" val="2846973719"/>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ftr="0" dt="0"/>
  <p:txStyles>
    <p:title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Tx/>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Tx/>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Tx/>
        <a:buNone/>
        <a:defRPr sz="20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Tx/>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Afbeelding 3"/>
          <p:cNvPicPr>
            <a:picLocks noChangeAspect="1"/>
          </p:cNvPicPr>
          <p:nvPr/>
        </p:nvPicPr>
        <p:blipFill>
          <a:blip r:embed="rId23">
            <a:extLst>
              <a:ext uri="{28A0092B-C50C-407E-A947-70E740481C1C}">
                <a14:useLocalDpi xmlns:a14="http://schemas.microsoft.com/office/drawing/2010/main" val="0"/>
              </a:ext>
            </a:extLst>
          </a:blip>
          <a:stretch>
            <a:fillRect/>
          </a:stretch>
        </p:blipFill>
        <p:spPr bwMode="auto">
          <a:xfrm>
            <a:off x="0" y="0"/>
            <a:ext cx="12192000" cy="573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jdelijke aanduiding voor titel 1"/>
          <p:cNvSpPr>
            <a:spLocks noGrp="1"/>
          </p:cNvSpPr>
          <p:nvPr>
            <p:ph type="title"/>
          </p:nvPr>
        </p:nvSpPr>
        <p:spPr>
          <a:xfrm>
            <a:off x="672000" y="1026000"/>
            <a:ext cx="10416000" cy="666000"/>
          </a:xfrm>
          <a:prstGeom prst="rect">
            <a:avLst/>
          </a:prstGeom>
        </p:spPr>
        <p:txBody>
          <a:bodyPr vert="horz" lIns="0" tIns="0" rIns="0" bIns="0" rtlCol="0" anchor="t" anchorCtr="0">
            <a:normAutofit/>
          </a:bodyPr>
          <a:lstStyle/>
          <a:p>
            <a:r>
              <a:rPr lang="nl-NL"/>
              <a:t>Klik om de stijl te bewerken</a:t>
            </a:r>
            <a:endParaRPr lang="en-US"/>
          </a:p>
        </p:txBody>
      </p:sp>
      <p:sp>
        <p:nvSpPr>
          <p:cNvPr id="3" name="Tijdelijke aanduiding voor tekst 2"/>
          <p:cNvSpPr>
            <a:spLocks noGrp="1"/>
          </p:cNvSpPr>
          <p:nvPr>
            <p:ph type="body" idx="1"/>
          </p:nvPr>
        </p:nvSpPr>
        <p:spPr>
          <a:xfrm>
            <a:off x="672000" y="1764000"/>
            <a:ext cx="10416000" cy="4140000"/>
          </a:xfrm>
          <a:prstGeom prst="rect">
            <a:avLst/>
          </a:prstGeom>
        </p:spPr>
        <p:txBody>
          <a:bodyPr vert="horz" lIns="0" tIns="0" rIns="0" bIns="0" rtlCol="0">
            <a:norm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6" name="Tijdelijke aanduiding voor dianummer 5"/>
          <p:cNvSpPr>
            <a:spLocks noGrp="1"/>
          </p:cNvSpPr>
          <p:nvPr>
            <p:ph type="sldNum" sz="quarter" idx="4"/>
          </p:nvPr>
        </p:nvSpPr>
        <p:spPr>
          <a:xfrm>
            <a:off x="8640000" y="6401359"/>
            <a:ext cx="2448000" cy="365125"/>
          </a:xfrm>
          <a:prstGeom prst="rect">
            <a:avLst/>
          </a:prstGeom>
        </p:spPr>
        <p:txBody>
          <a:bodyPr/>
          <a:lstStyle>
            <a:lvl1pPr algn="r">
              <a:defRPr sz="1000">
                <a:solidFill>
                  <a:srgbClr val="898989"/>
                </a:solidFill>
              </a:defRPr>
            </a:lvl1pPr>
          </a:lstStyle>
          <a:p>
            <a:fld id="{4ABABD56-4143-49FB-826B-FECBCEF91FBB}" type="slidenum">
              <a:rPr lang="nl-NL" smtClean="0"/>
              <a:t>‹#›</a:t>
            </a:fld>
            <a:endParaRPr lang="nl-NL"/>
          </a:p>
        </p:txBody>
      </p:sp>
      <p:sp>
        <p:nvSpPr>
          <p:cNvPr id="13" name="Tekstvak 12">
            <a:extLst>
              <a:ext uri="{FF2B5EF4-FFF2-40B4-BE49-F238E27FC236}">
                <a16:creationId xmlns:a16="http://schemas.microsoft.com/office/drawing/2014/main" id="{92809271-3493-466D-AB40-73FA581AA587}"/>
              </a:ext>
            </a:extLst>
          </p:cNvPr>
          <p:cNvSpPr txBox="1"/>
          <p:nvPr/>
        </p:nvSpPr>
        <p:spPr>
          <a:xfrm>
            <a:off x="-2241155" y="-36000"/>
            <a:ext cx="2088000" cy="6505099"/>
          </a:xfrm>
          <a:prstGeom prst="roundRect">
            <a:avLst>
              <a:gd name="adj" fmla="val 5780"/>
            </a:avLst>
          </a:prstGeom>
          <a:noFill/>
          <a:ln w="19050">
            <a:noFill/>
          </a:ln>
        </p:spPr>
        <p:style>
          <a:lnRef idx="2">
            <a:schemeClr val="accent4">
              <a:shade val="50000"/>
            </a:schemeClr>
          </a:lnRef>
          <a:fillRef idx="1">
            <a:schemeClr val="accent4"/>
          </a:fillRef>
          <a:effectRef idx="0">
            <a:schemeClr val="accent4"/>
          </a:effectRef>
          <a:fontRef idx="minor">
            <a:schemeClr val="lt1"/>
          </a:fontRef>
        </p:style>
        <p:txBody>
          <a:bodyPr wrap="square" tIns="50673" bIns="50673" rtlCol="0">
            <a:spAutoFit/>
          </a:bodyPr>
          <a:lstStyle/>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TAB START</a:t>
            </a: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endParaRPr lang="nl-NL" sz="1000" b="1" kern="1200" cap="all" baseline="0" noProof="1">
              <a:solidFill>
                <a:schemeClr val="tx2"/>
              </a:solidFill>
              <a:latin typeface="Arial" panose="020B0604020202020204" pitchFamily="34" charset="0"/>
              <a:ea typeface="+mn-ea"/>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nieuwe DIA INVOEGEN</a:t>
            </a:r>
          </a:p>
          <a:p>
            <a:pPr marL="536575" marR="0" lvl="0" indent="0" algn="l" defTabSz="914400" rtl="0" eaLnBrk="1" fontAlgn="auto" latinLnBrk="0" hangingPunct="1">
              <a:lnSpc>
                <a:spcPct val="120000"/>
              </a:lnSpc>
              <a:spcBef>
                <a:spcPts val="0"/>
              </a:spcBef>
              <a:spcAft>
                <a:spcPts val="0"/>
              </a:spcAft>
              <a:buClrTx/>
              <a:buSzTx/>
              <a:buFontTx/>
              <a:buNone/>
              <a:tabLst/>
              <a:defRPr/>
            </a:pPr>
            <a:r>
              <a:rPr lang="nl-NL" sz="900" b="0" baseline="0" noProof="1">
                <a:solidFill>
                  <a:srgbClr val="515F67"/>
                </a:solidFill>
                <a:latin typeface="Arial" panose="020B0604020202020204" pitchFamily="34" charset="0"/>
                <a:cs typeface="Arial" panose="020B0604020202020204" pitchFamily="34" charset="0"/>
              </a:rPr>
              <a:t>Klik op het onderste deel van de knop </a:t>
            </a:r>
            <a:r>
              <a:rPr lang="nl-NL" sz="900" b="0" baseline="0" noProof="1">
                <a:solidFill>
                  <a:srgbClr val="515F67"/>
                </a:solidFill>
                <a:latin typeface="Arial Black" panose="020B0A04020102020204" pitchFamily="34" charset="0"/>
                <a:cs typeface="Arial" panose="020B0604020202020204" pitchFamily="34" charset="0"/>
              </a:rPr>
              <a:t>Nieuwe Dia </a:t>
            </a:r>
            <a:r>
              <a:rPr lang="nl-NL" sz="900" b="0" baseline="0" noProof="1">
                <a:solidFill>
                  <a:srgbClr val="515F67"/>
                </a:solidFill>
                <a:latin typeface="Arial" panose="020B0604020202020204" pitchFamily="34" charset="0"/>
                <a:cs typeface="Arial" panose="020B0604020202020204" pitchFamily="34" charset="0"/>
              </a:rPr>
              <a:t>en kies de gewenste dia-indeling. </a:t>
            </a:r>
          </a:p>
          <a:p>
            <a:pPr marL="0" marR="0" lvl="0" indent="0" algn="l" defTabSz="914400" rtl="0" eaLnBrk="1" fontAlgn="auto" latinLnBrk="0" hangingPunct="1">
              <a:lnSpc>
                <a:spcPct val="120000"/>
              </a:lnSpc>
              <a:spcBef>
                <a:spcPts val="0"/>
              </a:spcBef>
              <a:spcAft>
                <a:spcPts val="0"/>
              </a:spcAft>
              <a:buClrTx/>
              <a:buSzTx/>
              <a:buFontTx/>
              <a:buNone/>
              <a:tabLst/>
              <a:defRPr/>
            </a:pPr>
            <a:endParaRPr lang="nl-NL" sz="900" b="0" baseline="0" noProof="1">
              <a:solidFill>
                <a:srgbClr val="515F67"/>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ANDERE DIA-INDEling </a:t>
            </a:r>
          </a:p>
          <a:p>
            <a:pPr marL="107950" indent="-10795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dia waarvan je de dia-indeling wilt wijzigen.</a:t>
            </a:r>
          </a:p>
          <a:p>
            <a:pPr marL="107950" indent="-107950">
              <a:lnSpc>
                <a:spcPct val="120000"/>
              </a:lnSpc>
              <a:buFont typeface="+mj-lt"/>
              <a:buAutoNum type="arabicPeriod"/>
            </a:pPr>
            <a:r>
              <a:rPr lang="nl-NL" sz="900" baseline="0" noProof="1">
                <a:solidFill>
                  <a:srgbClr val="515F67"/>
                </a:solidFill>
                <a:latin typeface="Arial" panose="020B0604020202020204" pitchFamily="34" charset="0"/>
                <a:cs typeface="Arial" panose="020B0604020202020204" pitchFamily="34" charset="0"/>
              </a:rPr>
              <a:t>Klik op de knop </a:t>
            </a:r>
            <a:r>
              <a:rPr lang="nl-NL" sz="900" b="0" baseline="0" noProof="1">
                <a:solidFill>
                  <a:srgbClr val="515F67"/>
                </a:solidFill>
                <a:latin typeface="Arial Black" panose="020B0A04020102020204" pitchFamily="34" charset="0"/>
                <a:cs typeface="Arial" panose="020B0604020202020204" pitchFamily="34" charset="0"/>
              </a:rPr>
              <a:t>Indeling</a:t>
            </a:r>
            <a:r>
              <a:rPr lang="nl-NL" sz="900" baseline="0" noProof="1">
                <a:solidFill>
                  <a:srgbClr val="515F67"/>
                </a:solidFill>
                <a:latin typeface="Arial" panose="020B0604020202020204" pitchFamily="34" charset="0"/>
                <a:cs typeface="Arial" panose="020B0604020202020204" pitchFamily="34" charset="0"/>
              </a:rPr>
              <a:t>.</a:t>
            </a:r>
            <a:endParaRPr lang="nl-NL" sz="900" b="0" baseline="0" noProof="1">
              <a:solidFill>
                <a:srgbClr val="515F67"/>
              </a:solidFill>
              <a:latin typeface="Arial" panose="020B0604020202020204" pitchFamily="34" charset="0"/>
              <a:cs typeface="Arial" panose="020B0604020202020204" pitchFamily="34" charset="0"/>
            </a:endParaRPr>
          </a:p>
          <a:p>
            <a:pPr marL="107950" indent="-107950">
              <a:lnSpc>
                <a:spcPct val="120000"/>
              </a:lnSpc>
              <a:buFont typeface="+mj-lt"/>
              <a:buAutoNum type="arabicPeriod"/>
            </a:pPr>
            <a:r>
              <a:rPr lang="nl-NL" sz="900" b="0" baseline="0" noProof="1">
                <a:solidFill>
                  <a:srgbClr val="515F67"/>
                </a:solidFill>
                <a:latin typeface="Arial" panose="020B0604020202020204" pitchFamily="34" charset="0"/>
                <a:cs typeface="Arial" panose="020B0604020202020204" pitchFamily="34" charset="0"/>
              </a:rPr>
              <a:t>Kies de gewenste indeling.</a:t>
            </a:r>
            <a:endParaRPr lang="nl-NL" sz="900" baseline="0" noProof="1">
              <a:solidFill>
                <a:srgbClr val="515F67"/>
              </a:solidFill>
              <a:latin typeface="Arial" panose="020B0604020202020204" pitchFamily="34" charset="0"/>
              <a:cs typeface="Arial" panose="020B0604020202020204" pitchFamily="34" charset="0"/>
            </a:endParaRPr>
          </a:p>
          <a:p>
            <a:pPr>
              <a:lnSpc>
                <a:spcPct val="120000"/>
              </a:lnSpc>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DIA-INDELING HERSTELLEN</a:t>
            </a:r>
          </a:p>
          <a:p>
            <a:pPr marL="0" indent="0">
              <a:lnSpc>
                <a:spcPct val="120000"/>
              </a:lnSpc>
              <a:buFont typeface="+mj-lt"/>
              <a:buNone/>
            </a:pPr>
            <a:r>
              <a:rPr lang="nl-NL" sz="900" baseline="0" noProof="1">
                <a:solidFill>
                  <a:srgbClr val="515F67"/>
                </a:solidFill>
                <a:latin typeface="Arial" panose="020B0604020202020204" pitchFamily="34" charset="0"/>
                <a:cs typeface="Arial" panose="020B0604020202020204" pitchFamily="34" charset="0"/>
              </a:rPr>
              <a:t>Het kan gebeuren dat je de tekst- of fotovakken per ongeluk hebt verplaatst, waardoor ze niet meer op de juiste positie staan.</a:t>
            </a:r>
          </a:p>
          <a:p>
            <a:pPr marL="0" indent="0">
              <a:lnSpc>
                <a:spcPct val="120000"/>
              </a:lnSpc>
              <a:buFont typeface="+mj-lt"/>
              <a:buNone/>
            </a:pPr>
            <a:r>
              <a:rPr lang="nl-NL" sz="900" baseline="0" noProof="1">
                <a:solidFill>
                  <a:srgbClr val="515F67"/>
                </a:solidFill>
                <a:latin typeface="Arial" panose="020B0604020202020204" pitchFamily="34" charset="0"/>
                <a:cs typeface="Arial" panose="020B0604020202020204" pitchFamily="34" charset="0"/>
              </a:rPr>
              <a:t>Herstel dit door op de knop </a:t>
            </a:r>
            <a:r>
              <a:rPr lang="nl-NL" sz="900" b="1" baseline="0" noProof="1">
                <a:solidFill>
                  <a:srgbClr val="515F67"/>
                </a:solidFill>
                <a:latin typeface="Arial Black" panose="020B0A04020102020204" pitchFamily="34" charset="0"/>
                <a:cs typeface="Arial" panose="020B0604020202020204" pitchFamily="34" charset="0"/>
              </a:rPr>
              <a:t>Opnieuw</a:t>
            </a:r>
            <a:r>
              <a:rPr lang="nl-NL" sz="900" baseline="0" noProof="1">
                <a:solidFill>
                  <a:srgbClr val="515F67"/>
                </a:solidFill>
                <a:latin typeface="Arial Black" panose="020B0A04020102020204" pitchFamily="34" charset="0"/>
                <a:cs typeface="Arial" panose="020B0604020202020204" pitchFamily="34" charset="0"/>
              </a:rPr>
              <a:t> </a:t>
            </a:r>
            <a:r>
              <a:rPr lang="nl-NL" sz="900" b="1" baseline="0" noProof="1">
                <a:solidFill>
                  <a:srgbClr val="515F67"/>
                </a:solidFill>
                <a:latin typeface="Arial Black" panose="020B0A04020102020204" pitchFamily="34" charset="0"/>
                <a:cs typeface="Arial" panose="020B0604020202020204" pitchFamily="34" charset="0"/>
              </a:rPr>
              <a:t>instellen</a:t>
            </a:r>
            <a:r>
              <a:rPr lang="nl-NL" sz="900" b="1" baseline="0" noProof="1">
                <a:solidFill>
                  <a:srgbClr val="515F67"/>
                </a:solidFill>
                <a:latin typeface="Arial" panose="020B0604020202020204" pitchFamily="34" charset="0"/>
                <a:cs typeface="Arial" panose="020B0604020202020204" pitchFamily="34" charset="0"/>
              </a:rPr>
              <a:t> </a:t>
            </a:r>
            <a:r>
              <a:rPr lang="nl-NL" sz="900" b="0" baseline="0" noProof="1">
                <a:solidFill>
                  <a:srgbClr val="515F67"/>
                </a:solidFill>
                <a:latin typeface="Arial" panose="020B0604020202020204" pitchFamily="34" charset="0"/>
                <a:cs typeface="Arial" panose="020B0604020202020204" pitchFamily="34" charset="0"/>
              </a:rPr>
              <a:t>te klikken.</a:t>
            </a:r>
          </a:p>
          <a:p>
            <a:pPr marL="0" indent="0">
              <a:lnSpc>
                <a:spcPct val="120000"/>
              </a:lnSpc>
              <a:buFont typeface="+mj-lt"/>
              <a:buNone/>
            </a:pPr>
            <a:endParaRPr lang="nl-NL" sz="900" baseline="0" noProof="1">
              <a:solidFill>
                <a:schemeClr val="tx1"/>
              </a:solidFill>
              <a:latin typeface="Arial" panose="020B0604020202020204" pitchFamily="34" charset="0"/>
              <a:cs typeface="Arial" panose="020B0604020202020204" pitchFamily="34" charset="0"/>
            </a:endParaRPr>
          </a:p>
          <a:p>
            <a:pPr>
              <a:lnSpc>
                <a:spcPct val="120000"/>
              </a:lnSpc>
            </a:pPr>
            <a:r>
              <a:rPr lang="nl-NL" sz="1000" b="1" kern="1200" cap="all" baseline="0" noProof="1">
                <a:solidFill>
                  <a:schemeClr val="tx2"/>
                </a:solidFill>
                <a:latin typeface="Arial" panose="020B0604020202020204" pitchFamily="34" charset="0"/>
                <a:ea typeface="+mn-ea"/>
                <a:cs typeface="Arial" panose="020B0604020202020204" pitchFamily="34" charset="0"/>
              </a:rPr>
              <a:t>KOPIËREN VANUIT EEN OUDE PRESENTATIE</a:t>
            </a:r>
          </a:p>
          <a:p>
            <a:pPr marL="0" indent="0">
              <a:lnSpc>
                <a:spcPct val="120000"/>
              </a:lnSpc>
              <a:buFont typeface="+mj-lt"/>
              <a:buNone/>
            </a:pPr>
            <a:r>
              <a:rPr lang="nl-NL" sz="900" baseline="0" noProof="1">
                <a:solidFill>
                  <a:srgbClr val="515F67"/>
                </a:solidFill>
                <a:latin typeface="Arial" panose="020B0604020202020204" pitchFamily="34" charset="0"/>
                <a:cs typeface="Arial" panose="020B0604020202020204" pitchFamily="34" charset="0"/>
              </a:rPr>
              <a:t>Je kunt geen complete dia’s kopiëren vanuit presentaties met een </a:t>
            </a:r>
            <a:r>
              <a:rPr lang="nl-NL" sz="900" u="sng" baseline="0" noProof="1">
                <a:solidFill>
                  <a:srgbClr val="515F67"/>
                </a:solidFill>
                <a:latin typeface="Arial" panose="020B0604020202020204" pitchFamily="34" charset="0"/>
                <a:cs typeface="Arial" panose="020B0604020202020204" pitchFamily="34" charset="0"/>
              </a:rPr>
              <a:t>andere</a:t>
            </a:r>
            <a:r>
              <a:rPr lang="nl-NL" sz="900" baseline="0" noProof="1">
                <a:solidFill>
                  <a:srgbClr val="515F67"/>
                </a:solidFill>
                <a:latin typeface="Arial" panose="020B0604020202020204" pitchFamily="34" charset="0"/>
                <a:cs typeface="Arial" panose="020B0604020202020204" pitchFamily="34" charset="0"/>
              </a:rPr>
              <a:t> opmaak. Voeg in dat geval een nieuwe dia in en kopieer de tekst vanuit de ‘oude’ presentatie naar de nieuwe dia. Gebruik hieroor de knop </a:t>
            </a:r>
            <a:r>
              <a:rPr lang="nl-NL" sz="900" baseline="0" noProof="1">
                <a:solidFill>
                  <a:srgbClr val="515F67"/>
                </a:solidFill>
                <a:latin typeface="Arial Black" panose="020B0A04020102020204" pitchFamily="34" charset="0"/>
                <a:cs typeface="Arial" panose="020B0604020202020204" pitchFamily="34" charset="0"/>
              </a:rPr>
              <a:t>Plakken</a:t>
            </a:r>
            <a:r>
              <a:rPr lang="nl-NL" sz="900" baseline="0" noProof="1">
                <a:solidFill>
                  <a:srgbClr val="515F67"/>
                </a:solidFill>
                <a:latin typeface="Arial" panose="020B0604020202020204" pitchFamily="34" charset="0"/>
                <a:cs typeface="Arial" panose="020B0604020202020204" pitchFamily="34" charset="0"/>
              </a:rPr>
              <a:t> en kies de optie </a:t>
            </a:r>
            <a:r>
              <a:rPr lang="nl-NL" sz="900" b="1" kern="1200" baseline="0" noProof="1">
                <a:solidFill>
                  <a:srgbClr val="515F67"/>
                </a:solidFill>
                <a:latin typeface="Arial Black" panose="020B0A04020102020204" pitchFamily="34" charset="0"/>
                <a:ea typeface="+mn-ea"/>
                <a:cs typeface="Arial" panose="020B0604020202020204" pitchFamily="34" charset="0"/>
              </a:rPr>
              <a:t>Alleen</a:t>
            </a:r>
            <a:r>
              <a:rPr lang="nl-NL" sz="900" baseline="0" noProof="1">
                <a:solidFill>
                  <a:srgbClr val="515F67"/>
                </a:solidFill>
                <a:latin typeface="Arial" panose="020B0604020202020204" pitchFamily="34" charset="0"/>
                <a:cs typeface="Arial" panose="020B0604020202020204" pitchFamily="34" charset="0"/>
              </a:rPr>
              <a:t> </a:t>
            </a:r>
            <a:r>
              <a:rPr lang="nl-NL" sz="900" b="1" kern="1200" baseline="0" noProof="1">
                <a:solidFill>
                  <a:srgbClr val="515F67"/>
                </a:solidFill>
                <a:latin typeface="Arial Black" panose="020B0A04020102020204" pitchFamily="34" charset="0"/>
                <a:ea typeface="+mn-ea"/>
                <a:cs typeface="Arial" panose="020B0604020202020204" pitchFamily="34" charset="0"/>
              </a:rPr>
              <a:t>tekst</a:t>
            </a:r>
            <a:r>
              <a:rPr lang="nl-NL" sz="900" baseline="0" noProof="1">
                <a:solidFill>
                  <a:srgbClr val="515F67"/>
                </a:solidFill>
                <a:latin typeface="Arial" panose="020B0604020202020204" pitchFamily="34" charset="0"/>
                <a:cs typeface="Arial" panose="020B0604020202020204" pitchFamily="34" charset="0"/>
              </a:rPr>
              <a:t> </a:t>
            </a:r>
            <a:r>
              <a:rPr lang="nl-NL" sz="900" b="1" kern="1200" baseline="0" noProof="1">
                <a:solidFill>
                  <a:srgbClr val="515F67"/>
                </a:solidFill>
                <a:latin typeface="Arial Black" panose="020B0A04020102020204" pitchFamily="34" charset="0"/>
                <a:ea typeface="+mn-ea"/>
                <a:cs typeface="Arial" panose="020B0604020202020204" pitchFamily="34" charset="0"/>
              </a:rPr>
              <a:t>behouden</a:t>
            </a:r>
            <a:r>
              <a:rPr lang="nl-NL" sz="900" baseline="0" noProof="1">
                <a:solidFill>
                  <a:srgbClr val="515F67"/>
                </a:solidFill>
                <a:latin typeface="Arial" panose="020B0604020202020204" pitchFamily="34" charset="0"/>
                <a:cs typeface="Arial" panose="020B0604020202020204" pitchFamily="34" charset="0"/>
              </a:rPr>
              <a:t>.</a:t>
            </a:r>
            <a:endParaRPr lang="nl-NL" sz="900" kern="1200" baseline="0" noProof="1">
              <a:solidFill>
                <a:srgbClr val="515F67"/>
              </a:solidFill>
              <a:latin typeface="Arial" panose="020B0604020202020204" pitchFamily="34" charset="0"/>
              <a:ea typeface="+mn-ea"/>
              <a:cs typeface="Arial" panose="020B0604020202020204" pitchFamily="34" charset="0"/>
            </a:endParaRPr>
          </a:p>
        </p:txBody>
      </p:sp>
      <p:pic>
        <p:nvPicPr>
          <p:cNvPr id="14" name="Afbeelding 13">
            <a:extLst>
              <a:ext uri="{FF2B5EF4-FFF2-40B4-BE49-F238E27FC236}">
                <a16:creationId xmlns:a16="http://schemas.microsoft.com/office/drawing/2014/main" id="{F7FC3243-A215-4B96-80E1-7A8F51022F7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115503" y="1359789"/>
            <a:ext cx="428625" cy="657225"/>
          </a:xfrm>
          <a:prstGeom prst="rect">
            <a:avLst/>
          </a:prstGeom>
        </p:spPr>
      </p:pic>
      <p:pic>
        <p:nvPicPr>
          <p:cNvPr id="16" name="Afbeelding 15">
            <a:extLst>
              <a:ext uri="{FF2B5EF4-FFF2-40B4-BE49-F238E27FC236}">
                <a16:creationId xmlns:a16="http://schemas.microsoft.com/office/drawing/2014/main" id="{9145B82A-63CF-4418-B553-F6D182D41332}"/>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115503" y="6262927"/>
            <a:ext cx="1457325" cy="523875"/>
          </a:xfrm>
          <a:prstGeom prst="rect">
            <a:avLst/>
          </a:prstGeom>
        </p:spPr>
      </p:pic>
      <p:cxnSp>
        <p:nvCxnSpPr>
          <p:cNvPr id="17" name="Rechte verbindingslijn met pijl 16">
            <a:extLst>
              <a:ext uri="{FF2B5EF4-FFF2-40B4-BE49-F238E27FC236}">
                <a16:creationId xmlns:a16="http://schemas.microsoft.com/office/drawing/2014/main" id="{F0B69D13-0C64-4DE5-AB3D-E65F4DC77D34}"/>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18" name="Rechte verbindingslijn met pijl 17">
            <a:extLst>
              <a:ext uri="{FF2B5EF4-FFF2-40B4-BE49-F238E27FC236}">
                <a16:creationId xmlns:a16="http://schemas.microsoft.com/office/drawing/2014/main" id="{C7DD53AD-8525-4F8C-8FB3-F370DA4EA80D}"/>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pic>
        <p:nvPicPr>
          <p:cNvPr id="19" name="Afbeelding 18">
            <a:extLst>
              <a:ext uri="{FF2B5EF4-FFF2-40B4-BE49-F238E27FC236}">
                <a16:creationId xmlns:a16="http://schemas.microsoft.com/office/drawing/2014/main" id="{8560EC97-28E4-4A9A-9F83-8C1BE5FCD106}"/>
              </a:ext>
            </a:extLst>
          </p:cNvPr>
          <p:cNvPicPr>
            <a:picLocks noChangeAspect="1"/>
          </p:cNvPicPr>
          <p:nvPr/>
        </p:nvPicPr>
        <p:blipFill rotWithShape="1">
          <a:blip r:embed="rId26">
            <a:extLst>
              <a:ext uri="{28A0092B-C50C-407E-A947-70E740481C1C}">
                <a14:useLocalDpi xmlns:a14="http://schemas.microsoft.com/office/drawing/2010/main" val="0"/>
              </a:ext>
            </a:extLst>
          </a:blip>
          <a:srcRect l="56058" t="26168" r="1250" b="15996"/>
          <a:stretch/>
        </p:blipFill>
        <p:spPr>
          <a:xfrm>
            <a:off x="-2115503" y="235998"/>
            <a:ext cx="1691640" cy="677602"/>
          </a:xfrm>
          <a:prstGeom prst="rect">
            <a:avLst/>
          </a:prstGeom>
        </p:spPr>
      </p:pic>
      <p:cxnSp>
        <p:nvCxnSpPr>
          <p:cNvPr id="23" name="Rechte verbindingslijn met pijl 22">
            <a:extLst>
              <a:ext uri="{FF2B5EF4-FFF2-40B4-BE49-F238E27FC236}">
                <a16:creationId xmlns:a16="http://schemas.microsoft.com/office/drawing/2014/main" id="{AC804CAC-6109-47DC-BF9B-6C26568C72F0}"/>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24" name="Rechte verbindingslijn met pijl 23">
            <a:extLst>
              <a:ext uri="{FF2B5EF4-FFF2-40B4-BE49-F238E27FC236}">
                <a16:creationId xmlns:a16="http://schemas.microsoft.com/office/drawing/2014/main" id="{11667B06-528D-450B-B054-CD570D304754}"/>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29" name="Rechte verbindingslijn met pijl 28">
            <a:extLst>
              <a:ext uri="{FF2B5EF4-FFF2-40B4-BE49-F238E27FC236}">
                <a16:creationId xmlns:a16="http://schemas.microsoft.com/office/drawing/2014/main" id="{24492C2B-39AA-43E6-AF2B-8DB99405E983}"/>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30" name="Rechte verbindingslijn met pijl 29">
            <a:extLst>
              <a:ext uri="{FF2B5EF4-FFF2-40B4-BE49-F238E27FC236}">
                <a16:creationId xmlns:a16="http://schemas.microsoft.com/office/drawing/2014/main" id="{0A400A29-A2B3-477A-96E7-AE601DB050B4}"/>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35" name="Rechte verbindingslijn met pijl 34">
            <a:extLst>
              <a:ext uri="{FF2B5EF4-FFF2-40B4-BE49-F238E27FC236}">
                <a16:creationId xmlns:a16="http://schemas.microsoft.com/office/drawing/2014/main" id="{A087A102-250D-4D0A-8FAA-3CBE70080871}"/>
              </a:ext>
            </a:extLst>
          </p:cNvPr>
          <p:cNvCxnSpPr>
            <a:cxnSpLocks/>
          </p:cNvCxnSpPr>
          <p:nvPr/>
        </p:nvCxnSpPr>
        <p:spPr>
          <a:xfrm>
            <a:off x="-1121089" y="6162675"/>
            <a:ext cx="1" cy="318374"/>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cxnSp>
        <p:nvCxnSpPr>
          <p:cNvPr id="36" name="Rechte verbindingslijn met pijl 35">
            <a:extLst>
              <a:ext uri="{FF2B5EF4-FFF2-40B4-BE49-F238E27FC236}">
                <a16:creationId xmlns:a16="http://schemas.microsoft.com/office/drawing/2014/main" id="{BFD25CAE-7A58-4396-BBBD-B9DBB084F6D9}"/>
              </a:ext>
            </a:extLst>
          </p:cNvPr>
          <p:cNvCxnSpPr>
            <a:cxnSpLocks/>
          </p:cNvCxnSpPr>
          <p:nvPr/>
        </p:nvCxnSpPr>
        <p:spPr>
          <a:xfrm flipH="1" flipV="1">
            <a:off x="-1709737" y="1941012"/>
            <a:ext cx="166686" cy="133152"/>
          </a:xfrm>
          <a:prstGeom prst="straightConnector1">
            <a:avLst/>
          </a:prstGeom>
          <a:ln>
            <a:solidFill>
              <a:srgbClr val="515F67"/>
            </a:solidFill>
            <a:tailEnd type="triangle"/>
          </a:ln>
        </p:spPr>
        <p:style>
          <a:lnRef idx="1">
            <a:schemeClr val="dk1"/>
          </a:lnRef>
          <a:fillRef idx="0">
            <a:schemeClr val="dk1"/>
          </a:fillRef>
          <a:effectRef idx="0">
            <a:schemeClr val="dk1"/>
          </a:effectRef>
          <a:fontRef idx="minor">
            <a:schemeClr val="tx1"/>
          </a:fontRef>
        </p:style>
      </p:cxnSp>
      <p:pic>
        <p:nvPicPr>
          <p:cNvPr id="20" name="Afbeelding 19">
            <a:extLst>
              <a:ext uri="{FF2B5EF4-FFF2-40B4-BE49-F238E27FC236}">
                <a16:creationId xmlns:a16="http://schemas.microsoft.com/office/drawing/2014/main" id="{97B2E086-A9F6-44E6-B37D-A28331CB99EB}"/>
              </a:ext>
            </a:extLst>
          </p:cNvPr>
          <p:cNvPicPr>
            <a:picLocks noChangeAspect="1"/>
          </p:cNvPicPr>
          <p:nvPr/>
        </p:nvPicPr>
        <p:blipFill>
          <a:blip r:embed="rId27" cstate="print">
            <a:extLst>
              <a:ext uri="{28A0092B-C50C-407E-A947-70E740481C1C}">
                <a14:useLocalDpi xmlns:a14="http://schemas.microsoft.com/office/drawing/2010/main" val="0"/>
              </a:ext>
            </a:extLst>
          </a:blip>
          <a:srcRect/>
          <a:stretch/>
        </p:blipFill>
        <p:spPr>
          <a:xfrm>
            <a:off x="303568" y="6201364"/>
            <a:ext cx="1152000" cy="445707"/>
          </a:xfrm>
          <a:prstGeom prst="rect">
            <a:avLst/>
          </a:prstGeom>
        </p:spPr>
      </p:pic>
    </p:spTree>
    <p:extLst>
      <p:ext uri="{BB962C8B-B14F-4D97-AF65-F5344CB8AC3E}">
        <p14:creationId xmlns:p14="http://schemas.microsoft.com/office/powerpoint/2010/main" val="362121731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Lst>
  <p:hf hdr="0" ftr="0" dt="0"/>
  <p:txStyles>
    <p:titleStyle>
      <a:lvl1pPr algn="l" defTabSz="914400" rtl="0" eaLnBrk="1" latinLnBrk="0" hangingPunct="1">
        <a:lnSpc>
          <a:spcPct val="90000"/>
        </a:lnSpc>
        <a:spcBef>
          <a:spcPct val="0"/>
        </a:spcBef>
        <a:buNone/>
        <a:defRPr sz="2500" b="1" kern="1200">
          <a:solidFill>
            <a:schemeClr val="accent1"/>
          </a:solidFill>
          <a:latin typeface="+mj-lt"/>
          <a:ea typeface="+mj-ea"/>
          <a:cs typeface="+mj-cs"/>
        </a:defRPr>
      </a:lvl1pPr>
    </p:titleStyle>
    <p:bodyStyle>
      <a:lvl1pPr marL="288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1pPr>
      <a:lvl2pPr marL="576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2pPr>
      <a:lvl3pPr marL="864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3pPr>
      <a:lvl4pPr marL="1152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4pPr>
      <a:lvl5pPr marL="1440000" indent="-288000" algn="l" defTabSz="914400" rtl="0" eaLnBrk="1" latinLnBrk="0" hangingPunct="1">
        <a:lnSpc>
          <a:spcPct val="100000"/>
        </a:lnSpc>
        <a:spcBef>
          <a:spcPts val="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40">
          <p15:clr>
            <a:srgbClr val="F26B43"/>
          </p15:clr>
        </p15:guide>
        <p15:guide id="2" pos="2880">
          <p15:clr>
            <a:srgbClr val="F26B43"/>
          </p15:clr>
        </p15:guide>
        <p15:guide id="3" pos="415">
          <p15:clr>
            <a:srgbClr val="F26B43"/>
          </p15:clr>
        </p15:guide>
        <p15:guide id="4" pos="5239">
          <p15:clr>
            <a:srgbClr val="F26B43"/>
          </p15:clr>
        </p15:guide>
        <p15:guide id="5" orient="horz" pos="3725">
          <p15:clr>
            <a:srgbClr val="F26B43"/>
          </p15:clr>
        </p15:guide>
        <p15:guide id="6" orient="horz" pos="109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hyperlink" Target="https://doi.org/10.3390/jmmp1010006"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30.png"/><Relationship Id="rId5" Type="http://schemas.openxmlformats.org/officeDocument/2006/relationships/hyperlink" Target="https://doi.org/10.1119/10.0001905" TargetMode="External"/><Relationship Id="rId4" Type="http://schemas.openxmlformats.org/officeDocument/2006/relationships/hyperlink" Target="https://doi.org/10.35848/1347-4065/abc399?urlappend=%3Futm_source%3Dresearchgate.net%26utm_medium%3Darticl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0.xml"/><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0.xml"/><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524000" y="1377950"/>
            <a:ext cx="9144000" cy="2387600"/>
          </a:xfrm>
        </p:spPr>
        <p:txBody>
          <a:bodyPr/>
          <a:lstStyle/>
          <a:p>
            <a:pPr algn="ctr"/>
            <a:r>
              <a:rPr lang="en-US" dirty="0">
                <a:solidFill>
                  <a:schemeClr val="bg1"/>
                </a:solidFill>
                <a:latin typeface="Avenir Next LT Pro" panose="020B0504020202020204" pitchFamily="34" charset="0"/>
              </a:rPr>
              <a:t>Enabling photodetection for quantum sensing</a:t>
            </a:r>
          </a:p>
        </p:txBody>
      </p:sp>
      <p:sp>
        <p:nvSpPr>
          <p:cNvPr id="3" name="Subtitle 2"/>
          <p:cNvSpPr>
            <a:spLocks noGrp="1"/>
          </p:cNvSpPr>
          <p:nvPr>
            <p:ph type="subTitle" idx="4294967295"/>
          </p:nvPr>
        </p:nvSpPr>
        <p:spPr>
          <a:xfrm>
            <a:off x="1524000" y="3824288"/>
            <a:ext cx="9144000" cy="1655762"/>
          </a:xfrm>
        </p:spPr>
        <p:txBody>
          <a:bodyPr/>
          <a:lstStyle/>
          <a:p>
            <a:pPr marL="0" indent="0" algn="ctr">
              <a:buNone/>
            </a:pPr>
            <a:r>
              <a:rPr lang="en-US" dirty="0">
                <a:solidFill>
                  <a:schemeClr val="bg1"/>
                </a:solidFill>
                <a:latin typeface="Avenir Next LT Pro" panose="020B0504020202020204" pitchFamily="34" charset="0"/>
              </a:rPr>
              <a:t>Vladislav Serafimov</a:t>
            </a: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a:extLst>
              <a:ext uri="{FF2B5EF4-FFF2-40B4-BE49-F238E27FC236}">
                <a16:creationId xmlns:a16="http://schemas.microsoft.com/office/drawing/2014/main" id="{F14907A5-EF44-D45D-FB98-1765A60CE16A}"/>
              </a:ext>
            </a:extLst>
          </p:cNvPr>
          <p:cNvSpPr>
            <a:spLocks noGrp="1"/>
          </p:cNvSpPr>
          <p:nvPr>
            <p:ph type="title"/>
          </p:nvPr>
        </p:nvSpPr>
        <p:spPr>
          <a:xfrm>
            <a:off x="-40664" y="0"/>
            <a:ext cx="4101977" cy="6858000"/>
          </a:xfrm>
        </p:spPr>
        <p:txBody>
          <a:bodyPr anchor="ctr"/>
          <a:lstStyle/>
          <a:p>
            <a:pPr algn="ctr"/>
            <a:r>
              <a:rPr lang="en-US" dirty="0"/>
              <a:t>Agenda</a:t>
            </a:r>
          </a:p>
        </p:txBody>
      </p:sp>
      <p:sp>
        <p:nvSpPr>
          <p:cNvPr id="5" name="Slide Number Placeholder 4">
            <a:extLst>
              <a:ext uri="{FF2B5EF4-FFF2-40B4-BE49-F238E27FC236}">
                <a16:creationId xmlns:a16="http://schemas.microsoft.com/office/drawing/2014/main" id="{2CDDC350-6779-2B8C-7E65-9317D371B99E}"/>
              </a:ext>
            </a:extLst>
          </p:cNvPr>
          <p:cNvSpPr>
            <a:spLocks noGrp="1"/>
          </p:cNvSpPr>
          <p:nvPr>
            <p:ph type="sldNum" sz="quarter" idx="4294967295"/>
          </p:nvPr>
        </p:nvSpPr>
        <p:spPr/>
        <p:txBody>
          <a:bodyPr>
            <a:normAutofit fontScale="25000" lnSpcReduction="20000"/>
          </a:bodyPr>
          <a:lstStyle/>
          <a:p>
            <a:pPr>
              <a:lnSpc>
                <a:spcPct val="90000"/>
              </a:lnSpc>
              <a:spcAft>
                <a:spcPts val="600"/>
              </a:spcAft>
            </a:pPr>
            <a:fld id="{3A98EE3D-8CD1-4C3F-BD1C-C98C9596463C}" type="slidenum">
              <a:rPr lang="en-US" sz="500" smtClean="0"/>
              <a:pPr>
                <a:lnSpc>
                  <a:spcPct val="90000"/>
                </a:lnSpc>
                <a:spcAft>
                  <a:spcPts val="600"/>
                </a:spcAft>
              </a:pPr>
              <a:t>2</a:t>
            </a:fld>
            <a:endParaRPr lang="en-US" sz="500"/>
          </a:p>
        </p:txBody>
      </p:sp>
      <p:graphicFrame>
        <p:nvGraphicFramePr>
          <p:cNvPr id="32" name="Content Placeholder 22">
            <a:extLst>
              <a:ext uri="{FF2B5EF4-FFF2-40B4-BE49-F238E27FC236}">
                <a16:creationId xmlns:a16="http://schemas.microsoft.com/office/drawing/2014/main" id="{09A8D30A-902B-2490-0C0B-E1D9540CFA35}"/>
              </a:ext>
            </a:extLst>
          </p:cNvPr>
          <p:cNvGraphicFramePr>
            <a:graphicFrameLocks noGrp="1"/>
          </p:cNvGraphicFramePr>
          <p:nvPr>
            <p:ph sz="quarter" idx="4"/>
            <p:extLst>
              <p:ext uri="{D42A27DB-BD31-4B8C-83A1-F6EECF244321}">
                <p14:modId xmlns:p14="http://schemas.microsoft.com/office/powerpoint/2010/main" val="1559638970"/>
              </p:ext>
            </p:extLst>
          </p:nvPr>
        </p:nvGraphicFramePr>
        <p:xfrm>
          <a:off x="5016548" y="1545043"/>
          <a:ext cx="6228281" cy="37679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4">
            <a:extLst>
              <a:ext uri="{FF2B5EF4-FFF2-40B4-BE49-F238E27FC236}">
                <a16:creationId xmlns:a16="http://schemas.microsoft.com/office/drawing/2014/main" id="{5ED3EE4B-57BA-01B5-246F-B1DAF8633929}"/>
              </a:ext>
            </a:extLst>
          </p:cNvPr>
          <p:cNvSpPr txBox="1">
            <a:spLocks/>
          </p:cNvSpPr>
          <p:nvPr/>
        </p:nvSpPr>
        <p:spPr>
          <a:xfrm>
            <a:off x="11502638" y="6356350"/>
            <a:ext cx="689361"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2000" smtClean="0">
                <a:solidFill>
                  <a:schemeClr val="bg1"/>
                </a:solidFill>
                <a:latin typeface="Arial" panose="020B0604020202020204" pitchFamily="34" charset="0"/>
                <a:cs typeface="Arial" panose="020B0604020202020204" pitchFamily="34" charset="0"/>
              </a:rPr>
              <a:pPr/>
              <a:t>2</a:t>
            </a:fld>
            <a:endParaRPr lang="en-US"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4493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3CF33-4122-43E6-13FB-77D50984C9D8}"/>
              </a:ext>
            </a:extLst>
          </p:cNvPr>
          <p:cNvSpPr>
            <a:spLocks noGrp="1"/>
          </p:cNvSpPr>
          <p:nvPr>
            <p:ph type="title"/>
          </p:nvPr>
        </p:nvSpPr>
        <p:spPr>
          <a:xfrm>
            <a:off x="380247" y="504000"/>
            <a:ext cx="11516006" cy="1435507"/>
          </a:xfrm>
        </p:spPr>
        <p:txBody>
          <a:bodyPr/>
          <a:lstStyle/>
          <a:p>
            <a:r>
              <a:rPr lang="en-US" dirty="0"/>
              <a:t>Nitrogen Vacancy (NV) centers</a:t>
            </a:r>
            <a:endParaRPr lang="en-NL" dirty="0"/>
          </a:p>
        </p:txBody>
      </p:sp>
      <p:pic>
        <p:nvPicPr>
          <p:cNvPr id="7" name="Picture 6" descr="A diagram of a molecule&#10;&#10;AI-generated content may be incorrect.">
            <a:extLst>
              <a:ext uri="{FF2B5EF4-FFF2-40B4-BE49-F238E27FC236}">
                <a16:creationId xmlns:a16="http://schemas.microsoft.com/office/drawing/2014/main" id="{F12B0F7F-9784-77A5-9E04-2D9D5AAFB058}"/>
              </a:ext>
            </a:extLst>
          </p:cNvPr>
          <p:cNvPicPr>
            <a:picLocks noChangeAspect="1"/>
          </p:cNvPicPr>
          <p:nvPr/>
        </p:nvPicPr>
        <p:blipFill>
          <a:blip r:embed="rId3" cstate="print">
            <a:extLst>
              <a:ext uri="{28A0092B-C50C-407E-A947-70E740481C1C}">
                <a14:useLocalDpi xmlns:a14="http://schemas.microsoft.com/office/drawing/2010/main" val="0"/>
              </a:ext>
            </a:extLst>
          </a:blip>
          <a:srcRect b="14737"/>
          <a:stretch>
            <a:fillRect/>
          </a:stretch>
        </p:blipFill>
        <p:spPr>
          <a:xfrm>
            <a:off x="1006900" y="2211170"/>
            <a:ext cx="10178200" cy="3108741"/>
          </a:xfrm>
          <a:prstGeom prst="rect">
            <a:avLst/>
          </a:prstGeom>
        </p:spPr>
      </p:pic>
      <p:sp>
        <p:nvSpPr>
          <p:cNvPr id="8" name="TextBox 7">
            <a:extLst>
              <a:ext uri="{FF2B5EF4-FFF2-40B4-BE49-F238E27FC236}">
                <a16:creationId xmlns:a16="http://schemas.microsoft.com/office/drawing/2014/main" id="{7425B900-5559-E60A-3689-D6C195C3A799}"/>
              </a:ext>
            </a:extLst>
          </p:cNvPr>
          <p:cNvSpPr txBox="1"/>
          <p:nvPr/>
        </p:nvSpPr>
        <p:spPr>
          <a:xfrm>
            <a:off x="4555545" y="6215500"/>
            <a:ext cx="3891338" cy="276999"/>
          </a:xfrm>
          <a:prstGeom prst="rect">
            <a:avLst/>
          </a:prstGeom>
          <a:noFill/>
        </p:spPr>
        <p:txBody>
          <a:bodyPr wrap="square" rtlCol="0">
            <a:spAutoFit/>
          </a:bodyPr>
          <a:lstStyle/>
          <a:p>
            <a:r>
              <a:rPr lang="en-US" sz="1200" dirty="0"/>
              <a:t>Image credit: </a:t>
            </a:r>
            <a:r>
              <a:rPr lang="en-US" sz="1200" dirty="0">
                <a:hlinkClick r:id="rId4"/>
              </a:rPr>
              <a:t>https://doi.org/10.3390/jmmp1010006</a:t>
            </a:r>
            <a:r>
              <a:rPr lang="en-US" sz="1200" dirty="0"/>
              <a:t> </a:t>
            </a:r>
            <a:endParaRPr lang="en-NL" sz="1200" dirty="0"/>
          </a:p>
        </p:txBody>
      </p:sp>
    </p:spTree>
    <p:extLst>
      <p:ext uri="{BB962C8B-B14F-4D97-AF65-F5344CB8AC3E}">
        <p14:creationId xmlns:p14="http://schemas.microsoft.com/office/powerpoint/2010/main" val="3298376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7527B3C-B639-F8A1-E749-C28BEE22535E}"/>
              </a:ext>
            </a:extLst>
          </p:cNvPr>
          <p:cNvSpPr>
            <a:spLocks noGrp="1"/>
          </p:cNvSpPr>
          <p:nvPr>
            <p:ph type="title"/>
          </p:nvPr>
        </p:nvSpPr>
        <p:spPr/>
        <p:txBody>
          <a:bodyPr/>
          <a:lstStyle/>
          <a:p>
            <a:r>
              <a:rPr lang="en-US" dirty="0"/>
              <a:t>Quantum protocols</a:t>
            </a:r>
          </a:p>
        </p:txBody>
      </p:sp>
      <p:sp>
        <p:nvSpPr>
          <p:cNvPr id="5" name="Text Placeholder 4">
            <a:extLst>
              <a:ext uri="{FF2B5EF4-FFF2-40B4-BE49-F238E27FC236}">
                <a16:creationId xmlns:a16="http://schemas.microsoft.com/office/drawing/2014/main" id="{C77A9623-917C-74A1-9B53-97246FAA993D}"/>
              </a:ext>
            </a:extLst>
          </p:cNvPr>
          <p:cNvSpPr>
            <a:spLocks noGrp="1"/>
          </p:cNvSpPr>
          <p:nvPr>
            <p:ph type="body" sz="half" idx="2"/>
          </p:nvPr>
        </p:nvSpPr>
        <p:spPr/>
        <p:txBody>
          <a:bodyPr/>
          <a:lstStyle/>
          <a:p>
            <a:pPr marL="285750" indent="-285750">
              <a:buFontTx/>
              <a:buChar char="-"/>
            </a:pPr>
            <a:r>
              <a:rPr lang="en-US" dirty="0"/>
              <a:t>CW-ODMR</a:t>
            </a:r>
          </a:p>
          <a:p>
            <a:pPr marL="285750" indent="-285750">
              <a:buFontTx/>
              <a:buChar char="-"/>
            </a:pPr>
            <a:r>
              <a:rPr lang="en-US" dirty="0"/>
              <a:t>T</a:t>
            </a:r>
            <a:r>
              <a:rPr lang="en-US" baseline="-25000" dirty="0"/>
              <a:t>1</a:t>
            </a:r>
            <a:r>
              <a:rPr lang="en-US" dirty="0"/>
              <a:t> measurements</a:t>
            </a:r>
          </a:p>
          <a:p>
            <a:pPr marL="285750" indent="-285750">
              <a:buFontTx/>
              <a:buChar char="-"/>
            </a:pPr>
            <a:r>
              <a:rPr lang="en-US" dirty="0"/>
              <a:t>P-ODMR</a:t>
            </a:r>
          </a:p>
          <a:p>
            <a:pPr marL="742950" lvl="1" indent="-285750">
              <a:buFontTx/>
              <a:buChar char="-"/>
            </a:pPr>
            <a:r>
              <a:rPr lang="en-US" dirty="0">
                <a:solidFill>
                  <a:schemeClr val="bg1"/>
                </a:solidFill>
              </a:rPr>
              <a:t>Rabi oscillations</a:t>
            </a:r>
          </a:p>
          <a:p>
            <a:pPr marL="742950" lvl="1" indent="-285750">
              <a:buFontTx/>
              <a:buChar char="-"/>
            </a:pPr>
            <a:r>
              <a:rPr lang="en-US" dirty="0">
                <a:solidFill>
                  <a:schemeClr val="bg1"/>
                </a:solidFill>
              </a:rPr>
              <a:t>Hahn echo</a:t>
            </a:r>
          </a:p>
          <a:p>
            <a:pPr marL="742950" lvl="1" indent="-285750">
              <a:buFontTx/>
              <a:buChar char="-"/>
            </a:pPr>
            <a:r>
              <a:rPr lang="en-US" dirty="0">
                <a:solidFill>
                  <a:schemeClr val="bg1"/>
                </a:solidFill>
              </a:rPr>
              <a:t>Ramsey interferometry</a:t>
            </a:r>
            <a:endParaRPr lang="en-NL" dirty="0">
              <a:solidFill>
                <a:schemeClr val="bg1"/>
              </a:solidFill>
            </a:endParaRPr>
          </a:p>
        </p:txBody>
      </p:sp>
      <p:pic>
        <p:nvPicPr>
          <p:cNvPr id="1026" name="Picture 2" descr="(Color online) Pulse sequence of CW-ODMR without RF fields and CW-ODMR ...">
            <a:extLst>
              <a:ext uri="{FF2B5EF4-FFF2-40B4-BE49-F238E27FC236}">
                <a16:creationId xmlns:a16="http://schemas.microsoft.com/office/drawing/2014/main" id="{68C5DB9C-3532-7C0A-4DC6-0B490E300C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971"/>
          <a:stretch>
            <a:fillRect/>
          </a:stretch>
        </p:blipFill>
        <p:spPr bwMode="auto">
          <a:xfrm>
            <a:off x="4148139" y="0"/>
            <a:ext cx="4623062" cy="36480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32B949D-3065-8675-8246-640B0950ECB9}"/>
              </a:ext>
            </a:extLst>
          </p:cNvPr>
          <p:cNvSpPr txBox="1"/>
          <p:nvPr/>
        </p:nvSpPr>
        <p:spPr>
          <a:xfrm>
            <a:off x="8656764" y="203231"/>
            <a:ext cx="2862502" cy="276999"/>
          </a:xfrm>
          <a:prstGeom prst="rect">
            <a:avLst/>
          </a:prstGeom>
          <a:noFill/>
        </p:spPr>
        <p:txBody>
          <a:bodyPr wrap="square" rtlCol="0">
            <a:spAutoFit/>
          </a:bodyPr>
          <a:lstStyle/>
          <a:p>
            <a:r>
              <a:rPr lang="en-US" sz="1200" dirty="0"/>
              <a:t>Image credit: </a:t>
            </a:r>
            <a:r>
              <a:rPr lang="en-US" sz="1200" u="sng" dirty="0">
                <a:hlinkClick r:id="rId4"/>
              </a:rPr>
              <a:t>10.35848/1347-4065/abc399</a:t>
            </a:r>
            <a:endParaRPr lang="en-NL" sz="1200" dirty="0"/>
          </a:p>
        </p:txBody>
      </p:sp>
      <p:sp>
        <p:nvSpPr>
          <p:cNvPr id="7" name="TextBox 6">
            <a:extLst>
              <a:ext uri="{FF2B5EF4-FFF2-40B4-BE49-F238E27FC236}">
                <a16:creationId xmlns:a16="http://schemas.microsoft.com/office/drawing/2014/main" id="{002EC454-9EB6-932A-48FE-C68EAF15C6D1}"/>
              </a:ext>
            </a:extLst>
          </p:cNvPr>
          <p:cNvSpPr txBox="1"/>
          <p:nvPr/>
        </p:nvSpPr>
        <p:spPr>
          <a:xfrm>
            <a:off x="5106296" y="6377770"/>
            <a:ext cx="3480985" cy="276999"/>
          </a:xfrm>
          <a:prstGeom prst="rect">
            <a:avLst/>
          </a:prstGeom>
          <a:noFill/>
        </p:spPr>
        <p:txBody>
          <a:bodyPr wrap="square" rtlCol="0">
            <a:spAutoFit/>
          </a:bodyPr>
          <a:lstStyle/>
          <a:p>
            <a:r>
              <a:rPr lang="en-US" sz="1200" dirty="0"/>
              <a:t>Image credit: </a:t>
            </a:r>
            <a:r>
              <a:rPr lang="en-US" sz="1200" dirty="0">
                <a:hlinkClick r:id="rId5"/>
              </a:rPr>
              <a:t>https://doi.org/10.1119/10.0001905</a:t>
            </a:r>
            <a:r>
              <a:rPr lang="en-US" sz="1200" dirty="0"/>
              <a:t> </a:t>
            </a:r>
            <a:endParaRPr lang="en-NL" sz="1200" dirty="0"/>
          </a:p>
        </p:txBody>
      </p:sp>
      <p:pic>
        <p:nvPicPr>
          <p:cNvPr id="11" name="Picture 10" descr="A graph of a function&#10;&#10;AI-generated content may be incorrect.">
            <a:extLst>
              <a:ext uri="{FF2B5EF4-FFF2-40B4-BE49-F238E27FC236}">
                <a16:creationId xmlns:a16="http://schemas.microsoft.com/office/drawing/2014/main" id="{15337F2A-DCC8-1D3B-E0B6-A466577F57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59399" y="3429000"/>
            <a:ext cx="3604414" cy="3225769"/>
          </a:xfrm>
          <a:prstGeom prst="rect">
            <a:avLst/>
          </a:prstGeom>
        </p:spPr>
      </p:pic>
    </p:spTree>
    <p:extLst>
      <p:ext uri="{BB962C8B-B14F-4D97-AF65-F5344CB8AC3E}">
        <p14:creationId xmlns:p14="http://schemas.microsoft.com/office/powerpoint/2010/main" val="6351122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AAC19-B8F4-93C6-8004-5B6F42660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38AB50-6D77-6B05-3421-907420F100EC}"/>
              </a:ext>
            </a:extLst>
          </p:cNvPr>
          <p:cNvSpPr>
            <a:spLocks noGrp="1"/>
          </p:cNvSpPr>
          <p:nvPr>
            <p:ph type="title"/>
          </p:nvPr>
        </p:nvSpPr>
        <p:spPr/>
        <p:txBody>
          <a:bodyPr/>
          <a:lstStyle/>
          <a:p>
            <a:pPr algn="ctr"/>
            <a:r>
              <a:rPr lang="en-US" dirty="0"/>
              <a:t>Quantum sensing setup</a:t>
            </a:r>
            <a:endParaRPr lang="en-NL" dirty="0"/>
          </a:p>
        </p:txBody>
      </p:sp>
      <p:pic>
        <p:nvPicPr>
          <p:cNvPr id="3" name="Content Placeholder 4">
            <a:extLst>
              <a:ext uri="{FF2B5EF4-FFF2-40B4-BE49-F238E27FC236}">
                <a16:creationId xmlns:a16="http://schemas.microsoft.com/office/drawing/2014/main" id="{B2DBEF0B-8A92-0F69-E869-7DCFCC71A950}"/>
              </a:ext>
            </a:extLst>
          </p:cNvPr>
          <p:cNvPicPr>
            <a:picLocks noChangeAspect="1"/>
          </p:cNvPicPr>
          <p:nvPr/>
        </p:nvPicPr>
        <p:blipFill>
          <a:blip r:embed="rId3"/>
          <a:stretch>
            <a:fillRect/>
          </a:stretch>
        </p:blipFill>
        <p:spPr>
          <a:xfrm>
            <a:off x="491195" y="1869918"/>
            <a:ext cx="11209609" cy="3453921"/>
          </a:xfrm>
          <a:prstGeom prst="rect">
            <a:avLst/>
          </a:prstGeom>
        </p:spPr>
      </p:pic>
    </p:spTree>
    <p:extLst>
      <p:ext uri="{BB962C8B-B14F-4D97-AF65-F5344CB8AC3E}">
        <p14:creationId xmlns:p14="http://schemas.microsoft.com/office/powerpoint/2010/main" val="786773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333BD-8942-6735-362D-42BB5F50D2A5}"/>
              </a:ext>
            </a:extLst>
          </p:cNvPr>
          <p:cNvSpPr>
            <a:spLocks noGrp="1"/>
          </p:cNvSpPr>
          <p:nvPr>
            <p:ph type="title" idx="4294967295"/>
          </p:nvPr>
        </p:nvSpPr>
        <p:spPr>
          <a:xfrm>
            <a:off x="2721880" y="268662"/>
            <a:ext cx="6367403" cy="735013"/>
          </a:xfrm>
        </p:spPr>
        <p:txBody>
          <a:bodyPr anchor="b">
            <a:normAutofit/>
          </a:bodyPr>
          <a:lstStyle/>
          <a:p>
            <a:pPr algn="ctr"/>
            <a:r>
              <a:rPr lang="en-US" sz="4000" b="0" dirty="0"/>
              <a:t>Methodology</a:t>
            </a:r>
            <a:endParaRPr lang="en-NL" sz="4000" b="0" dirty="0"/>
          </a:p>
        </p:txBody>
      </p:sp>
      <p:sp>
        <p:nvSpPr>
          <p:cNvPr id="4" name="Slide Number Placeholder 3">
            <a:extLst>
              <a:ext uri="{FF2B5EF4-FFF2-40B4-BE49-F238E27FC236}">
                <a16:creationId xmlns:a16="http://schemas.microsoft.com/office/drawing/2014/main" id="{7F68A747-C2FC-4150-F177-FCE45D8C34EB}"/>
              </a:ext>
            </a:extLst>
          </p:cNvPr>
          <p:cNvSpPr>
            <a:spLocks noGrp="1"/>
          </p:cNvSpPr>
          <p:nvPr>
            <p:ph type="sldNum" sz="quarter" idx="4294967295"/>
          </p:nvPr>
        </p:nvSpPr>
        <p:spPr>
          <a:xfrm>
            <a:off x="0" y="0"/>
            <a:ext cx="0" cy="0"/>
          </a:xfrm>
        </p:spPr>
        <p:txBody>
          <a:bodyPr anchor="ctr">
            <a:normAutofit fontScale="25000" lnSpcReduction="20000"/>
          </a:bodyPr>
          <a:lstStyle/>
          <a:p>
            <a:pPr>
              <a:spcAft>
                <a:spcPts val="600"/>
              </a:spcAft>
            </a:pPr>
            <a:fld id="{3A98EE3D-8CD1-4C3F-BD1C-C98C9596463C}" type="slidenum">
              <a:rPr lang="en-US" smtClean="0"/>
              <a:pPr>
                <a:spcAft>
                  <a:spcPts val="600"/>
                </a:spcAft>
              </a:pPr>
              <a:t>6</a:t>
            </a:fld>
            <a:endParaRPr lang="en-US" dirty="0"/>
          </a:p>
        </p:txBody>
      </p:sp>
      <p:sp>
        <p:nvSpPr>
          <p:cNvPr id="3" name="Content Placeholder 2">
            <a:extLst>
              <a:ext uri="{FF2B5EF4-FFF2-40B4-BE49-F238E27FC236}">
                <a16:creationId xmlns:a16="http://schemas.microsoft.com/office/drawing/2014/main" id="{79029914-181C-B768-C57B-C469B700345B}"/>
              </a:ext>
            </a:extLst>
          </p:cNvPr>
          <p:cNvSpPr txBox="1">
            <a:spLocks/>
          </p:cNvSpPr>
          <p:nvPr/>
        </p:nvSpPr>
        <p:spPr>
          <a:xfrm>
            <a:off x="6548440" y="2076457"/>
            <a:ext cx="5352397" cy="1600200"/>
          </a:xfrm>
          <a:prstGeom prst="rect">
            <a:avLst/>
          </a:prstGeom>
          <a:ln w="19050">
            <a:solidFill>
              <a:srgbClr val="44546A"/>
            </a:solid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bg-BG" dirty="0"/>
              <a:t>1. </a:t>
            </a:r>
            <a:r>
              <a:rPr lang="en-US" dirty="0"/>
              <a:t>Must have</a:t>
            </a:r>
            <a:endParaRPr lang="bg-BG" dirty="0"/>
          </a:p>
          <a:p>
            <a:pPr marL="285750" indent="-285750">
              <a:buFont typeface="Arial" panose="020B0604020202020204" pitchFamily="34" charset="0"/>
              <a:buChar char="•"/>
            </a:pPr>
            <a:r>
              <a:rPr lang="en-US" dirty="0"/>
              <a:t>Hardware platform for photodetection</a:t>
            </a:r>
          </a:p>
          <a:p>
            <a:pPr marL="285750" indent="-285750">
              <a:buFont typeface="Arial" panose="020B0604020202020204" pitchFamily="34" charset="0"/>
              <a:buChar char="•"/>
            </a:pPr>
            <a:r>
              <a:rPr lang="en-US" dirty="0"/>
              <a:t>Software for signal processing and visualization</a:t>
            </a:r>
          </a:p>
          <a:p>
            <a:pPr marL="285750" indent="-285750">
              <a:buFont typeface="Arial" panose="020B0604020202020204" pitchFamily="34" charset="0"/>
              <a:buChar char="•"/>
            </a:pPr>
            <a:r>
              <a:rPr lang="en-US" dirty="0"/>
              <a:t>Setup integration</a:t>
            </a:r>
            <a:endParaRPr lang="en-NL" dirty="0">
              <a:effectLst/>
            </a:endParaRPr>
          </a:p>
        </p:txBody>
      </p:sp>
      <p:sp>
        <p:nvSpPr>
          <p:cNvPr id="6" name="Content Placeholder 2">
            <a:extLst>
              <a:ext uri="{FF2B5EF4-FFF2-40B4-BE49-F238E27FC236}">
                <a16:creationId xmlns:a16="http://schemas.microsoft.com/office/drawing/2014/main" id="{5F2DC3F1-5A90-9B00-8D0E-E44A3F4B2A88}"/>
              </a:ext>
            </a:extLst>
          </p:cNvPr>
          <p:cNvSpPr txBox="1">
            <a:spLocks/>
          </p:cNvSpPr>
          <p:nvPr/>
        </p:nvSpPr>
        <p:spPr>
          <a:xfrm>
            <a:off x="6548441" y="3852054"/>
            <a:ext cx="5352396" cy="1056266"/>
          </a:xfrm>
          <a:prstGeom prst="rect">
            <a:avLst/>
          </a:prstGeom>
          <a:ln w="19050" cmpd="dbl">
            <a:solidFill>
              <a:srgbClr val="44546A"/>
            </a:solidFill>
            <a:prstDash val="lgDash"/>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US" dirty="0"/>
              <a:t>2</a:t>
            </a:r>
            <a:r>
              <a:rPr lang="bg-BG" dirty="0"/>
              <a:t>. </a:t>
            </a:r>
            <a:r>
              <a:rPr lang="en-US" dirty="0"/>
              <a:t>Should have </a:t>
            </a:r>
          </a:p>
          <a:p>
            <a:pPr marL="342900" indent="-342900">
              <a:buFont typeface="Arial" panose="020B0604020202020204" pitchFamily="34" charset="0"/>
              <a:buChar char="•"/>
            </a:pPr>
            <a:r>
              <a:rPr lang="en-US" dirty="0"/>
              <a:t>Tests with different quantum protocols</a:t>
            </a:r>
          </a:p>
          <a:p>
            <a:pPr marL="342900" indent="-342900">
              <a:buFont typeface="Arial" panose="020B0604020202020204" pitchFamily="34" charset="0"/>
              <a:buChar char="•"/>
            </a:pPr>
            <a:r>
              <a:rPr lang="en-US" dirty="0"/>
              <a:t>Tests with different diamond samples</a:t>
            </a:r>
          </a:p>
        </p:txBody>
      </p:sp>
      <p:pic>
        <p:nvPicPr>
          <p:cNvPr id="16" name="Picture 15" descr="A diagram of a software development&#10;&#10;AI-generated content may be incorrect.">
            <a:extLst>
              <a:ext uri="{FF2B5EF4-FFF2-40B4-BE49-F238E27FC236}">
                <a16:creationId xmlns:a16="http://schemas.microsoft.com/office/drawing/2014/main" id="{3E82EF9A-1EDA-F415-912B-6C42223AB5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2675" y="1710886"/>
            <a:ext cx="5271493" cy="3931542"/>
          </a:xfrm>
          <a:prstGeom prst="rect">
            <a:avLst/>
          </a:prstGeom>
        </p:spPr>
      </p:pic>
    </p:spTree>
    <p:extLst>
      <p:ext uri="{BB962C8B-B14F-4D97-AF65-F5344CB8AC3E}">
        <p14:creationId xmlns:p14="http://schemas.microsoft.com/office/powerpoint/2010/main" val="282593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F6F1-942D-2FE9-119A-718E16CC4DBF}"/>
              </a:ext>
            </a:extLst>
          </p:cNvPr>
          <p:cNvSpPr txBox="1">
            <a:spLocks/>
          </p:cNvSpPr>
          <p:nvPr/>
        </p:nvSpPr>
        <p:spPr>
          <a:xfrm>
            <a:off x="1524000" y="2235200"/>
            <a:ext cx="9144000" cy="2387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1"/>
                </a:solidFill>
                <a:latin typeface="Avenir Next LT Pro" panose="020B0504020202020204" pitchFamily="34" charset="0"/>
              </a:rPr>
              <a:t>Photodetector design</a:t>
            </a:r>
          </a:p>
        </p:txBody>
      </p:sp>
    </p:spTree>
    <p:extLst>
      <p:ext uri="{BB962C8B-B14F-4D97-AF65-F5344CB8AC3E}">
        <p14:creationId xmlns:p14="http://schemas.microsoft.com/office/powerpoint/2010/main" val="1977296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C0D20-85DD-927B-4C2F-9409053A9E50}"/>
              </a:ext>
            </a:extLst>
          </p:cNvPr>
          <p:cNvSpPr>
            <a:spLocks noGrp="1"/>
          </p:cNvSpPr>
          <p:nvPr>
            <p:ph type="title"/>
          </p:nvPr>
        </p:nvSpPr>
        <p:spPr/>
        <p:txBody>
          <a:bodyPr/>
          <a:lstStyle/>
          <a:p>
            <a:r>
              <a:rPr lang="en-US" dirty="0">
                <a:solidFill>
                  <a:schemeClr val="bg1"/>
                </a:solidFill>
              </a:rPr>
              <a:t>Transimpedance Amplifier (TIA)</a:t>
            </a:r>
            <a:endParaRPr lang="en-NL" dirty="0">
              <a:solidFill>
                <a:schemeClr val="bg1"/>
              </a:solidFill>
            </a:endParaRPr>
          </a:p>
        </p:txBody>
      </p:sp>
      <p:pic>
        <p:nvPicPr>
          <p:cNvPr id="8" name="Content Placeholder 7">
            <a:extLst>
              <a:ext uri="{FF2B5EF4-FFF2-40B4-BE49-F238E27FC236}">
                <a16:creationId xmlns:a16="http://schemas.microsoft.com/office/drawing/2014/main" id="{C764DC60-999B-F09C-EAA1-BC6B3BE03BCB}"/>
              </a:ext>
            </a:extLst>
          </p:cNvPr>
          <p:cNvPicPr>
            <a:picLocks noGrp="1" noChangeAspect="1"/>
          </p:cNvPicPr>
          <p:nvPr>
            <p:ph idx="1"/>
          </p:nvPr>
        </p:nvPicPr>
        <p:blipFill>
          <a:blip r:embed="rId3"/>
          <a:stretch>
            <a:fillRect/>
          </a:stretch>
        </p:blipFill>
        <p:spPr>
          <a:xfrm>
            <a:off x="6276843" y="585772"/>
            <a:ext cx="4924926" cy="4873625"/>
          </a:xfrm>
          <a:prstGeom prst="rect">
            <a:avLst/>
          </a:prstGeom>
        </p:spPr>
      </p:pic>
      <p:sp>
        <p:nvSpPr>
          <p:cNvPr id="4" name="Text Placeholder 3">
            <a:extLst>
              <a:ext uri="{FF2B5EF4-FFF2-40B4-BE49-F238E27FC236}">
                <a16:creationId xmlns:a16="http://schemas.microsoft.com/office/drawing/2014/main" id="{A8CBBDAD-B5E0-2D76-AFE9-571DD5EC9891}"/>
              </a:ext>
            </a:extLst>
          </p:cNvPr>
          <p:cNvSpPr>
            <a:spLocks noGrp="1"/>
          </p:cNvSpPr>
          <p:nvPr>
            <p:ph type="body" sz="half" idx="2"/>
          </p:nvPr>
        </p:nvSpPr>
        <p:spPr/>
        <p:txBody>
          <a:bodyPr/>
          <a:lstStyle/>
          <a:p>
            <a:pPr marL="285750" indent="-285750">
              <a:buFont typeface="Arial" panose="020B0604020202020204" pitchFamily="34" charset="0"/>
              <a:buChar char="•"/>
            </a:pPr>
            <a:r>
              <a:rPr lang="en-US" dirty="0">
                <a:solidFill>
                  <a:schemeClr val="bg1"/>
                </a:solidFill>
              </a:rPr>
              <a:t>Current to voltage conversion</a:t>
            </a:r>
          </a:p>
          <a:p>
            <a:pPr marL="285750" indent="-285750">
              <a:buFont typeface="Arial" panose="020B0604020202020204" pitchFamily="34" charset="0"/>
              <a:buChar char="•"/>
            </a:pPr>
            <a:r>
              <a:rPr lang="en-US" dirty="0">
                <a:solidFill>
                  <a:schemeClr val="bg1"/>
                </a:solidFill>
              </a:rPr>
              <a:t>Gain-setting resistor R</a:t>
            </a:r>
            <a:r>
              <a:rPr lang="en-US" baseline="-25000" dirty="0">
                <a:solidFill>
                  <a:schemeClr val="bg1"/>
                </a:solidFill>
              </a:rPr>
              <a:t>1</a:t>
            </a:r>
            <a:endParaRPr lang="en-US" dirty="0">
              <a:solidFill>
                <a:schemeClr val="bg1"/>
              </a:solidFill>
            </a:endParaRPr>
          </a:p>
          <a:p>
            <a:pPr marL="285750" indent="-285750">
              <a:buFont typeface="Arial" panose="020B0604020202020204" pitchFamily="34" charset="0"/>
              <a:buChar char="•"/>
            </a:pPr>
            <a:r>
              <a:rPr lang="en-US" dirty="0"/>
              <a:t>Compensation capacitor C</a:t>
            </a:r>
            <a:r>
              <a:rPr lang="en-US" baseline="-25000" dirty="0"/>
              <a:t>1</a:t>
            </a:r>
          </a:p>
          <a:p>
            <a:pPr marL="285750" indent="-285750">
              <a:buFont typeface="Arial" panose="020B0604020202020204" pitchFamily="34" charset="0"/>
              <a:buChar char="•"/>
            </a:pPr>
            <a:r>
              <a:rPr lang="en-US" dirty="0"/>
              <a:t>Photodiode D</a:t>
            </a:r>
            <a:r>
              <a:rPr lang="en-US" baseline="-25000" dirty="0"/>
              <a:t>1</a:t>
            </a:r>
            <a:endParaRPr lang="en-US" dirty="0"/>
          </a:p>
          <a:p>
            <a:pPr marL="285750" indent="-285750">
              <a:buFont typeface="Arial" panose="020B0604020202020204" pitchFamily="34" charset="0"/>
              <a:buChar char="•"/>
            </a:pPr>
            <a:endParaRPr lang="en-NL" dirty="0">
              <a:solidFill>
                <a:schemeClr val="bg1"/>
              </a:solidFill>
            </a:endParaRPr>
          </a:p>
        </p:txBody>
      </p:sp>
    </p:spTree>
    <p:extLst>
      <p:ext uri="{BB962C8B-B14F-4D97-AF65-F5344CB8AC3E}">
        <p14:creationId xmlns:p14="http://schemas.microsoft.com/office/powerpoint/2010/main" val="2308881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382B-05CA-99AF-F0F0-8DA91A048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22070-46BA-3046-0E44-4D233573ACC8}"/>
              </a:ext>
            </a:extLst>
          </p:cNvPr>
          <p:cNvSpPr>
            <a:spLocks noGrp="1"/>
          </p:cNvSpPr>
          <p:nvPr>
            <p:ph type="title"/>
          </p:nvPr>
        </p:nvSpPr>
        <p:spPr/>
        <p:txBody>
          <a:bodyPr/>
          <a:lstStyle/>
          <a:p>
            <a:r>
              <a:rPr lang="en-US" dirty="0">
                <a:solidFill>
                  <a:schemeClr val="bg1"/>
                </a:solidFill>
              </a:rPr>
              <a:t>Photodiode biasing</a:t>
            </a:r>
            <a:endParaRPr lang="en-NL" dirty="0">
              <a:solidFill>
                <a:schemeClr val="bg1"/>
              </a:solidFill>
            </a:endParaRPr>
          </a:p>
        </p:txBody>
      </p:sp>
      <p:sp>
        <p:nvSpPr>
          <p:cNvPr id="4" name="Text Placeholder 3">
            <a:extLst>
              <a:ext uri="{FF2B5EF4-FFF2-40B4-BE49-F238E27FC236}">
                <a16:creationId xmlns:a16="http://schemas.microsoft.com/office/drawing/2014/main" id="{297C4E2B-67FF-E267-4133-496BC8FEB3E7}"/>
              </a:ext>
            </a:extLst>
          </p:cNvPr>
          <p:cNvSpPr>
            <a:spLocks noGrp="1"/>
          </p:cNvSpPr>
          <p:nvPr>
            <p:ph type="body" sz="half" idx="2"/>
          </p:nvPr>
        </p:nvSpPr>
        <p:spPr/>
        <p:txBody>
          <a:bodyPr/>
          <a:lstStyle/>
          <a:p>
            <a:pPr marL="285750" indent="-285750">
              <a:buFont typeface="Arial" panose="020B0604020202020204" pitchFamily="34" charset="0"/>
              <a:buChar char="•"/>
            </a:pPr>
            <a:r>
              <a:rPr lang="en-US" dirty="0">
                <a:solidFill>
                  <a:schemeClr val="bg1"/>
                </a:solidFill>
              </a:rPr>
              <a:t>Photoconductive mode</a:t>
            </a:r>
          </a:p>
          <a:p>
            <a:pPr marL="742950" lvl="1" indent="-285750">
              <a:buFont typeface="Arial" panose="020B0604020202020204" pitchFamily="34" charset="0"/>
              <a:buChar char="•"/>
            </a:pPr>
            <a:r>
              <a:rPr lang="en-US" dirty="0">
                <a:solidFill>
                  <a:schemeClr val="bg1"/>
                </a:solidFill>
              </a:rPr>
              <a:t>High bandwidth</a:t>
            </a:r>
          </a:p>
          <a:p>
            <a:pPr marL="742950" lvl="1" indent="-285750">
              <a:buFont typeface="Arial" panose="020B0604020202020204" pitchFamily="34" charset="0"/>
              <a:buChar char="•"/>
            </a:pPr>
            <a:r>
              <a:rPr lang="en-US" dirty="0">
                <a:solidFill>
                  <a:schemeClr val="bg1"/>
                </a:solidFill>
              </a:rPr>
              <a:t>High photocurrent</a:t>
            </a:r>
          </a:p>
          <a:p>
            <a:pPr marL="742950" lvl="1" indent="-285750">
              <a:buFont typeface="Arial" panose="020B0604020202020204" pitchFamily="34" charset="0"/>
              <a:buChar char="•"/>
            </a:pPr>
            <a:r>
              <a:rPr lang="en-US" dirty="0">
                <a:solidFill>
                  <a:schemeClr val="bg1"/>
                </a:solidFill>
              </a:rPr>
              <a:t>High dark current</a:t>
            </a:r>
          </a:p>
          <a:p>
            <a:pPr marL="285750" indent="-285750">
              <a:buFont typeface="Arial" panose="020B0604020202020204" pitchFamily="34" charset="0"/>
              <a:buChar char="•"/>
            </a:pPr>
            <a:r>
              <a:rPr lang="en-US" dirty="0"/>
              <a:t>Photovoltaic mode</a:t>
            </a:r>
          </a:p>
          <a:p>
            <a:pPr marL="742950" lvl="1" indent="-285750">
              <a:buFont typeface="Arial" panose="020B0604020202020204" pitchFamily="34" charset="0"/>
              <a:buChar char="•"/>
            </a:pPr>
            <a:r>
              <a:rPr lang="en-US" dirty="0">
                <a:solidFill>
                  <a:schemeClr val="bg1"/>
                </a:solidFill>
              </a:rPr>
              <a:t>Medium bandwidth</a:t>
            </a:r>
          </a:p>
          <a:p>
            <a:pPr marL="742950" lvl="1" indent="-285750">
              <a:buFont typeface="Arial" panose="020B0604020202020204" pitchFamily="34" charset="0"/>
              <a:buChar char="•"/>
            </a:pPr>
            <a:r>
              <a:rPr lang="en-US" dirty="0">
                <a:solidFill>
                  <a:schemeClr val="bg1"/>
                </a:solidFill>
              </a:rPr>
              <a:t>Low photocurrent</a:t>
            </a:r>
          </a:p>
          <a:p>
            <a:pPr marL="742950" lvl="1" indent="-285750">
              <a:buFont typeface="Arial" panose="020B0604020202020204" pitchFamily="34" charset="0"/>
              <a:buChar char="•"/>
            </a:pPr>
            <a:r>
              <a:rPr lang="en-US" dirty="0">
                <a:solidFill>
                  <a:schemeClr val="bg1"/>
                </a:solidFill>
              </a:rPr>
              <a:t>Low to no dark current</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endParaRPr lang="en-NL" dirty="0">
              <a:solidFill>
                <a:schemeClr val="bg1"/>
              </a:solidFill>
            </a:endParaRPr>
          </a:p>
        </p:txBody>
      </p:sp>
      <p:pic>
        <p:nvPicPr>
          <p:cNvPr id="7" name="Picture 6">
            <a:extLst>
              <a:ext uri="{FF2B5EF4-FFF2-40B4-BE49-F238E27FC236}">
                <a16:creationId xmlns:a16="http://schemas.microsoft.com/office/drawing/2014/main" id="{E35A0A04-C7AD-2519-D23A-69B5BB80BA9A}"/>
              </a:ext>
            </a:extLst>
          </p:cNvPr>
          <p:cNvPicPr>
            <a:picLocks noChangeAspect="1"/>
          </p:cNvPicPr>
          <p:nvPr/>
        </p:nvPicPr>
        <p:blipFill>
          <a:blip r:embed="rId3"/>
          <a:stretch>
            <a:fillRect/>
          </a:stretch>
        </p:blipFill>
        <p:spPr>
          <a:xfrm>
            <a:off x="4140863" y="1124025"/>
            <a:ext cx="4051828" cy="4133775"/>
          </a:xfrm>
          <a:prstGeom prst="rect">
            <a:avLst/>
          </a:prstGeom>
        </p:spPr>
      </p:pic>
      <p:pic>
        <p:nvPicPr>
          <p:cNvPr id="10" name="Picture 9">
            <a:extLst>
              <a:ext uri="{FF2B5EF4-FFF2-40B4-BE49-F238E27FC236}">
                <a16:creationId xmlns:a16="http://schemas.microsoft.com/office/drawing/2014/main" id="{DE61A777-B59C-C930-58C6-C89564C68846}"/>
              </a:ext>
            </a:extLst>
          </p:cNvPr>
          <p:cNvPicPr>
            <a:picLocks noChangeAspect="1"/>
          </p:cNvPicPr>
          <p:nvPr/>
        </p:nvPicPr>
        <p:blipFill>
          <a:blip r:embed="rId4"/>
          <a:srcRect b="5672"/>
          <a:stretch>
            <a:fillRect/>
          </a:stretch>
        </p:blipFill>
        <p:spPr>
          <a:xfrm>
            <a:off x="8329300" y="1257300"/>
            <a:ext cx="3760289" cy="4000500"/>
          </a:xfrm>
          <a:prstGeom prst="rect">
            <a:avLst/>
          </a:prstGeom>
        </p:spPr>
      </p:pic>
    </p:spTree>
    <p:extLst>
      <p:ext uri="{BB962C8B-B14F-4D97-AF65-F5344CB8AC3E}">
        <p14:creationId xmlns:p14="http://schemas.microsoft.com/office/powerpoint/2010/main" val="3882208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C52DB-985E-36FF-DFF3-101087290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EDDC6-FD1C-EF81-A106-ED440860885C}"/>
              </a:ext>
            </a:extLst>
          </p:cNvPr>
          <p:cNvSpPr>
            <a:spLocks noGrp="1"/>
          </p:cNvSpPr>
          <p:nvPr>
            <p:ph type="title"/>
          </p:nvPr>
        </p:nvSpPr>
        <p:spPr/>
        <p:txBody>
          <a:bodyPr/>
          <a:lstStyle/>
          <a:p>
            <a:pPr algn="ctr"/>
            <a:r>
              <a:rPr lang="en-US" dirty="0"/>
              <a:t>Post amplification</a:t>
            </a:r>
            <a:endParaRPr lang="en-NL" dirty="0"/>
          </a:p>
        </p:txBody>
      </p:sp>
      <p:pic>
        <p:nvPicPr>
          <p:cNvPr id="5" name="Picture 4">
            <a:extLst>
              <a:ext uri="{FF2B5EF4-FFF2-40B4-BE49-F238E27FC236}">
                <a16:creationId xmlns:a16="http://schemas.microsoft.com/office/drawing/2014/main" id="{DFDCDDB9-B93A-8121-59B0-36C41018B885}"/>
              </a:ext>
            </a:extLst>
          </p:cNvPr>
          <p:cNvPicPr>
            <a:picLocks noChangeAspect="1"/>
          </p:cNvPicPr>
          <p:nvPr/>
        </p:nvPicPr>
        <p:blipFill>
          <a:blip r:embed="rId3"/>
          <a:stretch>
            <a:fillRect/>
          </a:stretch>
        </p:blipFill>
        <p:spPr>
          <a:xfrm>
            <a:off x="2014537" y="1685925"/>
            <a:ext cx="8658225" cy="4991100"/>
          </a:xfrm>
          <a:prstGeom prst="rect">
            <a:avLst/>
          </a:prstGeom>
        </p:spPr>
      </p:pic>
    </p:spTree>
    <p:extLst>
      <p:ext uri="{BB962C8B-B14F-4D97-AF65-F5344CB8AC3E}">
        <p14:creationId xmlns:p14="http://schemas.microsoft.com/office/powerpoint/2010/main" val="4166906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E411818-8253-F25F-FE83-7606BD6A73A7}"/>
              </a:ext>
            </a:extLst>
          </p:cNvPr>
          <p:cNvPicPr>
            <a:picLocks noChangeAspect="1"/>
          </p:cNvPicPr>
          <p:nvPr/>
        </p:nvPicPr>
        <p:blipFill>
          <a:blip r:embed="rId3"/>
          <a:stretch>
            <a:fillRect/>
          </a:stretch>
        </p:blipFill>
        <p:spPr>
          <a:xfrm>
            <a:off x="1980675" y="1390287"/>
            <a:ext cx="6982799" cy="5201376"/>
          </a:xfrm>
          <a:prstGeom prst="rect">
            <a:avLst/>
          </a:prstGeom>
        </p:spPr>
      </p:pic>
      <p:sp>
        <p:nvSpPr>
          <p:cNvPr id="2" name="Title 1">
            <a:extLst>
              <a:ext uri="{FF2B5EF4-FFF2-40B4-BE49-F238E27FC236}">
                <a16:creationId xmlns:a16="http://schemas.microsoft.com/office/drawing/2014/main" id="{4ADB9585-BF59-2667-EDFC-9C42EF6B0D35}"/>
              </a:ext>
            </a:extLst>
          </p:cNvPr>
          <p:cNvSpPr>
            <a:spLocks noGrp="1"/>
          </p:cNvSpPr>
          <p:nvPr>
            <p:ph type="title"/>
          </p:nvPr>
        </p:nvSpPr>
        <p:spPr/>
        <p:txBody>
          <a:bodyPr/>
          <a:lstStyle/>
          <a:p>
            <a:pPr algn="ctr"/>
            <a:r>
              <a:rPr lang="en-US" dirty="0"/>
              <a:t>TIA bandwidth increase</a:t>
            </a:r>
            <a:endParaRPr lang="en-NL" dirty="0"/>
          </a:p>
        </p:txBody>
      </p:sp>
    </p:spTree>
    <p:extLst>
      <p:ext uri="{BB962C8B-B14F-4D97-AF65-F5344CB8AC3E}">
        <p14:creationId xmlns:p14="http://schemas.microsoft.com/office/powerpoint/2010/main" val="3067032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5062B-FB95-CDF9-7B3D-362CF8B0F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8D637-E519-572F-CB27-23AA28976610}"/>
              </a:ext>
            </a:extLst>
          </p:cNvPr>
          <p:cNvSpPr txBox="1">
            <a:spLocks/>
          </p:cNvSpPr>
          <p:nvPr/>
        </p:nvSpPr>
        <p:spPr>
          <a:xfrm>
            <a:off x="950614" y="2235200"/>
            <a:ext cx="10290772" cy="2387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chemeClr val="bg1"/>
                </a:solidFill>
                <a:latin typeface="Avenir Next LT Pro" panose="020B0504020202020204" pitchFamily="34" charset="0"/>
              </a:rPr>
              <a:t>Photodetector simulations</a:t>
            </a:r>
          </a:p>
        </p:txBody>
      </p:sp>
    </p:spTree>
    <p:extLst>
      <p:ext uri="{BB962C8B-B14F-4D97-AF65-F5344CB8AC3E}">
        <p14:creationId xmlns:p14="http://schemas.microsoft.com/office/powerpoint/2010/main" val="2436372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2A14565-0523-4872-D8E8-F3E6F2237CA8}"/>
              </a:ext>
            </a:extLst>
          </p:cNvPr>
          <p:cNvSpPr>
            <a:spLocks noGrp="1"/>
          </p:cNvSpPr>
          <p:nvPr>
            <p:ph type="title"/>
          </p:nvPr>
        </p:nvSpPr>
        <p:spPr/>
        <p:txBody>
          <a:bodyPr/>
          <a:lstStyle/>
          <a:p>
            <a:pPr algn="ctr"/>
            <a:r>
              <a:rPr lang="en-US" dirty="0"/>
              <a:t>CW-ODMR TIA</a:t>
            </a:r>
            <a:endParaRPr lang="en-NL" dirty="0"/>
          </a:p>
        </p:txBody>
      </p:sp>
      <p:pic>
        <p:nvPicPr>
          <p:cNvPr id="5" name="Content Placeholder 4" descr="A graph of a frequency response&#10;&#10;AI-generated content may be incorrect.">
            <a:extLst>
              <a:ext uri="{FF2B5EF4-FFF2-40B4-BE49-F238E27FC236}">
                <a16:creationId xmlns:a16="http://schemas.microsoft.com/office/drawing/2014/main" id="{57D00D9B-50D4-2FA6-BD25-4A3AC498D9CF}"/>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rcRect l="7699" t="6265" r="5953" b="1959"/>
          <a:stretch>
            <a:fillRect/>
          </a:stretch>
        </p:blipFill>
        <p:spPr>
          <a:xfrm>
            <a:off x="481617" y="1939507"/>
            <a:ext cx="4853957" cy="3868694"/>
          </a:xfrm>
        </p:spPr>
      </p:pic>
      <p:pic>
        <p:nvPicPr>
          <p:cNvPr id="9" name="Picture 8" descr="A graph of a number of waves&#10;&#10;AI-generated content may be incorrect.">
            <a:extLst>
              <a:ext uri="{FF2B5EF4-FFF2-40B4-BE49-F238E27FC236}">
                <a16:creationId xmlns:a16="http://schemas.microsoft.com/office/drawing/2014/main" id="{10FA51EC-4CC7-0028-B1F6-526E9F225C48}"/>
              </a:ext>
            </a:extLst>
          </p:cNvPr>
          <p:cNvPicPr>
            <a:picLocks noChangeAspect="1"/>
          </p:cNvPicPr>
          <p:nvPr/>
        </p:nvPicPr>
        <p:blipFill>
          <a:blip r:embed="rId3">
            <a:extLst>
              <a:ext uri="{28A0092B-C50C-407E-A947-70E740481C1C}">
                <a14:useLocalDpi xmlns:a14="http://schemas.microsoft.com/office/drawing/2010/main" val="0"/>
              </a:ext>
            </a:extLst>
          </a:blip>
          <a:srcRect l="8117" t="3283" r="6651" b="3971"/>
          <a:stretch>
            <a:fillRect/>
          </a:stretch>
        </p:blipFill>
        <p:spPr>
          <a:xfrm>
            <a:off x="6422642" y="1873675"/>
            <a:ext cx="4740281" cy="3868694"/>
          </a:xfrm>
          <a:prstGeom prst="rect">
            <a:avLst/>
          </a:prstGeom>
        </p:spPr>
      </p:pic>
    </p:spTree>
    <p:extLst>
      <p:ext uri="{BB962C8B-B14F-4D97-AF65-F5344CB8AC3E}">
        <p14:creationId xmlns:p14="http://schemas.microsoft.com/office/powerpoint/2010/main" val="3385562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6583F74-737D-AADA-5F23-75F6CA37C468}"/>
              </a:ext>
            </a:extLst>
          </p:cNvPr>
          <p:cNvPicPr>
            <a:picLocks noChangeAspect="1"/>
          </p:cNvPicPr>
          <p:nvPr/>
        </p:nvPicPr>
        <p:blipFill>
          <a:blip r:embed="rId2">
            <a:extLst>
              <a:ext uri="{28A0092B-C50C-407E-A947-70E740481C1C}">
                <a14:useLocalDpi xmlns:a14="http://schemas.microsoft.com/office/drawing/2010/main" val="0"/>
              </a:ext>
            </a:extLst>
          </a:blip>
          <a:srcRect l="7207" t="6584" r="6023" b="2633"/>
          <a:stretch>
            <a:fillRect/>
          </a:stretch>
        </p:blipFill>
        <p:spPr>
          <a:xfrm>
            <a:off x="6263688" y="1939506"/>
            <a:ext cx="4717800" cy="3701958"/>
          </a:xfrm>
          <a:prstGeom prst="rect">
            <a:avLst/>
          </a:prstGeom>
        </p:spPr>
      </p:pic>
      <p:pic>
        <p:nvPicPr>
          <p:cNvPr id="5" name="Picture 4" descr="A graph of a frequency response&#10;&#10;AI-generated content may be incorrect.">
            <a:extLst>
              <a:ext uri="{FF2B5EF4-FFF2-40B4-BE49-F238E27FC236}">
                <a16:creationId xmlns:a16="http://schemas.microsoft.com/office/drawing/2014/main" id="{6B9D8340-8D2D-F280-9DC8-82B30CF15E28}"/>
              </a:ext>
            </a:extLst>
          </p:cNvPr>
          <p:cNvPicPr>
            <a:picLocks noChangeAspect="1"/>
          </p:cNvPicPr>
          <p:nvPr/>
        </p:nvPicPr>
        <p:blipFill>
          <a:blip r:embed="rId3">
            <a:extLst>
              <a:ext uri="{28A0092B-C50C-407E-A947-70E740481C1C}">
                <a14:useLocalDpi xmlns:a14="http://schemas.microsoft.com/office/drawing/2010/main" val="0"/>
              </a:ext>
            </a:extLst>
          </a:blip>
          <a:srcRect l="6959" t="5858" r="7673" b="2851"/>
          <a:stretch>
            <a:fillRect/>
          </a:stretch>
        </p:blipFill>
        <p:spPr>
          <a:xfrm>
            <a:off x="540000" y="1939506"/>
            <a:ext cx="4717800" cy="3783885"/>
          </a:xfrm>
          <a:prstGeom prst="rect">
            <a:avLst/>
          </a:prstGeom>
        </p:spPr>
      </p:pic>
      <p:sp>
        <p:nvSpPr>
          <p:cNvPr id="2" name="Title 1">
            <a:extLst>
              <a:ext uri="{FF2B5EF4-FFF2-40B4-BE49-F238E27FC236}">
                <a16:creationId xmlns:a16="http://schemas.microsoft.com/office/drawing/2014/main" id="{AE3DFB4E-E0EA-11BB-0CC3-45C1FB7902D4}"/>
              </a:ext>
            </a:extLst>
          </p:cNvPr>
          <p:cNvSpPr>
            <a:spLocks noGrp="1"/>
          </p:cNvSpPr>
          <p:nvPr>
            <p:ph type="title"/>
          </p:nvPr>
        </p:nvSpPr>
        <p:spPr/>
        <p:txBody>
          <a:bodyPr/>
          <a:lstStyle/>
          <a:p>
            <a:pPr algn="ctr"/>
            <a:r>
              <a:rPr lang="en-US" dirty="0"/>
              <a:t>T</a:t>
            </a:r>
            <a:r>
              <a:rPr lang="en-US" baseline="-25000" dirty="0"/>
              <a:t>1</a:t>
            </a:r>
            <a:r>
              <a:rPr lang="en-US" dirty="0"/>
              <a:t> TIA</a:t>
            </a:r>
            <a:endParaRPr lang="en-NL" dirty="0"/>
          </a:p>
        </p:txBody>
      </p:sp>
    </p:spTree>
    <p:extLst>
      <p:ext uri="{BB962C8B-B14F-4D97-AF65-F5344CB8AC3E}">
        <p14:creationId xmlns:p14="http://schemas.microsoft.com/office/powerpoint/2010/main" val="3754628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49DF-DFC4-9885-963B-141D25C19A3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A467BE-8D1D-9960-76BD-A59588192EE7}"/>
              </a:ext>
            </a:extLst>
          </p:cNvPr>
          <p:cNvSpPr>
            <a:spLocks noGrp="1"/>
          </p:cNvSpPr>
          <p:nvPr>
            <p:ph type="title"/>
          </p:nvPr>
        </p:nvSpPr>
        <p:spPr/>
        <p:txBody>
          <a:bodyPr/>
          <a:lstStyle/>
          <a:p>
            <a:pPr algn="ctr"/>
            <a:r>
              <a:rPr lang="en-US" dirty="0"/>
              <a:t>CW-ODMR detector</a:t>
            </a:r>
            <a:endParaRPr lang="en-NL" dirty="0"/>
          </a:p>
        </p:txBody>
      </p:sp>
      <p:pic>
        <p:nvPicPr>
          <p:cNvPr id="3" name="Picture 2" descr="A diagram of a frequency response&#10;&#10;AI-generated content may be incorrect.">
            <a:extLst>
              <a:ext uri="{FF2B5EF4-FFF2-40B4-BE49-F238E27FC236}">
                <a16:creationId xmlns:a16="http://schemas.microsoft.com/office/drawing/2014/main" id="{14DCEF19-2839-CE94-A396-056C590BE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000" y="2195512"/>
            <a:ext cx="5200650" cy="3190875"/>
          </a:xfrm>
          <a:prstGeom prst="rect">
            <a:avLst/>
          </a:prstGeom>
        </p:spPr>
      </p:pic>
      <p:pic>
        <p:nvPicPr>
          <p:cNvPr id="10" name="Picture 9">
            <a:extLst>
              <a:ext uri="{FF2B5EF4-FFF2-40B4-BE49-F238E27FC236}">
                <a16:creationId xmlns:a16="http://schemas.microsoft.com/office/drawing/2014/main" id="{02692FDD-78CC-D404-EB7C-B01E0C3A16E9}"/>
              </a:ext>
            </a:extLst>
          </p:cNvPr>
          <p:cNvPicPr>
            <a:picLocks noChangeAspect="1"/>
          </p:cNvPicPr>
          <p:nvPr/>
        </p:nvPicPr>
        <p:blipFill>
          <a:blip r:embed="rId3"/>
          <a:srcRect t="597" b="1"/>
          <a:stretch>
            <a:fillRect/>
          </a:stretch>
        </p:blipFill>
        <p:spPr>
          <a:xfrm>
            <a:off x="5994400" y="2195512"/>
            <a:ext cx="5929876" cy="3171825"/>
          </a:xfrm>
          <a:prstGeom prst="rect">
            <a:avLst/>
          </a:prstGeom>
        </p:spPr>
      </p:pic>
    </p:spTree>
    <p:extLst>
      <p:ext uri="{BB962C8B-B14F-4D97-AF65-F5344CB8AC3E}">
        <p14:creationId xmlns:p14="http://schemas.microsoft.com/office/powerpoint/2010/main" val="1435162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7E0D0-AA85-7332-241D-922DFA5609E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C71F996-96F4-B957-B30A-3BDC23A7B204}"/>
              </a:ext>
            </a:extLst>
          </p:cNvPr>
          <p:cNvSpPr>
            <a:spLocks noGrp="1"/>
          </p:cNvSpPr>
          <p:nvPr>
            <p:ph type="title"/>
          </p:nvPr>
        </p:nvSpPr>
        <p:spPr/>
        <p:txBody>
          <a:bodyPr/>
          <a:lstStyle/>
          <a:p>
            <a:pPr algn="ctr"/>
            <a:r>
              <a:rPr lang="en-US" dirty="0"/>
              <a:t>T</a:t>
            </a:r>
            <a:r>
              <a:rPr lang="en-US" baseline="-25000" dirty="0"/>
              <a:t>1</a:t>
            </a:r>
            <a:r>
              <a:rPr lang="en-US" dirty="0"/>
              <a:t> detector</a:t>
            </a:r>
            <a:endParaRPr lang="en-NL" dirty="0"/>
          </a:p>
        </p:txBody>
      </p:sp>
      <p:pic>
        <p:nvPicPr>
          <p:cNvPr id="4" name="Picture 3">
            <a:extLst>
              <a:ext uri="{FF2B5EF4-FFF2-40B4-BE49-F238E27FC236}">
                <a16:creationId xmlns:a16="http://schemas.microsoft.com/office/drawing/2014/main" id="{FBD8A6BD-C6EF-A3E3-C9F7-45980E12E49F}"/>
              </a:ext>
            </a:extLst>
          </p:cNvPr>
          <p:cNvPicPr>
            <a:picLocks noChangeAspect="1"/>
          </p:cNvPicPr>
          <p:nvPr/>
        </p:nvPicPr>
        <p:blipFill>
          <a:blip r:embed="rId2">
            <a:extLst>
              <a:ext uri="{28A0092B-C50C-407E-A947-70E740481C1C}">
                <a14:useLocalDpi xmlns:a14="http://schemas.microsoft.com/office/drawing/2010/main" val="0"/>
              </a:ext>
            </a:extLst>
          </a:blip>
          <a:srcRect t="642" b="642"/>
          <a:stretch/>
        </p:blipFill>
        <p:spPr>
          <a:xfrm>
            <a:off x="109538" y="2290712"/>
            <a:ext cx="5901963" cy="3056005"/>
          </a:xfrm>
          <a:prstGeom prst="rect">
            <a:avLst/>
          </a:prstGeom>
        </p:spPr>
      </p:pic>
      <p:pic>
        <p:nvPicPr>
          <p:cNvPr id="7" name="Picture 6">
            <a:extLst>
              <a:ext uri="{FF2B5EF4-FFF2-40B4-BE49-F238E27FC236}">
                <a16:creationId xmlns:a16="http://schemas.microsoft.com/office/drawing/2014/main" id="{BDB1A0B8-6B97-C5F2-21E7-0C14E223C37F}"/>
              </a:ext>
            </a:extLst>
          </p:cNvPr>
          <p:cNvPicPr>
            <a:picLocks noChangeAspect="1"/>
          </p:cNvPicPr>
          <p:nvPr/>
        </p:nvPicPr>
        <p:blipFill>
          <a:blip r:embed="rId3"/>
          <a:srcRect l="352" t="728"/>
          <a:stretch>
            <a:fillRect/>
          </a:stretch>
        </p:blipFill>
        <p:spPr>
          <a:xfrm>
            <a:off x="6180499" y="2290712"/>
            <a:ext cx="5901963" cy="3068947"/>
          </a:xfrm>
          <a:prstGeom prst="rect">
            <a:avLst/>
          </a:prstGeom>
        </p:spPr>
      </p:pic>
    </p:spTree>
    <p:extLst>
      <p:ext uri="{BB962C8B-B14F-4D97-AF65-F5344CB8AC3E}">
        <p14:creationId xmlns:p14="http://schemas.microsoft.com/office/powerpoint/2010/main" val="2072762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59EAD-21E7-3870-F5A1-5879C0B12D29}"/>
              </a:ext>
            </a:extLst>
          </p:cNvPr>
          <p:cNvSpPr>
            <a:spLocks noGrp="1"/>
          </p:cNvSpPr>
          <p:nvPr>
            <p:ph type="title"/>
          </p:nvPr>
        </p:nvSpPr>
        <p:spPr/>
        <p:txBody>
          <a:bodyPr/>
          <a:lstStyle/>
          <a:p>
            <a:pPr algn="ctr"/>
            <a:r>
              <a:rPr lang="en-US" dirty="0"/>
              <a:t>Comparison</a:t>
            </a:r>
            <a:endParaRPr lang="en-NL" dirty="0"/>
          </a:p>
        </p:txBody>
      </p:sp>
      <p:graphicFrame>
        <p:nvGraphicFramePr>
          <p:cNvPr id="4" name="Table 3">
            <a:extLst>
              <a:ext uri="{FF2B5EF4-FFF2-40B4-BE49-F238E27FC236}">
                <a16:creationId xmlns:a16="http://schemas.microsoft.com/office/drawing/2014/main" id="{9E06345B-1B0E-33CF-91F1-BBC00290069F}"/>
              </a:ext>
            </a:extLst>
          </p:cNvPr>
          <p:cNvGraphicFramePr>
            <a:graphicFrameLocks noGrp="1"/>
          </p:cNvGraphicFramePr>
          <p:nvPr>
            <p:extLst>
              <p:ext uri="{D42A27DB-BD31-4B8C-83A1-F6EECF244321}">
                <p14:modId xmlns:p14="http://schemas.microsoft.com/office/powerpoint/2010/main" val="754013043"/>
              </p:ext>
            </p:extLst>
          </p:nvPr>
        </p:nvGraphicFramePr>
        <p:xfrm>
          <a:off x="1715127" y="2558735"/>
          <a:ext cx="8533397" cy="2981986"/>
        </p:xfrm>
        <a:graphic>
          <a:graphicData uri="http://schemas.openxmlformats.org/drawingml/2006/table">
            <a:tbl>
              <a:tblPr firstRow="1" bandRow="1">
                <a:tableStyleId>{5C22544A-7EE6-4342-B048-85BDC9FD1C3A}</a:tableStyleId>
              </a:tblPr>
              <a:tblGrid>
                <a:gridCol w="1602411">
                  <a:extLst>
                    <a:ext uri="{9D8B030D-6E8A-4147-A177-3AD203B41FA5}">
                      <a16:colId xmlns:a16="http://schemas.microsoft.com/office/drawing/2014/main" val="1815571312"/>
                    </a:ext>
                  </a:extLst>
                </a:gridCol>
                <a:gridCol w="1452319">
                  <a:extLst>
                    <a:ext uri="{9D8B030D-6E8A-4147-A177-3AD203B41FA5}">
                      <a16:colId xmlns:a16="http://schemas.microsoft.com/office/drawing/2014/main" val="580203025"/>
                    </a:ext>
                  </a:extLst>
                </a:gridCol>
                <a:gridCol w="1527365">
                  <a:extLst>
                    <a:ext uri="{9D8B030D-6E8A-4147-A177-3AD203B41FA5}">
                      <a16:colId xmlns:a16="http://schemas.microsoft.com/office/drawing/2014/main" val="3960355731"/>
                    </a:ext>
                  </a:extLst>
                </a:gridCol>
                <a:gridCol w="2022058">
                  <a:extLst>
                    <a:ext uri="{9D8B030D-6E8A-4147-A177-3AD203B41FA5}">
                      <a16:colId xmlns:a16="http://schemas.microsoft.com/office/drawing/2014/main" val="104708281"/>
                    </a:ext>
                  </a:extLst>
                </a:gridCol>
                <a:gridCol w="1929244">
                  <a:extLst>
                    <a:ext uri="{9D8B030D-6E8A-4147-A177-3AD203B41FA5}">
                      <a16:colId xmlns:a16="http://schemas.microsoft.com/office/drawing/2014/main" val="1367951973"/>
                    </a:ext>
                  </a:extLst>
                </a:gridCol>
              </a:tblGrid>
              <a:tr h="1112761">
                <a:tc>
                  <a:txBody>
                    <a:bodyPr/>
                    <a:lstStyle/>
                    <a:p>
                      <a:pPr algn="ctr"/>
                      <a:r>
                        <a:rPr lang="en-US" dirty="0"/>
                        <a:t>Version</a:t>
                      </a:r>
                      <a:endParaRPr lang="en-NL"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baseline="0" dirty="0">
                          <a:solidFill>
                            <a:schemeClr val="lt1"/>
                          </a:solidFill>
                          <a:effectLst/>
                          <a:latin typeface="+mn-lt"/>
                          <a:ea typeface="+mn-ea"/>
                          <a:cs typeface="+mn-cs"/>
                        </a:rPr>
                        <a:t>TIA f</a:t>
                      </a:r>
                      <a:r>
                        <a:rPr lang="en-US" sz="1800" b="1" kern="1200" baseline="-25000" dirty="0">
                          <a:solidFill>
                            <a:schemeClr val="lt1"/>
                          </a:solidFill>
                          <a:effectLst/>
                          <a:latin typeface="+mn-lt"/>
                          <a:ea typeface="+mn-ea"/>
                          <a:cs typeface="+mn-cs"/>
                        </a:rPr>
                        <a:t>c</a:t>
                      </a:r>
                      <a:r>
                        <a:rPr lang="en-US" sz="1800" b="1" kern="1200" baseline="0" dirty="0">
                          <a:solidFill>
                            <a:schemeClr val="lt1"/>
                          </a:solidFill>
                          <a:effectLst/>
                          <a:latin typeface="+mn-lt"/>
                          <a:ea typeface="+mn-ea"/>
                          <a:cs typeface="+mn-cs"/>
                        </a:rPr>
                        <a:t> (kHz)</a:t>
                      </a:r>
                      <a:endParaRPr lang="en-NL" dirty="0">
                        <a:effectLst/>
                      </a:endParaRPr>
                    </a:p>
                    <a:p>
                      <a:pPr algn="ctr"/>
                      <a:endParaRPr lang="en-NL" dirty="0"/>
                    </a:p>
                  </a:txBody>
                  <a:tcPr/>
                </a:tc>
                <a:tc>
                  <a:txBody>
                    <a:bodyPr/>
                    <a:lstStyle/>
                    <a:p>
                      <a:pPr algn="ctr"/>
                      <a:r>
                        <a:rPr lang="en-US" baseline="0" dirty="0"/>
                        <a:t>TIA gain (dB)</a:t>
                      </a:r>
                      <a:endParaRPr lang="en-NL" baseline="0" dirty="0"/>
                    </a:p>
                  </a:txBody>
                  <a:tcPr/>
                </a:tc>
                <a:tc>
                  <a:txBody>
                    <a:bodyPr/>
                    <a:lstStyle/>
                    <a:p>
                      <a:pPr algn="ctr"/>
                      <a:r>
                        <a:rPr lang="en-US" dirty="0"/>
                        <a:t>Post amplifier</a:t>
                      </a:r>
                      <a:endParaRPr lang="en-NL"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Noise at 1Hz (</a:t>
                      </a:r>
                      <a:r>
                        <a:rPr lang="en-US" dirty="0">
                          <a:latin typeface="Calibri" panose="020F0502020204030204" pitchFamily="34" charset="0"/>
                          <a:cs typeface="Calibri" panose="020F0502020204030204" pitchFamily="34" charset="0"/>
                        </a:rPr>
                        <a:t>µV/</a:t>
                      </a:r>
                      <a:r>
                        <a:rPr lang="en-NL" sz="1800" b="1" i="0" kern="1200" dirty="0">
                          <a:solidFill>
                            <a:schemeClr val="lt1"/>
                          </a:solidFill>
                          <a:effectLst/>
                          <a:latin typeface="+mn-lt"/>
                          <a:ea typeface="+mn-ea"/>
                          <a:cs typeface="+mn-cs"/>
                        </a:rPr>
                        <a:t>√</a:t>
                      </a:r>
                      <a:r>
                        <a:rPr lang="en-US" sz="1800" b="1" i="0" kern="1200" dirty="0">
                          <a:solidFill>
                            <a:schemeClr val="lt1"/>
                          </a:solidFill>
                          <a:effectLst/>
                          <a:latin typeface="+mn-lt"/>
                          <a:ea typeface="+mn-ea"/>
                          <a:cs typeface="+mn-cs"/>
                        </a:rPr>
                        <a:t>Hz)</a:t>
                      </a:r>
                      <a:endParaRPr lang="en-NL" sz="1800" b="1" i="0" kern="1200" dirty="0">
                        <a:solidFill>
                          <a:schemeClr val="lt1"/>
                        </a:solidFill>
                        <a:effectLst/>
                        <a:latin typeface="+mn-lt"/>
                        <a:ea typeface="+mn-ea"/>
                        <a:cs typeface="+mn-cs"/>
                      </a:endParaRPr>
                    </a:p>
                  </a:txBody>
                  <a:tcPr/>
                </a:tc>
                <a:extLst>
                  <a:ext uri="{0D108BD9-81ED-4DB2-BD59-A6C34878D82A}">
                    <a16:rowId xmlns:a16="http://schemas.microsoft.com/office/drawing/2014/main" val="1007892860"/>
                  </a:ext>
                </a:extLst>
              </a:tr>
              <a:tr h="756464">
                <a:tc>
                  <a:txBody>
                    <a:bodyPr/>
                    <a:lstStyle/>
                    <a:p>
                      <a:pPr algn="ctr"/>
                      <a:r>
                        <a:rPr lang="en-US" dirty="0"/>
                        <a:t>T</a:t>
                      </a:r>
                      <a:r>
                        <a:rPr lang="en-US" baseline="-25000" dirty="0"/>
                        <a:t>1</a:t>
                      </a:r>
                      <a:endParaRPr lang="en-NL" dirty="0"/>
                    </a:p>
                  </a:txBody>
                  <a:tcPr/>
                </a:tc>
                <a:tc>
                  <a:txBody>
                    <a:bodyPr/>
                    <a:lstStyle/>
                    <a:p>
                      <a:pPr algn="ctr"/>
                      <a:r>
                        <a:rPr lang="en-NL" dirty="0"/>
                        <a:t>724,69</a:t>
                      </a:r>
                    </a:p>
                  </a:txBody>
                  <a:tcPr/>
                </a:tc>
                <a:tc>
                  <a:txBody>
                    <a:bodyPr/>
                    <a:lstStyle/>
                    <a:p>
                      <a:pPr algn="ctr"/>
                      <a:r>
                        <a:rPr lang="en-US" dirty="0"/>
                        <a:t>120</a:t>
                      </a:r>
                      <a:endParaRPr lang="en-NL" dirty="0"/>
                    </a:p>
                  </a:txBody>
                  <a:tcPr/>
                </a:tc>
                <a:tc>
                  <a:txBody>
                    <a:bodyPr/>
                    <a:lstStyle/>
                    <a:p>
                      <a:pPr algn="ctr"/>
                      <a:r>
                        <a:rPr lang="en-US" dirty="0"/>
                        <a:t>Non-inverting</a:t>
                      </a:r>
                      <a:endParaRPr lang="en-NL" dirty="0"/>
                    </a:p>
                  </a:txBody>
                  <a:tcPr/>
                </a:tc>
                <a:tc>
                  <a:txBody>
                    <a:bodyPr/>
                    <a:lstStyle/>
                    <a:p>
                      <a:pPr algn="ctr"/>
                      <a:r>
                        <a:rPr lang="en-US" dirty="0"/>
                        <a:t>17,6</a:t>
                      </a:r>
                      <a:endParaRPr lang="en-NL" dirty="0"/>
                    </a:p>
                  </a:txBody>
                  <a:tcPr/>
                </a:tc>
                <a:extLst>
                  <a:ext uri="{0D108BD9-81ED-4DB2-BD59-A6C34878D82A}">
                    <a16:rowId xmlns:a16="http://schemas.microsoft.com/office/drawing/2014/main" val="1155675871"/>
                  </a:ext>
                </a:extLst>
              </a:tr>
              <a:tr h="11127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aseline="0" dirty="0"/>
                        <a:t>CW-ODMR</a:t>
                      </a:r>
                      <a:endParaRPr lang="en-NL" baseline="0" dirty="0"/>
                    </a:p>
                  </a:txBody>
                  <a:tcPr/>
                </a:tc>
                <a:tc>
                  <a:txBody>
                    <a:bodyPr/>
                    <a:lstStyle/>
                    <a:p>
                      <a:pPr algn="ctr"/>
                      <a:r>
                        <a:rPr lang="en-US" dirty="0"/>
                        <a:t>21,167</a:t>
                      </a:r>
                      <a:endParaRPr lang="en-NL" dirty="0"/>
                    </a:p>
                  </a:txBody>
                  <a:tcPr/>
                </a:tc>
                <a:tc>
                  <a:txBody>
                    <a:bodyPr/>
                    <a:lstStyle/>
                    <a:p>
                      <a:pPr algn="ctr"/>
                      <a:r>
                        <a:rPr lang="en-US" dirty="0"/>
                        <a:t>140</a:t>
                      </a:r>
                      <a:endParaRPr lang="en-NL" dirty="0"/>
                    </a:p>
                  </a:txBody>
                  <a:tcPr/>
                </a:tc>
                <a:tc>
                  <a:txBody>
                    <a:bodyPr/>
                    <a:lstStyle/>
                    <a:p>
                      <a:pPr algn="ctr"/>
                      <a:r>
                        <a:rPr lang="en-US" dirty="0"/>
                        <a:t>Non-inverting, cascaded</a:t>
                      </a:r>
                      <a:endParaRPr lang="en-NL"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4,8</a:t>
                      </a:r>
                      <a:endParaRPr lang="en-NL" dirty="0"/>
                    </a:p>
                    <a:p>
                      <a:pPr algn="ctr"/>
                      <a:endParaRPr lang="en-NL" dirty="0"/>
                    </a:p>
                  </a:txBody>
                  <a:tcPr/>
                </a:tc>
                <a:extLst>
                  <a:ext uri="{0D108BD9-81ED-4DB2-BD59-A6C34878D82A}">
                    <a16:rowId xmlns:a16="http://schemas.microsoft.com/office/drawing/2014/main" val="2990485009"/>
                  </a:ext>
                </a:extLst>
              </a:tr>
            </a:tbl>
          </a:graphicData>
        </a:graphic>
      </p:graphicFrame>
    </p:spTree>
    <p:extLst>
      <p:ext uri="{BB962C8B-B14F-4D97-AF65-F5344CB8AC3E}">
        <p14:creationId xmlns:p14="http://schemas.microsoft.com/office/powerpoint/2010/main" val="2891150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31E976B-A781-5F40-9D1C-FA5C385BE7E9}"/>
              </a:ext>
            </a:extLst>
          </p:cNvPr>
          <p:cNvSpPr txBox="1">
            <a:spLocks/>
          </p:cNvSpPr>
          <p:nvPr/>
        </p:nvSpPr>
        <p:spPr>
          <a:xfrm>
            <a:off x="1524000" y="2235200"/>
            <a:ext cx="9144000" cy="2387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a:lstStyle>
          <a:p>
            <a:pPr algn="ctr"/>
            <a:endParaRPr lang="en-US" dirty="0">
              <a:solidFill>
                <a:schemeClr val="bg1"/>
              </a:solidFill>
              <a:latin typeface="Avenir Next LT Pro" panose="020B0504020202020204" pitchFamily="34" charset="0"/>
            </a:endParaRPr>
          </a:p>
        </p:txBody>
      </p:sp>
      <p:pic>
        <p:nvPicPr>
          <p:cNvPr id="10" name="Content Placeholder 9" descr="A machine with wires and wires&#10;&#10;AI-generated content may be incorrect.">
            <a:extLst>
              <a:ext uri="{FF2B5EF4-FFF2-40B4-BE49-F238E27FC236}">
                <a16:creationId xmlns:a16="http://schemas.microsoft.com/office/drawing/2014/main" id="{C165DBBD-0709-55BB-48CE-35AAE2C1CB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51604" y="0"/>
            <a:ext cx="8128980" cy="6858000"/>
          </a:xfrm>
        </p:spPr>
      </p:pic>
      <p:sp>
        <p:nvSpPr>
          <p:cNvPr id="6" name="Title 5">
            <a:extLst>
              <a:ext uri="{FF2B5EF4-FFF2-40B4-BE49-F238E27FC236}">
                <a16:creationId xmlns:a16="http://schemas.microsoft.com/office/drawing/2014/main" id="{17921561-A65F-A500-B2FB-034BD2C1695D}"/>
              </a:ext>
            </a:extLst>
          </p:cNvPr>
          <p:cNvSpPr>
            <a:spLocks noGrp="1"/>
          </p:cNvSpPr>
          <p:nvPr>
            <p:ph type="title"/>
          </p:nvPr>
        </p:nvSpPr>
        <p:spPr/>
        <p:txBody>
          <a:bodyPr/>
          <a:lstStyle/>
          <a:p>
            <a:r>
              <a:rPr lang="en-US" dirty="0">
                <a:latin typeface="Avenir Next LT Pro" panose="020B0504020202020204" pitchFamily="34" charset="0"/>
              </a:rPr>
              <a:t>Integration test</a:t>
            </a:r>
            <a:endParaRPr lang="en-NL" dirty="0"/>
          </a:p>
        </p:txBody>
      </p:sp>
      <p:sp>
        <p:nvSpPr>
          <p:cNvPr id="8" name="Text Placeholder 7">
            <a:extLst>
              <a:ext uri="{FF2B5EF4-FFF2-40B4-BE49-F238E27FC236}">
                <a16:creationId xmlns:a16="http://schemas.microsoft.com/office/drawing/2014/main" id="{EEEFC16B-6627-0C3D-0331-CEAC64BAC6C4}"/>
              </a:ext>
            </a:extLst>
          </p:cNvPr>
          <p:cNvSpPr>
            <a:spLocks noGrp="1"/>
          </p:cNvSpPr>
          <p:nvPr>
            <p:ph type="body" sz="quarter" idx="10"/>
          </p:nvPr>
        </p:nvSpPr>
        <p:spPr/>
        <p:txBody>
          <a:bodyPr/>
          <a:lstStyle/>
          <a:p>
            <a:pPr marL="285750" indent="-285750">
              <a:buFont typeface="Arial" panose="020B0604020202020204" pitchFamily="34" charset="0"/>
              <a:buChar char="•"/>
            </a:pPr>
            <a:r>
              <a:rPr lang="en-US" dirty="0"/>
              <a:t>P</a:t>
            </a:r>
            <a:r>
              <a:rPr lang="en-NL" dirty="0" err="1"/>
              <a:t>ulse</a:t>
            </a:r>
            <a:r>
              <a:rPr lang="en-NL" dirty="0"/>
              <a:t> laser at different frequencies</a:t>
            </a:r>
          </a:p>
          <a:p>
            <a:pPr marL="285750" indent="-285750">
              <a:buFont typeface="Arial" panose="020B0604020202020204" pitchFamily="34" charset="0"/>
              <a:buChar char="•"/>
            </a:pPr>
            <a:r>
              <a:rPr lang="en-NL" dirty="0"/>
              <a:t>Adjust laser for optimal intensity</a:t>
            </a:r>
          </a:p>
          <a:p>
            <a:pPr marL="285750" indent="-285750">
              <a:buFont typeface="Arial" panose="020B0604020202020204" pitchFamily="34" charset="0"/>
              <a:buChar char="•"/>
            </a:pPr>
            <a:r>
              <a:rPr lang="en-NL" dirty="0"/>
              <a:t>Compare detector output to square wave</a:t>
            </a:r>
          </a:p>
        </p:txBody>
      </p:sp>
    </p:spTree>
    <p:extLst>
      <p:ext uri="{BB962C8B-B14F-4D97-AF65-F5344CB8AC3E}">
        <p14:creationId xmlns:p14="http://schemas.microsoft.com/office/powerpoint/2010/main" val="2186358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867F2-FB0A-C27A-1A0C-46CBDE552AF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6800A8-78D8-DFFD-8F1F-4CB6D1BA4CDF}"/>
              </a:ext>
            </a:extLst>
          </p:cNvPr>
          <p:cNvSpPr>
            <a:spLocks noGrp="1"/>
          </p:cNvSpPr>
          <p:nvPr>
            <p:ph type="sldNum" sz="quarter" idx="4294967295"/>
          </p:nvPr>
        </p:nvSpPr>
        <p:spPr>
          <a:xfrm>
            <a:off x="0" y="0"/>
            <a:ext cx="0" cy="0"/>
          </a:xfrm>
        </p:spPr>
        <p:txBody>
          <a:bodyPr anchor="ctr">
            <a:normAutofit fontScale="25000" lnSpcReduction="20000"/>
          </a:bodyPr>
          <a:lstStyle/>
          <a:p>
            <a:pPr>
              <a:spcAft>
                <a:spcPts val="600"/>
              </a:spcAft>
            </a:pPr>
            <a:fld id="{3A98EE3D-8CD1-4C3F-BD1C-C98C9596463C}" type="slidenum">
              <a:rPr lang="en-US" smtClean="0"/>
              <a:pPr>
                <a:spcAft>
                  <a:spcPts val="600"/>
                </a:spcAft>
              </a:pPr>
              <a:t>19</a:t>
            </a:fld>
            <a:endParaRPr lang="en-US" dirty="0"/>
          </a:p>
        </p:txBody>
      </p:sp>
      <p:pic>
        <p:nvPicPr>
          <p:cNvPr id="9" name="Picture 8" descr="A screenshot of a computer&#10;&#10;AI-generated content may be incorrect.">
            <a:extLst>
              <a:ext uri="{FF2B5EF4-FFF2-40B4-BE49-F238E27FC236}">
                <a16:creationId xmlns:a16="http://schemas.microsoft.com/office/drawing/2014/main" id="{FDE1A58B-F383-2839-B366-7AE41EE4F4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553" y="46846"/>
            <a:ext cx="5479279" cy="3287567"/>
          </a:xfrm>
          <a:prstGeom prst="rect">
            <a:avLst/>
          </a:prstGeom>
        </p:spPr>
      </p:pic>
      <p:pic>
        <p:nvPicPr>
          <p:cNvPr id="3" name="Picture 2" descr="A screen shot of a computer&#10;&#10;AI-generated content may be incorrect.">
            <a:extLst>
              <a:ext uri="{FF2B5EF4-FFF2-40B4-BE49-F238E27FC236}">
                <a16:creationId xmlns:a16="http://schemas.microsoft.com/office/drawing/2014/main" id="{47233F98-B9B5-FBA0-3BBA-FBC3AABFD2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5717" y="46845"/>
            <a:ext cx="5479279" cy="3287567"/>
          </a:xfrm>
          <a:prstGeom prst="rect">
            <a:avLst/>
          </a:prstGeom>
        </p:spPr>
      </p:pic>
      <p:pic>
        <p:nvPicPr>
          <p:cNvPr id="6" name="Picture 5" descr="A screen shot of a computer&#10;&#10;AI-generated content may be incorrect.">
            <a:extLst>
              <a:ext uri="{FF2B5EF4-FFF2-40B4-BE49-F238E27FC236}">
                <a16:creationId xmlns:a16="http://schemas.microsoft.com/office/drawing/2014/main" id="{4A96785A-370E-D107-D468-3C1B9C61FF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553" y="3429000"/>
            <a:ext cx="5479279" cy="3287567"/>
          </a:xfrm>
          <a:prstGeom prst="rect">
            <a:avLst/>
          </a:prstGeom>
        </p:spPr>
      </p:pic>
      <p:pic>
        <p:nvPicPr>
          <p:cNvPr id="10" name="Picture 9" descr="A screen shot of a computer&#10;&#10;AI-generated content may be incorrect.">
            <a:extLst>
              <a:ext uri="{FF2B5EF4-FFF2-40B4-BE49-F238E27FC236}">
                <a16:creationId xmlns:a16="http://schemas.microsoft.com/office/drawing/2014/main" id="{97FF2F3C-D9F9-2DC4-ECC8-F32E2595B3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15718" y="3429000"/>
            <a:ext cx="5479279" cy="3287567"/>
          </a:xfrm>
          <a:prstGeom prst="rect">
            <a:avLst/>
          </a:prstGeom>
        </p:spPr>
      </p:pic>
    </p:spTree>
    <p:extLst>
      <p:ext uri="{BB962C8B-B14F-4D97-AF65-F5344CB8AC3E}">
        <p14:creationId xmlns:p14="http://schemas.microsoft.com/office/powerpoint/2010/main" val="2891566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0CDBA-A805-012D-5666-6BEC7EB33698}"/>
            </a:ext>
          </a:extLst>
        </p:cNvPr>
        <p:cNvGrpSpPr/>
        <p:nvPr/>
      </p:nvGrpSpPr>
      <p:grpSpPr>
        <a:xfrm>
          <a:off x="0" y="0"/>
          <a:ext cx="0" cy="0"/>
          <a:chOff x="0" y="0"/>
          <a:chExt cx="0" cy="0"/>
        </a:xfrm>
      </p:grpSpPr>
      <p:pic>
        <p:nvPicPr>
          <p:cNvPr id="11" name="Content Placeholder 10" descr="A close up of a device&#10;&#10;AI-generated content may be incorrect.">
            <a:extLst>
              <a:ext uri="{FF2B5EF4-FFF2-40B4-BE49-F238E27FC236}">
                <a16:creationId xmlns:a16="http://schemas.microsoft.com/office/drawing/2014/main" id="{B164F581-0E57-6305-55A2-59FE136193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40371" y="0"/>
            <a:ext cx="8287615" cy="6858000"/>
          </a:xfrm>
          <a:noFill/>
        </p:spPr>
      </p:pic>
      <p:sp>
        <p:nvSpPr>
          <p:cNvPr id="6" name="Title 5">
            <a:extLst>
              <a:ext uri="{FF2B5EF4-FFF2-40B4-BE49-F238E27FC236}">
                <a16:creationId xmlns:a16="http://schemas.microsoft.com/office/drawing/2014/main" id="{0305D76A-F8E9-40D6-4219-425AF442D33F}"/>
              </a:ext>
            </a:extLst>
          </p:cNvPr>
          <p:cNvSpPr>
            <a:spLocks noGrp="1"/>
          </p:cNvSpPr>
          <p:nvPr>
            <p:ph type="title"/>
          </p:nvPr>
        </p:nvSpPr>
        <p:spPr>
          <a:xfrm>
            <a:off x="324000" y="792000"/>
            <a:ext cx="3270100" cy="617700"/>
          </a:xfrm>
        </p:spPr>
        <p:txBody>
          <a:bodyPr anchor="t">
            <a:normAutofit/>
          </a:bodyPr>
          <a:lstStyle/>
          <a:p>
            <a:r>
              <a:rPr lang="en-NL" dirty="0"/>
              <a:t>Filtering test</a:t>
            </a:r>
          </a:p>
        </p:txBody>
      </p:sp>
      <p:sp>
        <p:nvSpPr>
          <p:cNvPr id="8" name="Text Placeholder 7">
            <a:extLst>
              <a:ext uri="{FF2B5EF4-FFF2-40B4-BE49-F238E27FC236}">
                <a16:creationId xmlns:a16="http://schemas.microsoft.com/office/drawing/2014/main" id="{19D80CE1-D27D-2DED-8DDF-6770438D98D7}"/>
              </a:ext>
            </a:extLst>
          </p:cNvPr>
          <p:cNvSpPr>
            <a:spLocks noGrp="1"/>
          </p:cNvSpPr>
          <p:nvPr>
            <p:ph type="body" sz="quarter" idx="10"/>
          </p:nvPr>
        </p:nvSpPr>
        <p:spPr>
          <a:xfrm>
            <a:off x="324000" y="2073275"/>
            <a:ext cx="3270100" cy="3118157"/>
          </a:xfrm>
        </p:spPr>
        <p:txBody>
          <a:bodyPr>
            <a:normAutofit/>
          </a:bodyPr>
          <a:lstStyle/>
          <a:p>
            <a:pPr marL="285750" indent="-285750">
              <a:buFont typeface="Arial" panose="020B0604020202020204" pitchFamily="34" charset="0"/>
              <a:buChar char="•"/>
            </a:pPr>
            <a:r>
              <a:rPr lang="en-NL" dirty="0"/>
              <a:t> Place laser like in a compact setup</a:t>
            </a:r>
            <a:endParaRPr lang="en-US" dirty="0"/>
          </a:p>
          <a:p>
            <a:pPr marL="285750" indent="-285750">
              <a:buFont typeface="Arial" panose="020B0604020202020204" pitchFamily="34" charset="0"/>
              <a:buChar char="•"/>
            </a:pPr>
            <a:r>
              <a:rPr lang="en-NL" dirty="0"/>
              <a:t>Pulse laser at a fixed frequency</a:t>
            </a:r>
          </a:p>
          <a:p>
            <a:pPr marL="285750" indent="-285750">
              <a:buFont typeface="Arial" panose="020B0604020202020204" pitchFamily="34" charset="0"/>
              <a:buChar char="•"/>
            </a:pPr>
            <a:r>
              <a:rPr lang="en-NL" dirty="0"/>
              <a:t>Change number of filters</a:t>
            </a:r>
          </a:p>
          <a:p>
            <a:pPr marL="285750" indent="-285750">
              <a:buFont typeface="Arial" panose="020B0604020202020204" pitchFamily="34" charset="0"/>
              <a:buChar char="•"/>
            </a:pPr>
            <a:r>
              <a:rPr lang="en-NL" dirty="0"/>
              <a:t>Observe effect of filtering</a:t>
            </a:r>
          </a:p>
        </p:txBody>
      </p:sp>
      <p:sp>
        <p:nvSpPr>
          <p:cNvPr id="4" name="Title 1">
            <a:extLst>
              <a:ext uri="{FF2B5EF4-FFF2-40B4-BE49-F238E27FC236}">
                <a16:creationId xmlns:a16="http://schemas.microsoft.com/office/drawing/2014/main" id="{D027011C-87F4-0262-6FD9-FE53BBA1FB03}"/>
              </a:ext>
            </a:extLst>
          </p:cNvPr>
          <p:cNvSpPr txBox="1">
            <a:spLocks/>
          </p:cNvSpPr>
          <p:nvPr/>
        </p:nvSpPr>
        <p:spPr>
          <a:xfrm>
            <a:off x="1524000" y="2235200"/>
            <a:ext cx="9144000" cy="2387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Arial" panose="020B0604020202020204" pitchFamily="34" charset="0"/>
              </a:defRPr>
            </a:lvl1pPr>
          </a:lstStyle>
          <a:p>
            <a:pPr algn="ctr"/>
            <a:endParaRPr lang="en-US" dirty="0">
              <a:solidFill>
                <a:schemeClr val="bg1"/>
              </a:solidFill>
              <a:latin typeface="Avenir Next LT Pro" panose="020B0504020202020204" pitchFamily="34" charset="0"/>
            </a:endParaRPr>
          </a:p>
        </p:txBody>
      </p:sp>
    </p:spTree>
    <p:extLst>
      <p:ext uri="{BB962C8B-B14F-4D97-AF65-F5344CB8AC3E}">
        <p14:creationId xmlns:p14="http://schemas.microsoft.com/office/powerpoint/2010/main" val="2339708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10;&#10;AI-generated content may be incorrect.">
            <a:extLst>
              <a:ext uri="{FF2B5EF4-FFF2-40B4-BE49-F238E27FC236}">
                <a16:creationId xmlns:a16="http://schemas.microsoft.com/office/drawing/2014/main" id="{20BF85B4-434E-A3B2-63E6-8ABA1F57D0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553" y="3428998"/>
            <a:ext cx="5479279" cy="3287567"/>
          </a:xfrm>
          <a:prstGeom prst="rect">
            <a:avLst/>
          </a:prstGeom>
        </p:spPr>
      </p:pic>
      <p:pic>
        <p:nvPicPr>
          <p:cNvPr id="5" name="Picture 4" descr="A screen shot of a computer&#10;&#10;AI-generated content may be incorrect.">
            <a:extLst>
              <a:ext uri="{FF2B5EF4-FFF2-40B4-BE49-F238E27FC236}">
                <a16:creationId xmlns:a16="http://schemas.microsoft.com/office/drawing/2014/main" id="{F4DB5F14-B40E-6639-0344-43D93614B4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5717" y="3428999"/>
            <a:ext cx="5479279" cy="3287567"/>
          </a:xfrm>
          <a:prstGeom prst="rect">
            <a:avLst/>
          </a:prstGeom>
        </p:spPr>
      </p:pic>
      <p:pic>
        <p:nvPicPr>
          <p:cNvPr id="7" name="Picture 6" descr="A screen shot of a computer&#10;&#10;AI-generated content may be incorrect.">
            <a:extLst>
              <a:ext uri="{FF2B5EF4-FFF2-40B4-BE49-F238E27FC236}">
                <a16:creationId xmlns:a16="http://schemas.microsoft.com/office/drawing/2014/main" id="{EBD0D14B-4391-ADFB-4053-2324313014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6077" y="0"/>
            <a:ext cx="5479279" cy="3287567"/>
          </a:xfrm>
          <a:prstGeom prst="rect">
            <a:avLst/>
          </a:prstGeom>
        </p:spPr>
      </p:pic>
      <p:sp>
        <p:nvSpPr>
          <p:cNvPr id="9" name="TextBox 8">
            <a:extLst>
              <a:ext uri="{FF2B5EF4-FFF2-40B4-BE49-F238E27FC236}">
                <a16:creationId xmlns:a16="http://schemas.microsoft.com/office/drawing/2014/main" id="{DC272C3B-62E6-8B91-137D-E7CD3D62D969}"/>
              </a:ext>
            </a:extLst>
          </p:cNvPr>
          <p:cNvSpPr txBox="1"/>
          <p:nvPr/>
        </p:nvSpPr>
        <p:spPr>
          <a:xfrm>
            <a:off x="130553" y="3059666"/>
            <a:ext cx="820061" cy="369332"/>
          </a:xfrm>
          <a:prstGeom prst="rect">
            <a:avLst/>
          </a:prstGeom>
          <a:noFill/>
        </p:spPr>
        <p:txBody>
          <a:bodyPr wrap="square" rtlCol="0">
            <a:spAutoFit/>
          </a:bodyPr>
          <a:lstStyle/>
          <a:p>
            <a:r>
              <a:rPr lang="en-US" dirty="0"/>
              <a:t>1 filter</a:t>
            </a:r>
            <a:endParaRPr lang="en-NL" dirty="0"/>
          </a:p>
        </p:txBody>
      </p:sp>
      <p:sp>
        <p:nvSpPr>
          <p:cNvPr id="10" name="TextBox 9">
            <a:extLst>
              <a:ext uri="{FF2B5EF4-FFF2-40B4-BE49-F238E27FC236}">
                <a16:creationId xmlns:a16="http://schemas.microsoft.com/office/drawing/2014/main" id="{E8EFECE3-7EF4-224D-A0BC-B88829F94736}"/>
              </a:ext>
            </a:extLst>
          </p:cNvPr>
          <p:cNvSpPr txBox="1"/>
          <p:nvPr/>
        </p:nvSpPr>
        <p:spPr>
          <a:xfrm>
            <a:off x="8655356" y="141434"/>
            <a:ext cx="2290284" cy="369332"/>
          </a:xfrm>
          <a:prstGeom prst="rect">
            <a:avLst/>
          </a:prstGeom>
          <a:noFill/>
        </p:spPr>
        <p:txBody>
          <a:bodyPr wrap="square" rtlCol="0">
            <a:spAutoFit/>
          </a:bodyPr>
          <a:lstStyle/>
          <a:p>
            <a:r>
              <a:rPr lang="en-US" dirty="0"/>
              <a:t>No filter, low intensity</a:t>
            </a:r>
            <a:endParaRPr lang="en-NL" dirty="0"/>
          </a:p>
        </p:txBody>
      </p:sp>
      <p:sp>
        <p:nvSpPr>
          <p:cNvPr id="11" name="TextBox 10">
            <a:extLst>
              <a:ext uri="{FF2B5EF4-FFF2-40B4-BE49-F238E27FC236}">
                <a16:creationId xmlns:a16="http://schemas.microsoft.com/office/drawing/2014/main" id="{903A1580-B7FB-5EC9-F9E8-3A351A8AE393}"/>
              </a:ext>
            </a:extLst>
          </p:cNvPr>
          <p:cNvSpPr txBox="1"/>
          <p:nvPr/>
        </p:nvSpPr>
        <p:spPr>
          <a:xfrm>
            <a:off x="10474271" y="3059666"/>
            <a:ext cx="942738" cy="369332"/>
          </a:xfrm>
          <a:prstGeom prst="rect">
            <a:avLst/>
          </a:prstGeom>
          <a:noFill/>
        </p:spPr>
        <p:txBody>
          <a:bodyPr wrap="square" rtlCol="0">
            <a:spAutoFit/>
          </a:bodyPr>
          <a:lstStyle/>
          <a:p>
            <a:r>
              <a:rPr lang="en-US" dirty="0"/>
              <a:t>2 filters</a:t>
            </a:r>
            <a:endParaRPr lang="en-NL" dirty="0"/>
          </a:p>
        </p:txBody>
      </p:sp>
    </p:spTree>
    <p:extLst>
      <p:ext uri="{BB962C8B-B14F-4D97-AF65-F5344CB8AC3E}">
        <p14:creationId xmlns:p14="http://schemas.microsoft.com/office/powerpoint/2010/main" val="4267404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63027-CE00-BE54-CE2E-EE412F98F0A0}"/>
              </a:ext>
            </a:extLst>
          </p:cNvPr>
          <p:cNvSpPr>
            <a:spLocks noGrp="1"/>
          </p:cNvSpPr>
          <p:nvPr>
            <p:ph type="title"/>
          </p:nvPr>
        </p:nvSpPr>
        <p:spPr/>
        <p:txBody>
          <a:bodyPr/>
          <a:lstStyle/>
          <a:p>
            <a:pPr algn="ctr"/>
            <a:r>
              <a:rPr lang="en-US" dirty="0"/>
              <a:t>Conclusion</a:t>
            </a:r>
            <a:endParaRPr lang="en-NL" dirty="0"/>
          </a:p>
        </p:txBody>
      </p:sp>
      <p:sp>
        <p:nvSpPr>
          <p:cNvPr id="3" name="Text Placeholder 2">
            <a:extLst>
              <a:ext uri="{FF2B5EF4-FFF2-40B4-BE49-F238E27FC236}">
                <a16:creationId xmlns:a16="http://schemas.microsoft.com/office/drawing/2014/main" id="{30746F07-1E45-E536-C87F-FF10613D6F68}"/>
              </a:ext>
            </a:extLst>
          </p:cNvPr>
          <p:cNvSpPr>
            <a:spLocks noGrp="1"/>
          </p:cNvSpPr>
          <p:nvPr>
            <p:ph type="body" sz="quarter" idx="10"/>
          </p:nvPr>
        </p:nvSpPr>
        <p:spPr/>
        <p:txBody>
          <a:bodyPr/>
          <a:lstStyle/>
          <a:p>
            <a:pPr marL="457200" indent="-457200">
              <a:buFont typeface="Arial" panose="020B0604020202020204" pitchFamily="34" charset="0"/>
              <a:buChar char="•"/>
            </a:pPr>
            <a:r>
              <a:rPr lang="en-US" dirty="0"/>
              <a:t>CW-ODMR detector works as intended</a:t>
            </a:r>
          </a:p>
          <a:p>
            <a:pPr marL="457200" indent="-457200">
              <a:buFont typeface="Arial" panose="020B0604020202020204" pitchFamily="34" charset="0"/>
              <a:buChar char="•"/>
            </a:pPr>
            <a:r>
              <a:rPr lang="en-US" dirty="0"/>
              <a:t>Bandwidth is insufficient for Rabi oscillations</a:t>
            </a:r>
          </a:p>
          <a:p>
            <a:pPr marL="457200" indent="-457200">
              <a:buFont typeface="Arial" panose="020B0604020202020204" pitchFamily="34" charset="0"/>
              <a:buChar char="•"/>
            </a:pPr>
            <a:r>
              <a:rPr lang="en-US" dirty="0"/>
              <a:t>Setup needs good filtering</a:t>
            </a:r>
            <a:endParaRPr lang="en-NL" dirty="0"/>
          </a:p>
        </p:txBody>
      </p:sp>
    </p:spTree>
    <p:extLst>
      <p:ext uri="{BB962C8B-B14F-4D97-AF65-F5344CB8AC3E}">
        <p14:creationId xmlns:p14="http://schemas.microsoft.com/office/powerpoint/2010/main" val="3061526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084D7B8-3ED4-5E7E-CD08-46C0C1E1B3F3}"/>
              </a:ext>
            </a:extLst>
          </p:cNvPr>
          <p:cNvSpPr>
            <a:spLocks noGrp="1"/>
          </p:cNvSpPr>
          <p:nvPr>
            <p:ph type="title"/>
          </p:nvPr>
        </p:nvSpPr>
        <p:spPr>
          <a:xfrm>
            <a:off x="540000" y="504000"/>
            <a:ext cx="11102400" cy="1435507"/>
          </a:xfrm>
        </p:spPr>
        <p:txBody>
          <a:bodyPr/>
          <a:lstStyle/>
          <a:p>
            <a:pPr algn="ctr"/>
            <a:r>
              <a:rPr lang="en-US" dirty="0"/>
              <a:t>Recommendations</a:t>
            </a:r>
          </a:p>
        </p:txBody>
      </p:sp>
      <p:sp>
        <p:nvSpPr>
          <p:cNvPr id="11" name="Text Placeholder 2">
            <a:extLst>
              <a:ext uri="{FF2B5EF4-FFF2-40B4-BE49-F238E27FC236}">
                <a16:creationId xmlns:a16="http://schemas.microsoft.com/office/drawing/2014/main" id="{2895A74C-9E60-7E2A-0CB6-EFF35830AA08}"/>
              </a:ext>
            </a:extLst>
          </p:cNvPr>
          <p:cNvSpPr>
            <a:spLocks noGrp="1"/>
          </p:cNvSpPr>
          <p:nvPr>
            <p:ph type="body" sz="quarter" idx="10"/>
          </p:nvPr>
        </p:nvSpPr>
        <p:spPr>
          <a:xfrm>
            <a:off x="540000" y="2520000"/>
            <a:ext cx="11080800" cy="3063600"/>
          </a:xfrm>
        </p:spPr>
        <p:txBody>
          <a:bodyPr/>
          <a:lstStyle/>
          <a:p>
            <a:pPr marL="457200" indent="-457200">
              <a:buFont typeface="Arial" panose="020B0604020202020204" pitchFamily="34" charset="0"/>
              <a:buChar char="•"/>
            </a:pPr>
            <a:r>
              <a:rPr lang="en-US" dirty="0"/>
              <a:t>Consider replacing diode</a:t>
            </a:r>
          </a:p>
          <a:p>
            <a:pPr marL="457200" indent="-457200">
              <a:buFont typeface="Arial" panose="020B0604020202020204" pitchFamily="34" charset="0"/>
              <a:buChar char="•"/>
            </a:pPr>
            <a:r>
              <a:rPr lang="en-US" dirty="0"/>
              <a:t>Increase bandwidth to detect Rabi oscillations</a:t>
            </a:r>
          </a:p>
          <a:p>
            <a:pPr marL="457200" indent="-457200">
              <a:buFont typeface="Arial" panose="020B0604020202020204" pitchFamily="34" charset="0"/>
              <a:buChar char="•"/>
            </a:pPr>
            <a:r>
              <a:rPr lang="en-US" dirty="0"/>
              <a:t>Filter out the laser better</a:t>
            </a:r>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1215134750"/>
      </p:ext>
    </p:extLst>
  </p:cSld>
  <p:clrMapOvr>
    <a:masterClrMapping/>
  </p:clrMapOvr>
</p:sld>
</file>

<file path=ppt/theme/theme1.xml><?xml version="1.0" encoding="utf-8"?>
<a:theme xmlns:a="http://schemas.openxmlformats.org/drawingml/2006/main" name="Kleur.Saxion_Template_INT_16-9">
  <a:themeElements>
    <a:clrScheme name="Aangepast 1">
      <a:dk1>
        <a:sysClr val="windowText" lastClr="000000"/>
      </a:dk1>
      <a:lt1>
        <a:sysClr val="window" lastClr="FFFFFF"/>
      </a:lt1>
      <a:dk2>
        <a:srgbClr val="44546A"/>
      </a:dk2>
      <a:lt2>
        <a:srgbClr val="E7E6E6"/>
      </a:lt2>
      <a:accent1>
        <a:srgbClr val="009C82"/>
      </a:accent1>
      <a:accent2>
        <a:srgbClr val="CE154F"/>
      </a:accent2>
      <a:accent3>
        <a:srgbClr val="BABABA"/>
      </a:accent3>
      <a:accent4>
        <a:srgbClr val="0090B3"/>
      </a:accent4>
      <a:accent5>
        <a:srgbClr val="66C4B4"/>
      </a:accent5>
      <a:accent6>
        <a:srgbClr val="33B09B"/>
      </a:accent6>
      <a:hlink>
        <a:srgbClr val="009C82"/>
      </a:hlink>
      <a:folHlink>
        <a:srgbClr val="009C8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_FinalPresentation.potx" id="{60318440-E8CF-432E-BACE-925EB37B6200}" vid="{A4E98920-4576-4F28-BA0E-1A006DACA787}"/>
    </a:ext>
  </a:extLst>
</a:theme>
</file>

<file path=ppt/theme/theme2.xml><?xml version="1.0" encoding="utf-8"?>
<a:theme xmlns:a="http://schemas.openxmlformats.org/drawingml/2006/main" name="1_Kleur.Saxion_Template_INT_16-9">
  <a:themeElements>
    <a:clrScheme name="Aangepast 1">
      <a:dk1>
        <a:sysClr val="windowText" lastClr="000000"/>
      </a:dk1>
      <a:lt1>
        <a:sysClr val="window" lastClr="FFFFFF"/>
      </a:lt1>
      <a:dk2>
        <a:srgbClr val="44546A"/>
      </a:dk2>
      <a:lt2>
        <a:srgbClr val="E7E6E6"/>
      </a:lt2>
      <a:accent1>
        <a:srgbClr val="009C82"/>
      </a:accent1>
      <a:accent2>
        <a:srgbClr val="CE154F"/>
      </a:accent2>
      <a:accent3>
        <a:srgbClr val="BABABA"/>
      </a:accent3>
      <a:accent4>
        <a:srgbClr val="0090B3"/>
      </a:accent4>
      <a:accent5>
        <a:srgbClr val="66C4B4"/>
      </a:accent5>
      <a:accent6>
        <a:srgbClr val="33B09B"/>
      </a:accent6>
      <a:hlink>
        <a:srgbClr val="009C82"/>
      </a:hlink>
      <a:folHlink>
        <a:srgbClr val="009C82"/>
      </a:folHlink>
    </a:clrScheme>
    <a:fontScheme name="Custom 2">
      <a:majorFont>
        <a:latin typeface="Arial"/>
        <a:ea typeface=""/>
        <a:cs typeface=""/>
      </a:majorFont>
      <a:minorFont>
        <a:latin typeface="Arial"/>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_FinalPresentation.potx" id="{60318440-E8CF-432E-BACE-925EB37B6200}" vid="{7989E8EF-9E7B-44DC-BCBB-A2E6569D1671}"/>
    </a:ext>
  </a:extLst>
</a:theme>
</file>

<file path=ppt/theme/theme3.xml><?xml version="1.0" encoding="utf-8"?>
<a:theme xmlns:a="http://schemas.openxmlformats.org/drawingml/2006/main" name="Kleur.Saxion_Template_NL_16-9">
  <a:themeElements>
    <a:clrScheme name="Aangepast 1">
      <a:dk1>
        <a:sysClr val="windowText" lastClr="000000"/>
      </a:dk1>
      <a:lt1>
        <a:sysClr val="window" lastClr="FFFFFF"/>
      </a:lt1>
      <a:dk2>
        <a:srgbClr val="44546A"/>
      </a:dk2>
      <a:lt2>
        <a:srgbClr val="E7E6E6"/>
      </a:lt2>
      <a:accent1>
        <a:srgbClr val="009C82"/>
      </a:accent1>
      <a:accent2>
        <a:srgbClr val="CE154F"/>
      </a:accent2>
      <a:accent3>
        <a:srgbClr val="BABABA"/>
      </a:accent3>
      <a:accent4>
        <a:srgbClr val="0090B3"/>
      </a:accent4>
      <a:accent5>
        <a:srgbClr val="66C4B4"/>
      </a:accent5>
      <a:accent6>
        <a:srgbClr val="33B09B"/>
      </a:accent6>
      <a:hlink>
        <a:srgbClr val="009C82"/>
      </a:hlink>
      <a:folHlink>
        <a:srgbClr val="009C8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_FinalPresentation.potx" id="{60318440-E8CF-432E-BACE-925EB37B6200}" vid="{3FBAD2B4-0C63-4149-AD59-92CBFDF49AE1}"/>
    </a:ext>
  </a:extLst>
</a:theme>
</file>

<file path=ppt/theme/theme4.xml><?xml version="1.0" encoding="utf-8"?>
<a:theme xmlns:a="http://schemas.openxmlformats.org/drawingml/2006/main" name="Saxion_16-9-NL">
  <a:themeElements>
    <a:clrScheme name="Saxion">
      <a:dk1>
        <a:sysClr val="windowText" lastClr="000000"/>
      </a:dk1>
      <a:lt1>
        <a:sysClr val="window" lastClr="FFFFFF"/>
      </a:lt1>
      <a:dk2>
        <a:srgbClr val="009C82"/>
      </a:dk2>
      <a:lt2>
        <a:srgbClr val="F2F2F2"/>
      </a:lt2>
      <a:accent1>
        <a:srgbClr val="009C82"/>
      </a:accent1>
      <a:accent2>
        <a:srgbClr val="C6C5BF"/>
      </a:accent2>
      <a:accent3>
        <a:srgbClr val="85CEE4"/>
      </a:accent3>
      <a:accent4>
        <a:srgbClr val="009C82"/>
      </a:accent4>
      <a:accent5>
        <a:srgbClr val="C6C5BF"/>
      </a:accent5>
      <a:accent6>
        <a:srgbClr val="85CEE4"/>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_FinalPresentation.potx" id="{60318440-E8CF-432E-BACE-925EB37B6200}" vid="{DAD69A8D-80F5-4F36-9AE4-BAC031E73EBD}"/>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_FinalPresentation</Template>
  <TotalTime>1148</TotalTime>
  <Words>487</Words>
  <Application>Microsoft Office PowerPoint</Application>
  <PresentationFormat>Widescreen</PresentationFormat>
  <Paragraphs>115</Paragraphs>
  <Slides>23</Slides>
  <Notes>11</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23</vt:i4>
      </vt:variant>
    </vt:vector>
  </HeadingPairs>
  <TitlesOfParts>
    <vt:vector size="34" baseType="lpstr">
      <vt:lpstr>Aptos</vt:lpstr>
      <vt:lpstr>Arial</vt:lpstr>
      <vt:lpstr>Arial Black</vt:lpstr>
      <vt:lpstr>Avenir Next LT Pro</vt:lpstr>
      <vt:lpstr>Calibri</vt:lpstr>
      <vt:lpstr>Lucida Sans</vt:lpstr>
      <vt:lpstr>Lucida Sans Unicode</vt:lpstr>
      <vt:lpstr>Kleur.Saxion_Template_INT_16-9</vt:lpstr>
      <vt:lpstr>1_Kleur.Saxion_Template_INT_16-9</vt:lpstr>
      <vt:lpstr>Kleur.Saxion_Template_NL_16-9</vt:lpstr>
      <vt:lpstr>Saxion_16-9-NL</vt:lpstr>
      <vt:lpstr>Enabling photodetection for quantum sensing</vt:lpstr>
      <vt:lpstr>Agenda</vt:lpstr>
      <vt:lpstr>Nitrogen Vacancy (NV) centers</vt:lpstr>
      <vt:lpstr>Quantum protocols</vt:lpstr>
      <vt:lpstr>Quantum sensing setup</vt:lpstr>
      <vt:lpstr>Methodology</vt:lpstr>
      <vt:lpstr>PowerPoint Presentation</vt:lpstr>
      <vt:lpstr>Transimpedance Amplifier (TIA)</vt:lpstr>
      <vt:lpstr>Photodiode biasing</vt:lpstr>
      <vt:lpstr>Post amplification</vt:lpstr>
      <vt:lpstr>TIA bandwidth increase</vt:lpstr>
      <vt:lpstr>PowerPoint Presentation</vt:lpstr>
      <vt:lpstr>CW-ODMR TIA</vt:lpstr>
      <vt:lpstr>T1 TIA</vt:lpstr>
      <vt:lpstr>CW-ODMR detector</vt:lpstr>
      <vt:lpstr>T1 detector</vt:lpstr>
      <vt:lpstr>Comparison</vt:lpstr>
      <vt:lpstr>Integration test</vt:lpstr>
      <vt:lpstr>PowerPoint Presentation</vt:lpstr>
      <vt:lpstr>Filtering test</vt:lpstr>
      <vt:lpstr>PowerPoint Presentation</vt:lpstr>
      <vt:lpstr>Conclusion</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Vladislav Serafimov</dc:creator>
  <cp:lastModifiedBy>Vladislav Serafimov</cp:lastModifiedBy>
  <cp:revision>78</cp:revision>
  <dcterms:created xsi:type="dcterms:W3CDTF">2025-12-31T07:30:58Z</dcterms:created>
  <dcterms:modified xsi:type="dcterms:W3CDTF">2026-01-15T13:13:49Z</dcterms:modified>
</cp:coreProperties>
</file>
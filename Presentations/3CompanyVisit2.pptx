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 id="2147483738" r:id="rId2"/>
    <p:sldMasterId id="2147483702" r:id="rId3"/>
    <p:sldMasterId id="2147483714" r:id="rId4"/>
  </p:sldMasterIdLst>
  <p:notesMasterIdLst>
    <p:notesMasterId r:id="rId16"/>
  </p:notesMasterIdLst>
  <p:handoutMasterIdLst>
    <p:handoutMasterId r:id="rId17"/>
  </p:handoutMasterIdLst>
  <p:sldIdLst>
    <p:sldId id="256" r:id="rId5"/>
    <p:sldId id="259" r:id="rId6"/>
    <p:sldId id="283" r:id="rId7"/>
    <p:sldId id="265" r:id="rId8"/>
    <p:sldId id="319" r:id="rId9"/>
    <p:sldId id="301" r:id="rId10"/>
    <p:sldId id="320" r:id="rId11"/>
    <p:sldId id="321" r:id="rId12"/>
    <p:sldId id="323" r:id="rId13"/>
    <p:sldId id="322" r:id="rId14"/>
    <p:sldId id="32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C87"/>
    <a:srgbClr val="44546A"/>
    <a:srgbClr val="CFD1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2" d="100"/>
          <a:sy n="112" d="100"/>
        </p:scale>
        <p:origin x="552" y="96"/>
      </p:cViewPr>
      <p:guideLst/>
    </p:cSldViewPr>
  </p:slideViewPr>
  <p:notesTextViewPr>
    <p:cViewPr>
      <p:scale>
        <a:sx n="1" d="1"/>
        <a:sy n="1" d="1"/>
      </p:scale>
      <p:origin x="0" y="0"/>
    </p:cViewPr>
  </p:notesTextViewPr>
  <p:notesViewPr>
    <p:cSldViewPr snapToGrid="0">
      <p:cViewPr varScale="1">
        <p:scale>
          <a:sx n="85" d="100"/>
          <a:sy n="85" d="100"/>
        </p:scale>
        <p:origin x="388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F0945D-229F-41A6-BB87-E10E2848502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816302E-D656-4F31-A815-FF0FE3AE015C}">
      <dgm:prSet/>
      <dgm:spPr/>
      <dgm:t>
        <a:bodyPr/>
        <a:lstStyle/>
        <a:p>
          <a:r>
            <a:rPr lang="en-US"/>
            <a:t>Background</a:t>
          </a:r>
        </a:p>
      </dgm:t>
    </dgm:pt>
    <dgm:pt modelId="{7B101A88-274C-4E23-833B-4DB71197F223}" type="parTrans" cxnId="{DF97190C-56D3-4FFF-AE97-35B15C00FC35}">
      <dgm:prSet/>
      <dgm:spPr/>
      <dgm:t>
        <a:bodyPr/>
        <a:lstStyle/>
        <a:p>
          <a:endParaRPr lang="en-US"/>
        </a:p>
      </dgm:t>
    </dgm:pt>
    <dgm:pt modelId="{03BE203D-97A6-4AD7-9F4C-EE043B0BBB96}" type="sibTrans" cxnId="{DF97190C-56D3-4FFF-AE97-35B15C00FC35}">
      <dgm:prSet/>
      <dgm:spPr/>
      <dgm:t>
        <a:bodyPr/>
        <a:lstStyle/>
        <a:p>
          <a:endParaRPr lang="en-US"/>
        </a:p>
      </dgm:t>
    </dgm:pt>
    <dgm:pt modelId="{BEB610C5-4044-4837-9B4C-AD3072E5090A}">
      <dgm:prSet/>
      <dgm:spPr/>
      <dgm:t>
        <a:bodyPr/>
        <a:lstStyle/>
        <a:p>
          <a:r>
            <a:rPr lang="en-US"/>
            <a:t>Methodology and planning</a:t>
          </a:r>
        </a:p>
      </dgm:t>
    </dgm:pt>
    <dgm:pt modelId="{CC3F4228-2709-4473-B7BD-C620B7BFF7C2}" type="parTrans" cxnId="{782E8CDF-B844-4441-9971-3501A17FB45B}">
      <dgm:prSet/>
      <dgm:spPr/>
      <dgm:t>
        <a:bodyPr/>
        <a:lstStyle/>
        <a:p>
          <a:endParaRPr lang="en-US"/>
        </a:p>
      </dgm:t>
    </dgm:pt>
    <dgm:pt modelId="{60D7A5F5-555B-488A-ABF7-18B81F571CA6}" type="sibTrans" cxnId="{782E8CDF-B844-4441-9971-3501A17FB45B}">
      <dgm:prSet/>
      <dgm:spPr/>
      <dgm:t>
        <a:bodyPr/>
        <a:lstStyle/>
        <a:p>
          <a:endParaRPr lang="en-US"/>
        </a:p>
      </dgm:t>
    </dgm:pt>
    <dgm:pt modelId="{495252B8-DC1E-42AE-80C9-AC4BD845BE90}">
      <dgm:prSet/>
      <dgm:spPr/>
      <dgm:t>
        <a:bodyPr/>
        <a:lstStyle/>
        <a:p>
          <a:r>
            <a:rPr lang="en-US"/>
            <a:t>Assignment</a:t>
          </a:r>
        </a:p>
      </dgm:t>
    </dgm:pt>
    <dgm:pt modelId="{564A1B85-BCDE-4726-9E4D-DF0FCBFB82B1}" type="parTrans" cxnId="{0ED3A693-F7B2-4E5A-9536-354B8F49EFD1}">
      <dgm:prSet/>
      <dgm:spPr/>
      <dgm:t>
        <a:bodyPr/>
        <a:lstStyle/>
        <a:p>
          <a:endParaRPr lang="en-US"/>
        </a:p>
      </dgm:t>
    </dgm:pt>
    <dgm:pt modelId="{E2911615-94F7-4FF3-A761-4AB78A079EE4}" type="sibTrans" cxnId="{0ED3A693-F7B2-4E5A-9536-354B8F49EFD1}">
      <dgm:prSet/>
      <dgm:spPr/>
      <dgm:t>
        <a:bodyPr/>
        <a:lstStyle/>
        <a:p>
          <a:endParaRPr lang="en-US"/>
        </a:p>
      </dgm:t>
    </dgm:pt>
    <dgm:pt modelId="{715693FC-E9E1-440D-91DE-1C1A20ACDECD}">
      <dgm:prSet/>
      <dgm:spPr/>
      <dgm:t>
        <a:bodyPr/>
        <a:lstStyle/>
        <a:p>
          <a:r>
            <a:rPr lang="en-US"/>
            <a:t>Implementation</a:t>
          </a:r>
        </a:p>
      </dgm:t>
    </dgm:pt>
    <dgm:pt modelId="{16055FF9-60DF-4346-852E-35B30A4F8010}" type="parTrans" cxnId="{06ED8D3C-C696-43A3-9869-C847E3E70187}">
      <dgm:prSet/>
      <dgm:spPr/>
      <dgm:t>
        <a:bodyPr/>
        <a:lstStyle/>
        <a:p>
          <a:endParaRPr lang="en-US"/>
        </a:p>
      </dgm:t>
    </dgm:pt>
    <dgm:pt modelId="{C2963781-6822-4B6E-B183-AC3AA9D01AA5}" type="sibTrans" cxnId="{06ED8D3C-C696-43A3-9869-C847E3E70187}">
      <dgm:prSet/>
      <dgm:spPr/>
      <dgm:t>
        <a:bodyPr/>
        <a:lstStyle/>
        <a:p>
          <a:endParaRPr lang="en-US"/>
        </a:p>
      </dgm:t>
    </dgm:pt>
    <dgm:pt modelId="{AD9C8E28-574D-4701-B2ED-93D1A61BA259}">
      <dgm:prSet/>
      <dgm:spPr/>
      <dgm:t>
        <a:bodyPr/>
        <a:lstStyle/>
        <a:p>
          <a:r>
            <a:rPr lang="en-US"/>
            <a:t>Test setup and performance metrics</a:t>
          </a:r>
        </a:p>
      </dgm:t>
    </dgm:pt>
    <dgm:pt modelId="{35861707-A4A5-4858-8322-B159BDC2D2F1}" type="parTrans" cxnId="{4016D1B5-5874-4246-9CD7-6423D18ED039}">
      <dgm:prSet/>
      <dgm:spPr/>
      <dgm:t>
        <a:bodyPr/>
        <a:lstStyle/>
        <a:p>
          <a:endParaRPr lang="en-US"/>
        </a:p>
      </dgm:t>
    </dgm:pt>
    <dgm:pt modelId="{E8B7145D-CD03-4EF7-AB87-A77162FD1A06}" type="sibTrans" cxnId="{4016D1B5-5874-4246-9CD7-6423D18ED039}">
      <dgm:prSet/>
      <dgm:spPr/>
      <dgm:t>
        <a:bodyPr/>
        <a:lstStyle/>
        <a:p>
          <a:endParaRPr lang="en-US"/>
        </a:p>
      </dgm:t>
    </dgm:pt>
    <dgm:pt modelId="{7596B02C-DF06-4235-B6BB-97F7F31B4E0D}">
      <dgm:prSet/>
      <dgm:spPr/>
      <dgm:t>
        <a:bodyPr/>
        <a:lstStyle/>
        <a:p>
          <a:r>
            <a:rPr lang="en-US"/>
            <a:t>Results</a:t>
          </a:r>
        </a:p>
      </dgm:t>
    </dgm:pt>
    <dgm:pt modelId="{766F9C71-DBB6-40A6-865E-D797F4496285}" type="parTrans" cxnId="{373D7CAD-A30B-4B1A-A315-0CA1A5DA7716}">
      <dgm:prSet/>
      <dgm:spPr/>
      <dgm:t>
        <a:bodyPr/>
        <a:lstStyle/>
        <a:p>
          <a:endParaRPr lang="en-US"/>
        </a:p>
      </dgm:t>
    </dgm:pt>
    <dgm:pt modelId="{61D7F23C-2CE1-4737-9F58-346FEA6FBC40}" type="sibTrans" cxnId="{373D7CAD-A30B-4B1A-A315-0CA1A5DA7716}">
      <dgm:prSet/>
      <dgm:spPr/>
      <dgm:t>
        <a:bodyPr/>
        <a:lstStyle/>
        <a:p>
          <a:endParaRPr lang="en-US"/>
        </a:p>
      </dgm:t>
    </dgm:pt>
    <dgm:pt modelId="{6D162442-4500-4A68-BD21-9E2624FB0F72}">
      <dgm:prSet/>
      <dgm:spPr/>
      <dgm:t>
        <a:bodyPr/>
        <a:lstStyle/>
        <a:p>
          <a:r>
            <a:rPr lang="en-US"/>
            <a:t>Conclusion</a:t>
          </a:r>
        </a:p>
      </dgm:t>
    </dgm:pt>
    <dgm:pt modelId="{DE3E9000-7115-4FBC-950C-DB29A4533ADA}" type="parTrans" cxnId="{EB768BFF-41BA-4757-A33A-7B9097F9DEA2}">
      <dgm:prSet/>
      <dgm:spPr/>
      <dgm:t>
        <a:bodyPr/>
        <a:lstStyle/>
        <a:p>
          <a:endParaRPr lang="en-US"/>
        </a:p>
      </dgm:t>
    </dgm:pt>
    <dgm:pt modelId="{5F9582DB-91AB-46BE-B484-22AD78823B33}" type="sibTrans" cxnId="{EB768BFF-41BA-4757-A33A-7B9097F9DEA2}">
      <dgm:prSet/>
      <dgm:spPr/>
      <dgm:t>
        <a:bodyPr/>
        <a:lstStyle/>
        <a:p>
          <a:endParaRPr lang="en-US"/>
        </a:p>
      </dgm:t>
    </dgm:pt>
    <dgm:pt modelId="{931E73DC-EC1D-4C2A-ADF7-FC7600C48F5E}">
      <dgm:prSet/>
      <dgm:spPr/>
      <dgm:t>
        <a:bodyPr/>
        <a:lstStyle/>
        <a:p>
          <a:r>
            <a:rPr lang="en-US"/>
            <a:t>Demo</a:t>
          </a:r>
        </a:p>
      </dgm:t>
    </dgm:pt>
    <dgm:pt modelId="{762FFCBA-BE6F-43EC-BF6F-5AF8E13CF0DF}" type="parTrans" cxnId="{83A6AB8C-BE89-4C7E-B568-2CDE7E5D5BF7}">
      <dgm:prSet/>
      <dgm:spPr/>
      <dgm:t>
        <a:bodyPr/>
        <a:lstStyle/>
        <a:p>
          <a:endParaRPr lang="en-US"/>
        </a:p>
      </dgm:t>
    </dgm:pt>
    <dgm:pt modelId="{06AFF63C-A84B-413C-B8EB-EDBF46B500E2}" type="sibTrans" cxnId="{83A6AB8C-BE89-4C7E-B568-2CDE7E5D5BF7}">
      <dgm:prSet/>
      <dgm:spPr/>
      <dgm:t>
        <a:bodyPr/>
        <a:lstStyle/>
        <a:p>
          <a:endParaRPr lang="en-US"/>
        </a:p>
      </dgm:t>
    </dgm:pt>
    <dgm:pt modelId="{DA4EC384-806C-4188-88A2-38DAFAE6B512}" type="pres">
      <dgm:prSet presAssocID="{B7F0945D-229F-41A6-BB87-E10E2848502A}" presName="linear" presStyleCnt="0">
        <dgm:presLayoutVars>
          <dgm:animLvl val="lvl"/>
          <dgm:resizeHandles val="exact"/>
        </dgm:presLayoutVars>
      </dgm:prSet>
      <dgm:spPr/>
    </dgm:pt>
    <dgm:pt modelId="{3EC3E200-6874-41C5-999C-CE9E7123665B}" type="pres">
      <dgm:prSet presAssocID="{5816302E-D656-4F31-A815-FF0FE3AE015C}" presName="parentText" presStyleLbl="node1" presStyleIdx="0" presStyleCnt="8">
        <dgm:presLayoutVars>
          <dgm:chMax val="0"/>
          <dgm:bulletEnabled val="1"/>
        </dgm:presLayoutVars>
      </dgm:prSet>
      <dgm:spPr/>
    </dgm:pt>
    <dgm:pt modelId="{1E8170A8-C984-426E-ABF0-284740E79D17}" type="pres">
      <dgm:prSet presAssocID="{03BE203D-97A6-4AD7-9F4C-EE043B0BBB96}" presName="spacer" presStyleCnt="0"/>
      <dgm:spPr/>
    </dgm:pt>
    <dgm:pt modelId="{C8322A60-CED3-43CD-AF91-881F3846D0A9}" type="pres">
      <dgm:prSet presAssocID="{BEB610C5-4044-4837-9B4C-AD3072E5090A}" presName="parentText" presStyleLbl="node1" presStyleIdx="1" presStyleCnt="8">
        <dgm:presLayoutVars>
          <dgm:chMax val="0"/>
          <dgm:bulletEnabled val="1"/>
        </dgm:presLayoutVars>
      </dgm:prSet>
      <dgm:spPr/>
    </dgm:pt>
    <dgm:pt modelId="{3FA13154-42C4-4956-B322-4A00A87B78BB}" type="pres">
      <dgm:prSet presAssocID="{60D7A5F5-555B-488A-ABF7-18B81F571CA6}" presName="spacer" presStyleCnt="0"/>
      <dgm:spPr/>
    </dgm:pt>
    <dgm:pt modelId="{4A89AE51-70E1-4F0B-918E-5007F9DE6A85}" type="pres">
      <dgm:prSet presAssocID="{495252B8-DC1E-42AE-80C9-AC4BD845BE90}" presName="parentText" presStyleLbl="node1" presStyleIdx="2" presStyleCnt="8">
        <dgm:presLayoutVars>
          <dgm:chMax val="0"/>
          <dgm:bulletEnabled val="1"/>
        </dgm:presLayoutVars>
      </dgm:prSet>
      <dgm:spPr/>
    </dgm:pt>
    <dgm:pt modelId="{48D7CEEC-B6A1-446D-B5E7-E719EE264841}" type="pres">
      <dgm:prSet presAssocID="{E2911615-94F7-4FF3-A761-4AB78A079EE4}" presName="spacer" presStyleCnt="0"/>
      <dgm:spPr/>
    </dgm:pt>
    <dgm:pt modelId="{8A87B375-5BE8-477D-BD16-E336AE723609}" type="pres">
      <dgm:prSet presAssocID="{715693FC-E9E1-440D-91DE-1C1A20ACDECD}" presName="parentText" presStyleLbl="node1" presStyleIdx="3" presStyleCnt="8">
        <dgm:presLayoutVars>
          <dgm:chMax val="0"/>
          <dgm:bulletEnabled val="1"/>
        </dgm:presLayoutVars>
      </dgm:prSet>
      <dgm:spPr/>
    </dgm:pt>
    <dgm:pt modelId="{A809FA66-D519-4A11-8A1B-B5F0B79D9F85}" type="pres">
      <dgm:prSet presAssocID="{C2963781-6822-4B6E-B183-AC3AA9D01AA5}" presName="spacer" presStyleCnt="0"/>
      <dgm:spPr/>
    </dgm:pt>
    <dgm:pt modelId="{7B51132E-2B59-4F6D-A4EC-F1869634FA71}" type="pres">
      <dgm:prSet presAssocID="{AD9C8E28-574D-4701-B2ED-93D1A61BA259}" presName="parentText" presStyleLbl="node1" presStyleIdx="4" presStyleCnt="8">
        <dgm:presLayoutVars>
          <dgm:chMax val="0"/>
          <dgm:bulletEnabled val="1"/>
        </dgm:presLayoutVars>
      </dgm:prSet>
      <dgm:spPr/>
    </dgm:pt>
    <dgm:pt modelId="{44F830FD-66E2-41AA-9CA0-6B2520241117}" type="pres">
      <dgm:prSet presAssocID="{E8B7145D-CD03-4EF7-AB87-A77162FD1A06}" presName="spacer" presStyleCnt="0"/>
      <dgm:spPr/>
    </dgm:pt>
    <dgm:pt modelId="{9B841E93-6A6E-4C44-9C9F-2E9D56EDA0E5}" type="pres">
      <dgm:prSet presAssocID="{7596B02C-DF06-4235-B6BB-97F7F31B4E0D}" presName="parentText" presStyleLbl="node1" presStyleIdx="5" presStyleCnt="8">
        <dgm:presLayoutVars>
          <dgm:chMax val="0"/>
          <dgm:bulletEnabled val="1"/>
        </dgm:presLayoutVars>
      </dgm:prSet>
      <dgm:spPr/>
    </dgm:pt>
    <dgm:pt modelId="{0034C700-8B65-4F24-B2D7-DD3A8C016328}" type="pres">
      <dgm:prSet presAssocID="{61D7F23C-2CE1-4737-9F58-346FEA6FBC40}" presName="spacer" presStyleCnt="0"/>
      <dgm:spPr/>
    </dgm:pt>
    <dgm:pt modelId="{C22122D4-92DA-4925-B370-F60E20C06FEC}" type="pres">
      <dgm:prSet presAssocID="{6D162442-4500-4A68-BD21-9E2624FB0F72}" presName="parentText" presStyleLbl="node1" presStyleIdx="6" presStyleCnt="8">
        <dgm:presLayoutVars>
          <dgm:chMax val="0"/>
          <dgm:bulletEnabled val="1"/>
        </dgm:presLayoutVars>
      </dgm:prSet>
      <dgm:spPr/>
    </dgm:pt>
    <dgm:pt modelId="{8023D0F6-D0BD-4B9E-9614-7B19C67B0240}" type="pres">
      <dgm:prSet presAssocID="{5F9582DB-91AB-46BE-B484-22AD78823B33}" presName="spacer" presStyleCnt="0"/>
      <dgm:spPr/>
    </dgm:pt>
    <dgm:pt modelId="{E7AE4D92-87D7-4AEF-96C8-41CA21354883}" type="pres">
      <dgm:prSet presAssocID="{931E73DC-EC1D-4C2A-ADF7-FC7600C48F5E}" presName="parentText" presStyleLbl="node1" presStyleIdx="7" presStyleCnt="8">
        <dgm:presLayoutVars>
          <dgm:chMax val="0"/>
          <dgm:bulletEnabled val="1"/>
        </dgm:presLayoutVars>
      </dgm:prSet>
      <dgm:spPr/>
    </dgm:pt>
  </dgm:ptLst>
  <dgm:cxnLst>
    <dgm:cxn modelId="{BCB38003-9A66-4EFC-800B-5CBC6FFEEA5D}" type="presOf" srcId="{7596B02C-DF06-4235-B6BB-97F7F31B4E0D}" destId="{9B841E93-6A6E-4C44-9C9F-2E9D56EDA0E5}" srcOrd="0" destOrd="0" presId="urn:microsoft.com/office/officeart/2005/8/layout/vList2"/>
    <dgm:cxn modelId="{DF97190C-56D3-4FFF-AE97-35B15C00FC35}" srcId="{B7F0945D-229F-41A6-BB87-E10E2848502A}" destId="{5816302E-D656-4F31-A815-FF0FE3AE015C}" srcOrd="0" destOrd="0" parTransId="{7B101A88-274C-4E23-833B-4DB71197F223}" sibTransId="{03BE203D-97A6-4AD7-9F4C-EE043B0BBB96}"/>
    <dgm:cxn modelId="{06ED8D3C-C696-43A3-9869-C847E3E70187}" srcId="{B7F0945D-229F-41A6-BB87-E10E2848502A}" destId="{715693FC-E9E1-440D-91DE-1C1A20ACDECD}" srcOrd="3" destOrd="0" parTransId="{16055FF9-60DF-4346-852E-35B30A4F8010}" sibTransId="{C2963781-6822-4B6E-B183-AC3AA9D01AA5}"/>
    <dgm:cxn modelId="{4F9F5E67-C1CE-4E16-B2C0-33B5F2D76DAE}" type="presOf" srcId="{6D162442-4500-4A68-BD21-9E2624FB0F72}" destId="{C22122D4-92DA-4925-B370-F60E20C06FEC}" srcOrd="0" destOrd="0" presId="urn:microsoft.com/office/officeart/2005/8/layout/vList2"/>
    <dgm:cxn modelId="{59AEDD4C-A883-45CD-9532-8B2E9166B643}" type="presOf" srcId="{5816302E-D656-4F31-A815-FF0FE3AE015C}" destId="{3EC3E200-6874-41C5-999C-CE9E7123665B}" srcOrd="0" destOrd="0" presId="urn:microsoft.com/office/officeart/2005/8/layout/vList2"/>
    <dgm:cxn modelId="{E17FC087-F5E1-418A-9CF0-047B429416D0}" type="presOf" srcId="{931E73DC-EC1D-4C2A-ADF7-FC7600C48F5E}" destId="{E7AE4D92-87D7-4AEF-96C8-41CA21354883}" srcOrd="0" destOrd="0" presId="urn:microsoft.com/office/officeart/2005/8/layout/vList2"/>
    <dgm:cxn modelId="{83A6AB8C-BE89-4C7E-B568-2CDE7E5D5BF7}" srcId="{B7F0945D-229F-41A6-BB87-E10E2848502A}" destId="{931E73DC-EC1D-4C2A-ADF7-FC7600C48F5E}" srcOrd="7" destOrd="0" parTransId="{762FFCBA-BE6F-43EC-BF6F-5AF8E13CF0DF}" sibTransId="{06AFF63C-A84B-413C-B8EB-EDBF46B500E2}"/>
    <dgm:cxn modelId="{78DBB890-760D-477E-A909-DFD9BA783C0A}" type="presOf" srcId="{715693FC-E9E1-440D-91DE-1C1A20ACDECD}" destId="{8A87B375-5BE8-477D-BD16-E336AE723609}" srcOrd="0" destOrd="0" presId="urn:microsoft.com/office/officeart/2005/8/layout/vList2"/>
    <dgm:cxn modelId="{0ED3A693-F7B2-4E5A-9536-354B8F49EFD1}" srcId="{B7F0945D-229F-41A6-BB87-E10E2848502A}" destId="{495252B8-DC1E-42AE-80C9-AC4BD845BE90}" srcOrd="2" destOrd="0" parTransId="{564A1B85-BCDE-4726-9E4D-DF0FCBFB82B1}" sibTransId="{E2911615-94F7-4FF3-A761-4AB78A079EE4}"/>
    <dgm:cxn modelId="{B569BC95-F436-4E8E-A6C3-07EB312F6E32}" type="presOf" srcId="{B7F0945D-229F-41A6-BB87-E10E2848502A}" destId="{DA4EC384-806C-4188-88A2-38DAFAE6B512}" srcOrd="0" destOrd="0" presId="urn:microsoft.com/office/officeart/2005/8/layout/vList2"/>
    <dgm:cxn modelId="{961137A2-05F1-4F70-8F9C-15D0F325B7EF}" type="presOf" srcId="{BEB610C5-4044-4837-9B4C-AD3072E5090A}" destId="{C8322A60-CED3-43CD-AF91-881F3846D0A9}" srcOrd="0" destOrd="0" presId="urn:microsoft.com/office/officeart/2005/8/layout/vList2"/>
    <dgm:cxn modelId="{373D7CAD-A30B-4B1A-A315-0CA1A5DA7716}" srcId="{B7F0945D-229F-41A6-BB87-E10E2848502A}" destId="{7596B02C-DF06-4235-B6BB-97F7F31B4E0D}" srcOrd="5" destOrd="0" parTransId="{766F9C71-DBB6-40A6-865E-D797F4496285}" sibTransId="{61D7F23C-2CE1-4737-9F58-346FEA6FBC40}"/>
    <dgm:cxn modelId="{4016D1B5-5874-4246-9CD7-6423D18ED039}" srcId="{B7F0945D-229F-41A6-BB87-E10E2848502A}" destId="{AD9C8E28-574D-4701-B2ED-93D1A61BA259}" srcOrd="4" destOrd="0" parTransId="{35861707-A4A5-4858-8322-B159BDC2D2F1}" sibTransId="{E8B7145D-CD03-4EF7-AB87-A77162FD1A06}"/>
    <dgm:cxn modelId="{782E8CDF-B844-4441-9971-3501A17FB45B}" srcId="{B7F0945D-229F-41A6-BB87-E10E2848502A}" destId="{BEB610C5-4044-4837-9B4C-AD3072E5090A}" srcOrd="1" destOrd="0" parTransId="{CC3F4228-2709-4473-B7BD-C620B7BFF7C2}" sibTransId="{60D7A5F5-555B-488A-ABF7-18B81F571CA6}"/>
    <dgm:cxn modelId="{3CD532ED-86F5-4BAA-85AF-02980C9176DF}" type="presOf" srcId="{495252B8-DC1E-42AE-80C9-AC4BD845BE90}" destId="{4A89AE51-70E1-4F0B-918E-5007F9DE6A85}" srcOrd="0" destOrd="0" presId="urn:microsoft.com/office/officeart/2005/8/layout/vList2"/>
    <dgm:cxn modelId="{D567B8F7-F6E4-4989-AEB2-CFD2FAAC3BEB}" type="presOf" srcId="{AD9C8E28-574D-4701-B2ED-93D1A61BA259}" destId="{7B51132E-2B59-4F6D-A4EC-F1869634FA71}" srcOrd="0" destOrd="0" presId="urn:microsoft.com/office/officeart/2005/8/layout/vList2"/>
    <dgm:cxn modelId="{EB768BFF-41BA-4757-A33A-7B9097F9DEA2}" srcId="{B7F0945D-229F-41A6-BB87-E10E2848502A}" destId="{6D162442-4500-4A68-BD21-9E2624FB0F72}" srcOrd="6" destOrd="0" parTransId="{DE3E9000-7115-4FBC-950C-DB29A4533ADA}" sibTransId="{5F9582DB-91AB-46BE-B484-22AD78823B33}"/>
    <dgm:cxn modelId="{D872A140-F903-451A-ADA2-9E308E5DCC4B}" type="presParOf" srcId="{DA4EC384-806C-4188-88A2-38DAFAE6B512}" destId="{3EC3E200-6874-41C5-999C-CE9E7123665B}" srcOrd="0" destOrd="0" presId="urn:microsoft.com/office/officeart/2005/8/layout/vList2"/>
    <dgm:cxn modelId="{10AEC5BE-1299-480E-9019-EF8CCA2939CF}" type="presParOf" srcId="{DA4EC384-806C-4188-88A2-38DAFAE6B512}" destId="{1E8170A8-C984-426E-ABF0-284740E79D17}" srcOrd="1" destOrd="0" presId="urn:microsoft.com/office/officeart/2005/8/layout/vList2"/>
    <dgm:cxn modelId="{40B588AE-7E41-46B4-8AEC-AF22B913A7FE}" type="presParOf" srcId="{DA4EC384-806C-4188-88A2-38DAFAE6B512}" destId="{C8322A60-CED3-43CD-AF91-881F3846D0A9}" srcOrd="2" destOrd="0" presId="urn:microsoft.com/office/officeart/2005/8/layout/vList2"/>
    <dgm:cxn modelId="{560006DF-C715-4AFF-9FE6-8C9E99099C6B}" type="presParOf" srcId="{DA4EC384-806C-4188-88A2-38DAFAE6B512}" destId="{3FA13154-42C4-4956-B322-4A00A87B78BB}" srcOrd="3" destOrd="0" presId="urn:microsoft.com/office/officeart/2005/8/layout/vList2"/>
    <dgm:cxn modelId="{F65B0E82-8398-4AAC-B327-059A066D9E25}" type="presParOf" srcId="{DA4EC384-806C-4188-88A2-38DAFAE6B512}" destId="{4A89AE51-70E1-4F0B-918E-5007F9DE6A85}" srcOrd="4" destOrd="0" presId="urn:microsoft.com/office/officeart/2005/8/layout/vList2"/>
    <dgm:cxn modelId="{56D881E4-FF93-4256-AC1F-44D32C322D94}" type="presParOf" srcId="{DA4EC384-806C-4188-88A2-38DAFAE6B512}" destId="{48D7CEEC-B6A1-446D-B5E7-E719EE264841}" srcOrd="5" destOrd="0" presId="urn:microsoft.com/office/officeart/2005/8/layout/vList2"/>
    <dgm:cxn modelId="{3D88CB2B-9F8D-4A7A-BA63-2DE8915499D5}" type="presParOf" srcId="{DA4EC384-806C-4188-88A2-38DAFAE6B512}" destId="{8A87B375-5BE8-477D-BD16-E336AE723609}" srcOrd="6" destOrd="0" presId="urn:microsoft.com/office/officeart/2005/8/layout/vList2"/>
    <dgm:cxn modelId="{0B566CDB-493B-463A-B3C2-532E574AC6DA}" type="presParOf" srcId="{DA4EC384-806C-4188-88A2-38DAFAE6B512}" destId="{A809FA66-D519-4A11-8A1B-B5F0B79D9F85}" srcOrd="7" destOrd="0" presId="urn:microsoft.com/office/officeart/2005/8/layout/vList2"/>
    <dgm:cxn modelId="{F0D56023-ABF8-4A47-9DAF-C91CA7C1696B}" type="presParOf" srcId="{DA4EC384-806C-4188-88A2-38DAFAE6B512}" destId="{7B51132E-2B59-4F6D-A4EC-F1869634FA71}" srcOrd="8" destOrd="0" presId="urn:microsoft.com/office/officeart/2005/8/layout/vList2"/>
    <dgm:cxn modelId="{08BAE642-D88D-4BDF-BACD-77FB8F40E5F0}" type="presParOf" srcId="{DA4EC384-806C-4188-88A2-38DAFAE6B512}" destId="{44F830FD-66E2-41AA-9CA0-6B2520241117}" srcOrd="9" destOrd="0" presId="urn:microsoft.com/office/officeart/2005/8/layout/vList2"/>
    <dgm:cxn modelId="{A6CBC326-C27C-45AC-8688-6703DEBBBAE7}" type="presParOf" srcId="{DA4EC384-806C-4188-88A2-38DAFAE6B512}" destId="{9B841E93-6A6E-4C44-9C9F-2E9D56EDA0E5}" srcOrd="10" destOrd="0" presId="urn:microsoft.com/office/officeart/2005/8/layout/vList2"/>
    <dgm:cxn modelId="{97B6EF19-E2A9-4498-A1C3-508A086896DB}" type="presParOf" srcId="{DA4EC384-806C-4188-88A2-38DAFAE6B512}" destId="{0034C700-8B65-4F24-B2D7-DD3A8C016328}" srcOrd="11" destOrd="0" presId="urn:microsoft.com/office/officeart/2005/8/layout/vList2"/>
    <dgm:cxn modelId="{80EB673B-0A88-4D24-A097-43304EBCCBDA}" type="presParOf" srcId="{DA4EC384-806C-4188-88A2-38DAFAE6B512}" destId="{C22122D4-92DA-4925-B370-F60E20C06FEC}" srcOrd="12" destOrd="0" presId="urn:microsoft.com/office/officeart/2005/8/layout/vList2"/>
    <dgm:cxn modelId="{35C2124F-5FAB-45FF-A9A8-086CDC19C43B}" type="presParOf" srcId="{DA4EC384-806C-4188-88A2-38DAFAE6B512}" destId="{8023D0F6-D0BD-4B9E-9614-7B19C67B0240}" srcOrd="13" destOrd="0" presId="urn:microsoft.com/office/officeart/2005/8/layout/vList2"/>
    <dgm:cxn modelId="{09FE8EA3-1AEF-4E07-91DF-9A708F7D2FA2}" type="presParOf" srcId="{DA4EC384-806C-4188-88A2-38DAFAE6B512}" destId="{E7AE4D92-87D7-4AEF-96C8-41CA21354883}"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C3E200-6874-41C5-999C-CE9E7123665B}">
      <dsp:nvSpPr>
        <dsp:cNvPr id="0" name=""/>
        <dsp:cNvSpPr/>
      </dsp:nvSpPr>
      <dsp:spPr>
        <a:xfrm>
          <a:off x="0" y="81616"/>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Background</a:t>
          </a:r>
        </a:p>
      </dsp:txBody>
      <dsp:txXfrm>
        <a:off x="19904" y="101520"/>
        <a:ext cx="6188473" cy="367937"/>
      </dsp:txXfrm>
    </dsp:sp>
    <dsp:sp modelId="{C8322A60-CED3-43CD-AF91-881F3846D0A9}">
      <dsp:nvSpPr>
        <dsp:cNvPr id="0" name=""/>
        <dsp:cNvSpPr/>
      </dsp:nvSpPr>
      <dsp:spPr>
        <a:xfrm>
          <a:off x="0" y="538322"/>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Methodology and planning</a:t>
          </a:r>
        </a:p>
      </dsp:txBody>
      <dsp:txXfrm>
        <a:off x="19904" y="558226"/>
        <a:ext cx="6188473" cy="367937"/>
      </dsp:txXfrm>
    </dsp:sp>
    <dsp:sp modelId="{4A89AE51-70E1-4F0B-918E-5007F9DE6A85}">
      <dsp:nvSpPr>
        <dsp:cNvPr id="0" name=""/>
        <dsp:cNvSpPr/>
      </dsp:nvSpPr>
      <dsp:spPr>
        <a:xfrm>
          <a:off x="0" y="995027"/>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Assignment</a:t>
          </a:r>
        </a:p>
      </dsp:txBody>
      <dsp:txXfrm>
        <a:off x="19904" y="1014931"/>
        <a:ext cx="6188473" cy="367937"/>
      </dsp:txXfrm>
    </dsp:sp>
    <dsp:sp modelId="{8A87B375-5BE8-477D-BD16-E336AE723609}">
      <dsp:nvSpPr>
        <dsp:cNvPr id="0" name=""/>
        <dsp:cNvSpPr/>
      </dsp:nvSpPr>
      <dsp:spPr>
        <a:xfrm>
          <a:off x="0" y="1451732"/>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Implementation</a:t>
          </a:r>
        </a:p>
      </dsp:txBody>
      <dsp:txXfrm>
        <a:off x="19904" y="1471636"/>
        <a:ext cx="6188473" cy="367937"/>
      </dsp:txXfrm>
    </dsp:sp>
    <dsp:sp modelId="{7B51132E-2B59-4F6D-A4EC-F1869634FA71}">
      <dsp:nvSpPr>
        <dsp:cNvPr id="0" name=""/>
        <dsp:cNvSpPr/>
      </dsp:nvSpPr>
      <dsp:spPr>
        <a:xfrm>
          <a:off x="0" y="1908437"/>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Test setup and performance metrics</a:t>
          </a:r>
        </a:p>
      </dsp:txBody>
      <dsp:txXfrm>
        <a:off x="19904" y="1928341"/>
        <a:ext cx="6188473" cy="367937"/>
      </dsp:txXfrm>
    </dsp:sp>
    <dsp:sp modelId="{9B841E93-6A6E-4C44-9C9F-2E9D56EDA0E5}">
      <dsp:nvSpPr>
        <dsp:cNvPr id="0" name=""/>
        <dsp:cNvSpPr/>
      </dsp:nvSpPr>
      <dsp:spPr>
        <a:xfrm>
          <a:off x="0" y="2365142"/>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Results</a:t>
          </a:r>
        </a:p>
      </dsp:txBody>
      <dsp:txXfrm>
        <a:off x="19904" y="2385046"/>
        <a:ext cx="6188473" cy="367937"/>
      </dsp:txXfrm>
    </dsp:sp>
    <dsp:sp modelId="{C22122D4-92DA-4925-B370-F60E20C06FEC}">
      <dsp:nvSpPr>
        <dsp:cNvPr id="0" name=""/>
        <dsp:cNvSpPr/>
      </dsp:nvSpPr>
      <dsp:spPr>
        <a:xfrm>
          <a:off x="0" y="2821847"/>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Conclusion</a:t>
          </a:r>
        </a:p>
      </dsp:txBody>
      <dsp:txXfrm>
        <a:off x="19904" y="2841751"/>
        <a:ext cx="6188473" cy="367937"/>
      </dsp:txXfrm>
    </dsp:sp>
    <dsp:sp modelId="{E7AE4D92-87D7-4AEF-96C8-41CA21354883}">
      <dsp:nvSpPr>
        <dsp:cNvPr id="0" name=""/>
        <dsp:cNvSpPr/>
      </dsp:nvSpPr>
      <dsp:spPr>
        <a:xfrm>
          <a:off x="0" y="3278552"/>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Demo</a:t>
          </a:r>
        </a:p>
      </dsp:txBody>
      <dsp:txXfrm>
        <a:off x="19904" y="3298456"/>
        <a:ext cx="6188473" cy="36793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54B228-D6AC-1234-F07B-E39D5A72134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a:extLst>
              <a:ext uri="{FF2B5EF4-FFF2-40B4-BE49-F238E27FC236}">
                <a16:creationId xmlns:a16="http://schemas.microsoft.com/office/drawing/2014/main" id="{94649AB5-E716-B092-E7B6-3711CFCF08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88245A-DF20-4648-8DEA-5EEF7F9EF1B5}" type="datetimeFigureOut">
              <a:rPr lang="en-NL" smtClean="0"/>
              <a:t>5 Jan 2026</a:t>
            </a:fld>
            <a:endParaRPr lang="en-NL"/>
          </a:p>
        </p:txBody>
      </p:sp>
      <p:sp>
        <p:nvSpPr>
          <p:cNvPr id="4" name="Footer Placeholder 3">
            <a:extLst>
              <a:ext uri="{FF2B5EF4-FFF2-40B4-BE49-F238E27FC236}">
                <a16:creationId xmlns:a16="http://schemas.microsoft.com/office/drawing/2014/main" id="{5998C3A5-960E-6749-E76C-93683BF93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dirty="0"/>
          </a:p>
        </p:txBody>
      </p:sp>
      <p:sp>
        <p:nvSpPr>
          <p:cNvPr id="5" name="Slide Number Placeholder 4">
            <a:extLst>
              <a:ext uri="{FF2B5EF4-FFF2-40B4-BE49-F238E27FC236}">
                <a16:creationId xmlns:a16="http://schemas.microsoft.com/office/drawing/2014/main" id="{14AB393B-8819-9298-880B-71F9AFDF42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6E841F-B2D9-4A74-98E9-89F62221D6C9}" type="slidenum">
              <a:rPr lang="en-NL" smtClean="0"/>
              <a:t>‹#›</a:t>
            </a:fld>
            <a:endParaRPr lang="en-NL"/>
          </a:p>
        </p:txBody>
      </p:sp>
    </p:spTree>
    <p:extLst>
      <p:ext uri="{BB962C8B-B14F-4D97-AF65-F5344CB8AC3E}">
        <p14:creationId xmlns:p14="http://schemas.microsoft.com/office/powerpoint/2010/main" val="2154680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789EEE-78C3-47ED-9B8C-CC5637E83F9E}" type="datetimeFigureOut">
              <a:rPr lang="en-NL" smtClean="0"/>
              <a:t>5 Jan 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231E3D-0C33-46E2-9D47-2F079CA6FAED}" type="slidenum">
              <a:rPr lang="en-NL" smtClean="0"/>
              <a:t>‹#›</a:t>
            </a:fld>
            <a:endParaRPr lang="en-NL"/>
          </a:p>
        </p:txBody>
      </p:sp>
      <p:pic>
        <p:nvPicPr>
          <p:cNvPr id="1026" name="Picture 2" descr="Saxion - Wikipedia">
            <a:extLst>
              <a:ext uri="{FF2B5EF4-FFF2-40B4-BE49-F238E27FC236}">
                <a16:creationId xmlns:a16="http://schemas.microsoft.com/office/drawing/2014/main" id="{0E63148C-964E-46FD-5B23-FDB1A4BC30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991" y="8482980"/>
            <a:ext cx="1816542" cy="661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311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5" name="Afbeelding 14">
            <a:extLst>
              <a:ext uri="{FF2B5EF4-FFF2-40B4-BE49-F238E27FC236}">
                <a16:creationId xmlns:a16="http://schemas.microsoft.com/office/drawing/2014/main" id="{212C8C25-4EA4-4564-85BA-7501FDF5593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925489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118157"/>
          </a:xfrm>
        </p:spPr>
        <p:txBody>
          <a:bodyPr>
            <a:normAutofit/>
          </a:bodyPr>
          <a:lstStyle>
            <a:lvl1pPr>
              <a:defRPr sz="16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4">
            <a:extLst>
              <a:ext uri="{FF2B5EF4-FFF2-40B4-BE49-F238E27FC236}">
                <a16:creationId xmlns:a16="http://schemas.microsoft.com/office/drawing/2014/main" id="{F6D47D91-28BC-55BF-2739-3F9A78DF6B6A}"/>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8993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533400"/>
            <a:ext cx="3270100" cy="1038225"/>
          </a:xfrm>
        </p:spPr>
        <p:txBody>
          <a:bodyPr anchor="t" anchorCtr="0"/>
          <a:lstStyle>
            <a:lvl1pPr>
              <a:defRPr sz="2400">
                <a:solidFill>
                  <a:schemeClr val="bg1"/>
                </a:solidFill>
              </a:defRPr>
            </a:lvl1pPr>
          </a:lstStyle>
          <a:p>
            <a:r>
              <a:rPr lang="en-US"/>
              <a:t>Click to edit Master title style</a:t>
            </a:r>
            <a:endParaRPr lang="nl-NL" dirty="0"/>
          </a:p>
        </p:txBody>
      </p:sp>
      <p:sp>
        <p:nvSpPr>
          <p:cNvPr id="5" name="Slide Number Placeholder 4">
            <a:extLst>
              <a:ext uri="{FF2B5EF4-FFF2-40B4-BE49-F238E27FC236}">
                <a16:creationId xmlns:a16="http://schemas.microsoft.com/office/drawing/2014/main" id="{D72FB8A8-7DD0-E186-D775-7D9506BF1859}"/>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268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4" name="Afbeelding 13">
            <a:extLst>
              <a:ext uri="{FF2B5EF4-FFF2-40B4-BE49-F238E27FC236}">
                <a16:creationId xmlns:a16="http://schemas.microsoft.com/office/drawing/2014/main" id="{01AC377B-A65B-441A-A4D3-5A55E9CADBA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
        <p:nvSpPr>
          <p:cNvPr id="2" name="Titel 1">
            <a:extLst>
              <a:ext uri="{FF2B5EF4-FFF2-40B4-BE49-F238E27FC236}">
                <a16:creationId xmlns:a16="http://schemas.microsoft.com/office/drawing/2014/main" id="{0E42DD1E-B604-4CF9-84C0-92B6A216FB84}"/>
              </a:ext>
            </a:extLst>
          </p:cNvPr>
          <p:cNvSpPr>
            <a:spLocks noGrp="1"/>
          </p:cNvSpPr>
          <p:nvPr>
            <p:ph type="title"/>
          </p:nvPr>
        </p:nvSpPr>
        <p:spPr>
          <a:xfrm>
            <a:off x="540000" y="504000"/>
            <a:ext cx="11102400"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8051B81A-12E4-442C-915C-9197F9F2232D}"/>
              </a:ext>
            </a:extLst>
          </p:cNvPr>
          <p:cNvSpPr>
            <a:spLocks noGrp="1"/>
          </p:cNvSpPr>
          <p:nvPr>
            <p:ph type="body" sz="quarter" idx="10"/>
          </p:nvPr>
        </p:nvSpPr>
        <p:spPr>
          <a:xfrm>
            <a:off x="540000" y="2520000"/>
            <a:ext cx="11080800" cy="306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Slide Number Placeholder 4">
            <a:extLst>
              <a:ext uri="{FF2B5EF4-FFF2-40B4-BE49-F238E27FC236}">
                <a16:creationId xmlns:a16="http://schemas.microsoft.com/office/drawing/2014/main" id="{9A3B2ADD-C079-742F-DAC3-51B12A42B429}"/>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36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3" name="Afbeelding 12">
            <a:extLst>
              <a:ext uri="{FF2B5EF4-FFF2-40B4-BE49-F238E27FC236}">
                <a16:creationId xmlns:a16="http://schemas.microsoft.com/office/drawing/2014/main" id="{CF7A5EF7-F88C-4DCB-9C39-9F8D0C8443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
        <p:nvSpPr>
          <p:cNvPr id="2" name="Titel 1">
            <a:extLst>
              <a:ext uri="{FF2B5EF4-FFF2-40B4-BE49-F238E27FC236}">
                <a16:creationId xmlns:a16="http://schemas.microsoft.com/office/drawing/2014/main" id="{033868CC-6BE0-4AB2-A67B-5298DEB5AC4C}"/>
              </a:ext>
            </a:extLst>
          </p:cNvPr>
          <p:cNvSpPr>
            <a:spLocks noGrp="1"/>
          </p:cNvSpPr>
          <p:nvPr>
            <p:ph type="title"/>
          </p:nvPr>
        </p:nvSpPr>
        <p:spPr>
          <a:xfrm>
            <a:off x="540000" y="540000"/>
            <a:ext cx="11142000" cy="1436400"/>
          </a:xfrm>
        </p:spPr>
        <p:txBody>
          <a:bodyPr lIns="540000" anchor="ctr" anchorCtr="0"/>
          <a:lstStyle>
            <a:lvl1pPr>
              <a:defRPr>
                <a:solidFill>
                  <a:schemeClr val="bg1"/>
                </a:solidFill>
              </a:defRPr>
            </a:lvl1pPr>
          </a:lstStyle>
          <a:p>
            <a:r>
              <a:rPr lang="en-US"/>
              <a:t>Click to edit Master title style</a:t>
            </a:r>
            <a:endParaRPr lang="nl-NL"/>
          </a:p>
        </p:txBody>
      </p:sp>
      <p:sp>
        <p:nvSpPr>
          <p:cNvPr id="6" name="Tijdelijke aanduiding voor tekst 5">
            <a:extLst>
              <a:ext uri="{FF2B5EF4-FFF2-40B4-BE49-F238E27FC236}">
                <a16:creationId xmlns:a16="http://schemas.microsoft.com/office/drawing/2014/main" id="{422044AC-C9DC-4068-9615-DF28008338EF}"/>
              </a:ext>
            </a:extLst>
          </p:cNvPr>
          <p:cNvSpPr>
            <a:spLocks noGrp="1"/>
          </p:cNvSpPr>
          <p:nvPr>
            <p:ph type="body" sz="quarter" idx="10"/>
          </p:nvPr>
        </p:nvSpPr>
        <p:spPr>
          <a:xfrm>
            <a:off x="540000" y="2520000"/>
            <a:ext cx="11142000" cy="315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856920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0" name="Afbeelding 9">
            <a:extLst>
              <a:ext uri="{FF2B5EF4-FFF2-40B4-BE49-F238E27FC236}">
                <a16:creationId xmlns:a16="http://schemas.microsoft.com/office/drawing/2014/main" id="{FD73E675-FD77-4D0B-9FD8-BA09CC9CA0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Tree>
    <p:extLst>
      <p:ext uri="{BB962C8B-B14F-4D97-AF65-F5344CB8AC3E}">
        <p14:creationId xmlns:p14="http://schemas.microsoft.com/office/powerpoint/2010/main" val="1408233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6" name="Afbeelding 15">
            <a:extLst>
              <a:ext uri="{FF2B5EF4-FFF2-40B4-BE49-F238E27FC236}">
                <a16:creationId xmlns:a16="http://schemas.microsoft.com/office/drawing/2014/main" id="{1762ED42-C67E-4919-B2E8-E30110AFCB9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Tree>
    <p:extLst>
      <p:ext uri="{BB962C8B-B14F-4D97-AF65-F5344CB8AC3E}">
        <p14:creationId xmlns:p14="http://schemas.microsoft.com/office/powerpoint/2010/main" val="372566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2" y="0"/>
            <a:ext cx="8111066"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1" name="Afbeelding 10">
            <a:extLst>
              <a:ext uri="{FF2B5EF4-FFF2-40B4-BE49-F238E27FC236}">
                <a16:creationId xmlns:a16="http://schemas.microsoft.com/office/drawing/2014/main" id="{7D2A9CE5-95E8-458E-9040-B0251FBFAEC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5" name="Rechthoek 4">
            <a:extLst>
              <a:ext uri="{FF2B5EF4-FFF2-40B4-BE49-F238E27FC236}">
                <a16:creationId xmlns:a16="http://schemas.microsoft.com/office/drawing/2014/main" id="{3FFB599D-9511-47E4-8A64-0206C2AAAF47}"/>
              </a:ext>
            </a:extLst>
          </p:cNvPr>
          <p:cNvSpPr/>
          <p:nvPr/>
        </p:nvSpPr>
        <p:spPr>
          <a:xfrm>
            <a:off x="8111067" y="10196"/>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94942CE0-4AC8-4CA7-A53A-36303407B98B}"/>
              </a:ext>
            </a:extLst>
          </p:cNvPr>
          <p:cNvSpPr>
            <a:spLocks noGrp="1"/>
          </p:cNvSpPr>
          <p:nvPr>
            <p:ph type="title"/>
          </p:nvPr>
        </p:nvSpPr>
        <p:spPr>
          <a:xfrm>
            <a:off x="8434800" y="828000"/>
            <a:ext cx="3434400" cy="4320000"/>
          </a:xfrm>
        </p:spPr>
        <p:txBody>
          <a:bodyPr anchor="t" anchorCtr="0"/>
          <a:lstStyle>
            <a:lvl1pPr>
              <a:defRPr sz="3000">
                <a:solidFill>
                  <a:schemeClr val="bg1"/>
                </a:solidFill>
              </a:defRPr>
            </a:lvl1pPr>
          </a:lstStyle>
          <a:p>
            <a:r>
              <a:rPr lang="en-US"/>
              <a:t>Click to edit Master title style</a:t>
            </a:r>
            <a:endParaRPr lang="nl-NL"/>
          </a:p>
        </p:txBody>
      </p:sp>
      <p:sp>
        <p:nvSpPr>
          <p:cNvPr id="4" name="Slide Number Placeholder 4">
            <a:extLst>
              <a:ext uri="{FF2B5EF4-FFF2-40B4-BE49-F238E27FC236}">
                <a16:creationId xmlns:a16="http://schemas.microsoft.com/office/drawing/2014/main" id="{F4692744-804B-DFC9-319F-465F6DD7697E}"/>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solidFill>
                  <a:schemeClr val="bg1"/>
                </a:solidFill>
                <a:latin typeface="Arial" panose="020B0604020202020204" pitchFamily="34" charset="0"/>
                <a:cs typeface="Arial" panose="020B0604020202020204" pitchFamily="34" charset="0"/>
              </a:rPr>
              <a:pPr/>
              <a:t>‹#›</a:t>
            </a:fld>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9143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9" name="Afbeelding 8">
            <a:extLst>
              <a:ext uri="{FF2B5EF4-FFF2-40B4-BE49-F238E27FC236}">
                <a16:creationId xmlns:a16="http://schemas.microsoft.com/office/drawing/2014/main" id="{2A7CE760-6D02-4D82-B473-AF7356A87B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2776248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3" name="Slide Number Placeholder 4">
            <a:extLst>
              <a:ext uri="{FF2B5EF4-FFF2-40B4-BE49-F238E27FC236}">
                <a16:creationId xmlns:a16="http://schemas.microsoft.com/office/drawing/2014/main" id="{DBDA2182-9B89-9AA7-EEBC-6365B9ED2A65}"/>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345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Slide Number Placeholder 4">
            <a:extLst>
              <a:ext uri="{FF2B5EF4-FFF2-40B4-BE49-F238E27FC236}">
                <a16:creationId xmlns:a16="http://schemas.microsoft.com/office/drawing/2014/main" id="{64790D4B-F150-51B2-1ADB-22B1B21D3657}"/>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3915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52BFD4EB-258F-4EA7-8341-D8AAACD56A5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18095849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PAGINA WIT 1">
    <p:bg>
      <p:bgPr>
        <a:solidFill>
          <a:schemeClr val="bg1"/>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1359C912-5BE2-0949-A6E6-E5772BB54BD3}"/>
              </a:ext>
            </a:extLst>
          </p:cNvPr>
          <p:cNvSpPr/>
          <p:nvPr/>
        </p:nvSpPr>
        <p:spPr>
          <a:xfrm>
            <a:off x="0" y="0"/>
            <a:ext cx="4118919"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4953000" y="643693"/>
            <a:ext cx="62865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4953000" y="1419509"/>
            <a:ext cx="6286500" cy="444721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21053"/>
          </a:xfrm>
          <a:prstGeom prst="rect">
            <a:avLst/>
          </a:prstGeom>
        </p:spPr>
        <p:txBody>
          <a:bodyPr>
            <a:normAutofit/>
          </a:bodyPr>
          <a:lstStyle>
            <a:lvl1pPr marL="0" indent="0">
              <a:buFontTx/>
              <a:buNone/>
              <a:defRPr sz="3000" b="1" i="0" baseline="0">
                <a:solidFill>
                  <a:schemeClr val="bg1"/>
                </a:solidFill>
              </a:defRPr>
            </a:lvl1pPr>
          </a:lstStyle>
          <a:p>
            <a:r>
              <a:rPr lang="nl-NL"/>
              <a:t>Kopregel van de pagina over meerdere regels</a:t>
            </a:r>
          </a:p>
        </p:txBody>
      </p:sp>
      <p:pic>
        <p:nvPicPr>
          <p:cNvPr id="9" name="Afbeelding 8">
            <a:extLst>
              <a:ext uri="{FF2B5EF4-FFF2-40B4-BE49-F238E27FC236}">
                <a16:creationId xmlns:a16="http://schemas.microsoft.com/office/drawing/2014/main" id="{2085F2CD-07CC-7F45-B06F-6EA5FFBACE1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0447" y="5717837"/>
            <a:ext cx="1964387" cy="987072"/>
          </a:xfrm>
          <a:prstGeom prst="rect">
            <a:avLst/>
          </a:prstGeom>
        </p:spPr>
      </p:pic>
      <p:pic>
        <p:nvPicPr>
          <p:cNvPr id="5" name="Picture 4" descr="A picture containing drawing&#10;&#10;Description automatically generated">
            <a:extLst>
              <a:ext uri="{FF2B5EF4-FFF2-40B4-BE49-F238E27FC236}">
                <a16:creationId xmlns:a16="http://schemas.microsoft.com/office/drawing/2014/main" id="{F144C650-D3F8-4F16-B2C6-BDFFF8D80A2B}"/>
              </a:ext>
            </a:extLst>
          </p:cNvPr>
          <p:cNvPicPr>
            <a:picLocks noChangeAspect="1"/>
          </p:cNvPicPr>
          <p:nvPr/>
        </p:nvPicPr>
        <p:blipFill>
          <a:blip r:embed="rId3" cstate="screen">
            <a:biLevel thresh="25000"/>
            <a:extLst>
              <a:ext uri="{28A0092B-C50C-407E-A947-70E740481C1C}">
                <a14:useLocalDpi xmlns:a14="http://schemas.microsoft.com/office/drawing/2010/main"/>
              </a:ext>
            </a:extLst>
          </a:blip>
          <a:stretch>
            <a:fillRect/>
          </a:stretch>
        </p:blipFill>
        <p:spPr>
          <a:xfrm>
            <a:off x="2124786" y="5896201"/>
            <a:ext cx="1733638" cy="692230"/>
          </a:xfrm>
          <a:prstGeom prst="rect">
            <a:avLst/>
          </a:prstGeom>
        </p:spPr>
      </p:pic>
    </p:spTree>
    <p:extLst>
      <p:ext uri="{BB962C8B-B14F-4D97-AF65-F5344CB8AC3E}">
        <p14:creationId xmlns:p14="http://schemas.microsoft.com/office/powerpoint/2010/main" val="1377594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hor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Rechthoek 14">
            <a:extLst>
              <a:ext uri="{FF2B5EF4-FFF2-40B4-BE49-F238E27FC236}">
                <a16:creationId xmlns:a16="http://schemas.microsoft.com/office/drawing/2014/main" id="{8D736B1F-B4E2-4ADC-93B3-78C9AD2058C2}"/>
              </a:ext>
            </a:extLst>
          </p:cNvPr>
          <p:cNvSpPr/>
          <p:nvPr/>
        </p:nvSpPr>
        <p:spPr>
          <a:xfrm>
            <a:off x="1" y="0"/>
            <a:ext cx="2720082"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5" name="Afbeelding 8">
            <a:extLst>
              <a:ext uri="{FF2B5EF4-FFF2-40B4-BE49-F238E27FC236}">
                <a16:creationId xmlns:a16="http://schemas.microsoft.com/office/drawing/2014/main" id="{FE177759-92AB-4472-837E-E8E3BD602F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783" y="5932275"/>
            <a:ext cx="1555723" cy="781725"/>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EBE0506D-4634-4B31-A43B-A578EC0AD18A}"/>
              </a:ext>
            </a:extLst>
          </p:cNvPr>
          <p:cNvPicPr>
            <a:picLocks noChangeAspect="1"/>
          </p:cNvPicPr>
          <p:nvPr/>
        </p:nvPicPr>
        <p:blipFill>
          <a:blip r:embed="rId4" cstate="screen">
            <a:biLevel thresh="25000"/>
            <a:extLst>
              <a:ext uri="{28A0092B-C50C-407E-A947-70E740481C1C}">
                <a14:useLocalDpi xmlns:a14="http://schemas.microsoft.com/office/drawing/2010/main"/>
              </a:ext>
            </a:extLst>
          </a:blip>
          <a:stretch>
            <a:fillRect/>
          </a:stretch>
        </p:blipFill>
        <p:spPr>
          <a:xfrm>
            <a:off x="1347105" y="6107669"/>
            <a:ext cx="1372978" cy="548221"/>
          </a:xfrm>
          <a:prstGeom prst="rect">
            <a:avLst/>
          </a:prstGeom>
        </p:spPr>
      </p:pic>
    </p:spTree>
    <p:extLst>
      <p:ext uri="{BB962C8B-B14F-4D97-AF65-F5344CB8AC3E}">
        <p14:creationId xmlns:p14="http://schemas.microsoft.com/office/powerpoint/2010/main" val="12358986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i3B bullets normal slide">
    <p:spTree>
      <p:nvGrpSpPr>
        <p:cNvPr id="1" name=""/>
        <p:cNvGrpSpPr/>
        <p:nvPr/>
      </p:nvGrpSpPr>
      <p:grpSpPr>
        <a:xfrm>
          <a:off x="0" y="0"/>
          <a:ext cx="0" cy="0"/>
          <a:chOff x="0" y="0"/>
          <a:chExt cx="0" cy="0"/>
        </a:xfrm>
      </p:grpSpPr>
      <p:pic>
        <p:nvPicPr>
          <p:cNvPr id="10" name="Afbeelding 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1487488" y="476672"/>
            <a:ext cx="6158475" cy="706090"/>
          </a:xfrm>
        </p:spPr>
        <p:txBody>
          <a:bodyPr>
            <a:normAutofit/>
          </a:bodyPr>
          <a:lstStyle>
            <a:lvl1pPr algn="l">
              <a:defRPr sz="3000" b="1" baseline="0"/>
            </a:lvl1pPr>
          </a:lstStyle>
          <a:p>
            <a:r>
              <a:rPr lang="nl-NL"/>
              <a:t>Click </a:t>
            </a:r>
            <a:r>
              <a:rPr lang="nl-NL" err="1"/>
              <a:t>for</a:t>
            </a:r>
            <a:r>
              <a:rPr lang="nl-NL"/>
              <a:t> </a:t>
            </a:r>
            <a:r>
              <a:rPr lang="nl-NL" err="1"/>
              <a:t>Title</a:t>
            </a:r>
            <a:endParaRPr lang="nl-NL"/>
          </a:p>
        </p:txBody>
      </p:sp>
      <p:sp>
        <p:nvSpPr>
          <p:cNvPr id="3" name="Tijdelijke aanduiding voor tekst 2"/>
          <p:cNvSpPr>
            <a:spLocks noGrp="1"/>
          </p:cNvSpPr>
          <p:nvPr>
            <p:ph type="body" idx="1" hasCustomPrompt="1"/>
          </p:nvPr>
        </p:nvSpPr>
        <p:spPr>
          <a:xfrm>
            <a:off x="1487488" y="1124745"/>
            <a:ext cx="6144683" cy="381719"/>
          </a:xfrm>
        </p:spPr>
        <p:txBody>
          <a:bodyPr anchor="b">
            <a:normAutofit/>
          </a:bodyPr>
          <a:lstStyle>
            <a:lvl1pPr marL="0" indent="0">
              <a:buNone/>
              <a:defRPr sz="1800" b="0" i="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Click </a:t>
            </a:r>
            <a:r>
              <a:rPr lang="nl-NL" err="1"/>
              <a:t>for</a:t>
            </a:r>
            <a:r>
              <a:rPr lang="nl-NL"/>
              <a:t> </a:t>
            </a:r>
            <a:r>
              <a:rPr lang="nl-NL" err="1"/>
              <a:t>subtitle</a:t>
            </a:r>
            <a:endParaRPr lang="nl-NL"/>
          </a:p>
        </p:txBody>
      </p:sp>
      <p:sp>
        <p:nvSpPr>
          <p:cNvPr id="6" name="Tijdelijke aanduiding voor inhoud 5"/>
          <p:cNvSpPr>
            <a:spLocks noGrp="1"/>
          </p:cNvSpPr>
          <p:nvPr>
            <p:ph sz="quarter" idx="4" hasCustomPrompt="1"/>
          </p:nvPr>
        </p:nvSpPr>
        <p:spPr>
          <a:xfrm>
            <a:off x="1487488" y="1916832"/>
            <a:ext cx="8352928" cy="3960440"/>
          </a:xfrm>
        </p:spPr>
        <p:txBody>
          <a:bodyPr/>
          <a:lstStyle>
            <a:lvl1pPr marL="342900" indent="-342900">
              <a:spcBef>
                <a:spcPts val="400"/>
              </a:spcBef>
              <a:buClr>
                <a:srgbClr val="BED732"/>
              </a:buClr>
              <a:buFont typeface="Calibri" pitchFamily="34" charset="0"/>
              <a:buChar char="₋"/>
              <a:defRPr sz="2000" baseline="0"/>
            </a:lvl1pPr>
            <a:lvl2pPr marL="800100" indent="-342900">
              <a:spcBef>
                <a:spcPts val="0"/>
              </a:spcBef>
              <a:buClr>
                <a:srgbClr val="6B56A5"/>
              </a:buClr>
              <a:buFont typeface="Arial" pitchFamily="34" charset="0"/>
              <a:buChar char="•"/>
              <a:defRPr sz="1600" baseline="0"/>
            </a:lvl2pPr>
            <a:lvl3pPr marL="1200150" indent="-285750">
              <a:buFont typeface="Arial" pitchFamily="34" charset="0"/>
              <a:buChar char="•"/>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nl-NL"/>
              <a:t>First </a:t>
            </a:r>
            <a:r>
              <a:rPr lang="nl-NL" err="1"/>
              <a:t>Bullet</a:t>
            </a:r>
            <a:r>
              <a:rPr lang="nl-NL"/>
              <a:t> level</a:t>
            </a:r>
          </a:p>
          <a:p>
            <a:pPr lvl="1"/>
            <a:r>
              <a:rPr lang="nl-NL"/>
              <a:t>Second </a:t>
            </a:r>
            <a:r>
              <a:rPr lang="nl-NL" err="1"/>
              <a:t>bullet</a:t>
            </a:r>
            <a:r>
              <a:rPr lang="nl-NL"/>
              <a:t> level</a:t>
            </a:r>
          </a:p>
          <a:p>
            <a:pPr lvl="2"/>
            <a:endParaRPr lang="nl-NL"/>
          </a:p>
          <a:p>
            <a:pPr lvl="1"/>
            <a:endParaRPr lang="nl-NL"/>
          </a:p>
        </p:txBody>
      </p:sp>
      <p:sp>
        <p:nvSpPr>
          <p:cNvPr id="9" name="Tijdelijke aanduiding voor dianummer 8"/>
          <p:cNvSpPr>
            <a:spLocks noGrp="1"/>
          </p:cNvSpPr>
          <p:nvPr>
            <p:ph type="sldNum" sz="quarter" idx="12"/>
          </p:nvPr>
        </p:nvSpPr>
        <p:spPr/>
        <p:txBody>
          <a:bodyPr/>
          <a:lstStyle>
            <a:lvl1pPr>
              <a:defRPr b="0">
                <a:solidFill>
                  <a:srgbClr val="42454F"/>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4251615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itel en object">
    <p:spTree>
      <p:nvGrpSpPr>
        <p:cNvPr id="1" name=""/>
        <p:cNvGrpSpPr/>
        <p:nvPr/>
      </p:nvGrpSpPr>
      <p:grpSpPr>
        <a:xfrm>
          <a:off x="0" y="0"/>
          <a:ext cx="0" cy="0"/>
          <a:chOff x="0" y="0"/>
          <a:chExt cx="0" cy="0"/>
        </a:xfrm>
      </p:grpSpPr>
      <p:pic>
        <p:nvPicPr>
          <p:cNvPr id="4" name="Picture 2" descr="SAX_PPT_UAS_Achtergr6.jpg                                      000B06A7 VIAServer                      7C268895:"/>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1"/>
            <a:ext cx="12192000" cy="6126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el 1"/>
          <p:cNvSpPr>
            <a:spLocks noGrp="1"/>
          </p:cNvSpPr>
          <p:nvPr>
            <p:ph type="title"/>
          </p:nvPr>
        </p:nvSpPr>
        <p:spPr>
          <a:xfrm>
            <a:off x="3705102" y="274639"/>
            <a:ext cx="8059388" cy="1143000"/>
          </a:xfrm>
        </p:spPr>
        <p:txBody>
          <a:bodyPr/>
          <a:lstStyle>
            <a:lvl1pPr>
              <a:defRPr sz="4267">
                <a:solidFill>
                  <a:schemeClr val="bg1"/>
                </a:solidFill>
                <a:latin typeface="Lucida Sans Unicode" pitchFamily="34" charset="0"/>
                <a:cs typeface="Lucida Sans Unicode" pitchFamily="34" charset="0"/>
              </a:defRPr>
            </a:lvl1pPr>
          </a:lstStyle>
          <a:p>
            <a:r>
              <a:rPr lang="en-US"/>
              <a:t>Click to edit Master title style</a:t>
            </a:r>
            <a:endParaRPr lang="nl-NL"/>
          </a:p>
        </p:txBody>
      </p:sp>
      <p:sp>
        <p:nvSpPr>
          <p:cNvPr id="8" name="Tijdelijke aanduiding voor inhoud 2"/>
          <p:cNvSpPr>
            <a:spLocks noGrp="1"/>
          </p:cNvSpPr>
          <p:nvPr>
            <p:ph idx="10"/>
          </p:nvPr>
        </p:nvSpPr>
        <p:spPr>
          <a:xfrm>
            <a:off x="623392" y="1600201"/>
            <a:ext cx="11141096" cy="4525963"/>
          </a:xfrm>
        </p:spPr>
        <p:txBody>
          <a:bodyPr/>
          <a:lstStyle>
            <a:lvl1pPr>
              <a:defRPr sz="3733">
                <a:latin typeface="Lucida Sans Unicode" pitchFamily="34" charset="0"/>
                <a:cs typeface="Lucida Sans Unicode" pitchFamily="34" charset="0"/>
              </a:defRPr>
            </a:lvl1pPr>
            <a:lvl2pPr>
              <a:defRPr sz="3200">
                <a:latin typeface="Lucida Sans Unicode" pitchFamily="34" charset="0"/>
                <a:cs typeface="Lucida Sans Unicode" pitchFamily="34" charset="0"/>
              </a:defRPr>
            </a:lvl2pPr>
            <a:lvl3pPr>
              <a:defRPr sz="3200">
                <a:latin typeface="Lucida Sans Unicode" pitchFamily="34" charset="0"/>
                <a:cs typeface="Lucida Sans Unicode" pitchFamily="34" charset="0"/>
              </a:defRPr>
            </a:lvl3pPr>
            <a:lvl4pPr>
              <a:defRPr sz="2667">
                <a:latin typeface="Lucida Sans Unicode" pitchFamily="34" charset="0"/>
                <a:cs typeface="Lucida Sans Unicode" pitchFamily="34" charset="0"/>
              </a:defRPr>
            </a:lvl4pPr>
            <a:lvl5pPr>
              <a:defRPr sz="2667">
                <a:latin typeface="Lucida Sans Unicode" pitchFamily="34" charset="0"/>
                <a:cs typeface="Lucida Sans Unicode"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04929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and Content #4">
    <p:spTree>
      <p:nvGrpSpPr>
        <p:cNvPr id="1" name=""/>
        <p:cNvGrpSpPr/>
        <p:nvPr/>
      </p:nvGrpSpPr>
      <p:grpSpPr>
        <a:xfrm>
          <a:off x="0" y="0"/>
          <a:ext cx="0" cy="0"/>
          <a:chOff x="0" y="0"/>
          <a:chExt cx="0" cy="0"/>
        </a:xfrm>
      </p:grpSpPr>
      <p:sp>
        <p:nvSpPr>
          <p:cNvPr id="4" name="Text Placeholder 2"/>
          <p:cNvSpPr>
            <a:spLocks noGrp="1"/>
          </p:cNvSpPr>
          <p:nvPr>
            <p:ph type="body" sz="quarter" idx="11" hasCustomPrompt="1"/>
          </p:nvPr>
        </p:nvSpPr>
        <p:spPr>
          <a:xfrm>
            <a:off x="624418" y="1835870"/>
            <a:ext cx="11040533" cy="4545458"/>
          </a:xfrm>
          <a:prstGeom prst="rect">
            <a:avLst/>
          </a:prstGeom>
        </p:spPr>
        <p:txBody>
          <a:bodyPr vert="horz"/>
          <a:lstStyle>
            <a:lvl1pPr marL="0" indent="0" algn="l">
              <a:lnSpc>
                <a:spcPct val="100000"/>
              </a:lnSpc>
              <a:buNone/>
              <a:defRPr sz="1800">
                <a:solidFill>
                  <a:srgbClr val="1E1D64"/>
                </a:solidFill>
              </a:defRPr>
            </a:lvl1pPr>
            <a:lvl2pPr>
              <a:defRPr>
                <a:solidFill>
                  <a:srgbClr val="1E1D64"/>
                </a:solidFill>
              </a:defRPr>
            </a:lvl2pPr>
            <a:lvl3pPr>
              <a:defRPr>
                <a:solidFill>
                  <a:srgbClr val="1E1D64"/>
                </a:solidFill>
              </a:defRPr>
            </a:lvl3pPr>
            <a:lvl4pPr>
              <a:defRPr>
                <a:solidFill>
                  <a:srgbClr val="1E1D64"/>
                </a:solidFill>
              </a:defRPr>
            </a:lvl4pPr>
            <a:lvl5pPr>
              <a:defRPr>
                <a:solidFill>
                  <a:srgbClr val="1E1D64"/>
                </a:solidFill>
              </a:defRPr>
            </a:lvl5pPr>
          </a:lstStyle>
          <a:p>
            <a:pPr lvl="0"/>
            <a:r>
              <a:rPr lang="nl-BE"/>
              <a:t>Lorem ipsum dolor sit amet, sea ex prima tamquam, vidit sanctus ius an. Pri no saepe verterem, mundi viris complectitur usu ad, discere insolens persequeris an nec. No nihil homero quo. Sed at dissentiet signiferumque, sed ei modus propriae rationibus. Dicam mollis praesent ut vix, in odio erant nec, vim in dolorem vocibus. Ad suas torquatos nec, te mel populo voluptaria, omittam petentium cum eu.</a:t>
            </a:r>
          </a:p>
          <a:p>
            <a:pPr lvl="0"/>
            <a:r>
              <a:rPr lang="nl-BE"/>
              <a:t>Dicunt albucius cu est, no vis clita lobortis accusamus, legendos disputando pro id. Ad eos assum copiosae principes. Officiis repudiare no mei, nec facilis pericula intellegam ad. Pri et simul essent honestatis. Ei altera dictas mel. Cibo posse audiam pro at, vim decore consul interpretaris cu, fabulas lab</a:t>
            </a:r>
          </a:p>
        </p:txBody>
      </p:sp>
      <p:sp>
        <p:nvSpPr>
          <p:cNvPr id="5" name="Title Placeholder 1"/>
          <p:cNvSpPr>
            <a:spLocks noGrp="1"/>
          </p:cNvSpPr>
          <p:nvPr>
            <p:ph type="title"/>
          </p:nvPr>
        </p:nvSpPr>
        <p:spPr>
          <a:xfrm>
            <a:off x="624418" y="944347"/>
            <a:ext cx="11023365" cy="745909"/>
          </a:xfrm>
          <a:prstGeom prst="rect">
            <a:avLst/>
          </a:prstGeom>
        </p:spPr>
        <p:txBody>
          <a:bodyPr rtlCol="0" anchor="ctr">
            <a:normAutofit/>
          </a:bodyPr>
          <a:lstStyle>
            <a:lvl1pPr algn="l">
              <a:defRPr sz="3000" b="1">
                <a:solidFill>
                  <a:srgbClr val="1E1D64"/>
                </a:solidFill>
                <a:latin typeface="Calibri"/>
                <a:cs typeface="Calibri"/>
              </a:defRPr>
            </a:lvl1pPr>
          </a:lstStyle>
          <a:p>
            <a:r>
              <a:rPr lang="en-US"/>
              <a:t>Click to edit Master title style</a:t>
            </a:r>
          </a:p>
        </p:txBody>
      </p:sp>
      <p:sp>
        <p:nvSpPr>
          <p:cNvPr id="7" name="Slide Number Placeholder 1"/>
          <p:cNvSpPr>
            <a:spLocks noGrp="1"/>
          </p:cNvSpPr>
          <p:nvPr>
            <p:ph type="sldNum" sz="quarter" idx="4"/>
          </p:nvPr>
        </p:nvSpPr>
        <p:spPr>
          <a:xfrm>
            <a:off x="9264352" y="6381329"/>
            <a:ext cx="2844800" cy="365125"/>
          </a:xfrm>
          <a:prstGeom prst="rect">
            <a:avLst/>
          </a:prstGeom>
        </p:spPr>
        <p:txBody>
          <a:bodyPr anchor="b"/>
          <a:lstStyle>
            <a:lvl1pPr algn="r">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0206924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2_Titeldia">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2830905" y="401859"/>
            <a:ext cx="11091120" cy="755677"/>
          </a:xfrm>
          <a:prstGeom prst="rect">
            <a:avLst/>
          </a:prstGeom>
        </p:spPr>
        <p:txBody>
          <a:bodyPr vert="horz"/>
          <a:lstStyle>
            <a:lvl1pPr>
              <a:defRPr sz="3733">
                <a:solidFill>
                  <a:srgbClr val="008000"/>
                </a:solidFill>
              </a:defRPr>
            </a:lvl1pPr>
          </a:lstStyle>
          <a:p>
            <a:r>
              <a:rPr lang="en-US"/>
              <a:t>Click to edit Master title style</a:t>
            </a:r>
          </a:p>
        </p:txBody>
      </p:sp>
      <p:sp>
        <p:nvSpPr>
          <p:cNvPr id="9" name="Content Placeholder 8"/>
          <p:cNvSpPr>
            <a:spLocks noGrp="1"/>
          </p:cNvSpPr>
          <p:nvPr>
            <p:ph sz="quarter" idx="10"/>
          </p:nvPr>
        </p:nvSpPr>
        <p:spPr>
          <a:xfrm>
            <a:off x="1640417" y="1988582"/>
            <a:ext cx="9952403" cy="4402665"/>
          </a:xfrm>
          <a:prstGeom prst="rect">
            <a:avLst/>
          </a:prstGeom>
        </p:spPr>
        <p:txBody>
          <a:bodyPr vert="horz"/>
          <a:lstStyle>
            <a:lvl1pPr>
              <a:buNone/>
              <a:defRPr sz="3200">
                <a:solidFill>
                  <a:srgbClr val="000000"/>
                </a:solidFill>
                <a:latin typeface="Lucida Sans"/>
                <a:cs typeface="Lucida Sans"/>
              </a:defRPr>
            </a:lvl1pPr>
          </a:lstStyle>
          <a:p>
            <a:pPr lvl="0"/>
            <a:r>
              <a:rPr lang="en-US"/>
              <a:t>Click to edit Master text styles</a:t>
            </a:r>
          </a:p>
        </p:txBody>
      </p:sp>
    </p:spTree>
    <p:extLst>
      <p:ext uri="{BB962C8B-B14F-4D97-AF65-F5344CB8AC3E}">
        <p14:creationId xmlns:p14="http://schemas.microsoft.com/office/powerpoint/2010/main" val="18882529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29"/>
            <a:ext cx="10325100" cy="408570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4" name="Afbeelding 13">
            <a:extLst>
              <a:ext uri="{FF2B5EF4-FFF2-40B4-BE49-F238E27FC236}">
                <a16:creationId xmlns:a16="http://schemas.microsoft.com/office/drawing/2014/main" id="{DD160F68-52A6-B94F-9CB0-039BA88F1E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3226" y="5970195"/>
            <a:ext cx="1384385" cy="504742"/>
          </a:xfrm>
          <a:prstGeom prst="rect">
            <a:avLst/>
          </a:prstGeom>
        </p:spPr>
      </p:pic>
    </p:spTree>
    <p:extLst>
      <p:ext uri="{BB962C8B-B14F-4D97-AF65-F5344CB8AC3E}">
        <p14:creationId xmlns:p14="http://schemas.microsoft.com/office/powerpoint/2010/main" val="31819347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2E18A-CF84-7052-3DD2-E0E317E22616}"/>
              </a:ext>
            </a:extLst>
          </p:cNvPr>
          <p:cNvSpPr>
            <a:spLocks noGrp="1"/>
          </p:cNvSpPr>
          <p:nvPr>
            <p:ph type="title"/>
          </p:nvPr>
        </p:nvSpPr>
        <p:spPr/>
        <p:txBody>
          <a:bodyPr/>
          <a:lstStyle>
            <a:lvl1pPr>
              <a:defRPr sz="4000" b="0"/>
            </a:lvl1pPr>
          </a:lstStyle>
          <a:p>
            <a:r>
              <a:rPr lang="en-US"/>
              <a:t>Click to edit Master title style</a:t>
            </a:r>
            <a:endParaRPr lang="en-NL" dirty="0"/>
          </a:p>
        </p:txBody>
      </p:sp>
      <p:sp>
        <p:nvSpPr>
          <p:cNvPr id="3" name="Content Placeholder 2">
            <a:extLst>
              <a:ext uri="{FF2B5EF4-FFF2-40B4-BE49-F238E27FC236}">
                <a16:creationId xmlns:a16="http://schemas.microsoft.com/office/drawing/2014/main" id="{62617005-DF8D-7430-0127-7153B8BC65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7CB97BB-7A0C-B704-D690-38E6C27D2B8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1A765-8A02-169C-ED65-DB6C39322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834A7-BCD2-1795-EFDD-E5EA50A5C112}"/>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646083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9D90E-286C-7F95-A052-375F4B1B1023}"/>
              </a:ext>
            </a:extLst>
          </p:cNvPr>
          <p:cNvSpPr>
            <a:spLocks noGrp="1"/>
          </p:cNvSpPr>
          <p:nvPr>
            <p:ph type="title"/>
          </p:nvPr>
        </p:nvSpPr>
        <p:spPr>
          <a:xfrm>
            <a:off x="128187" y="457200"/>
            <a:ext cx="3734512"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E1492E9D-2B58-69D7-7BCD-27C420607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361EAAEB-CFA9-8276-3AF3-FA327307655C}"/>
              </a:ext>
            </a:extLst>
          </p:cNvPr>
          <p:cNvSpPr>
            <a:spLocks noGrp="1"/>
          </p:cNvSpPr>
          <p:nvPr>
            <p:ph type="body" sz="half" idx="2"/>
          </p:nvPr>
        </p:nvSpPr>
        <p:spPr>
          <a:xfrm>
            <a:off x="128187" y="2057400"/>
            <a:ext cx="373451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23D506-2A2D-E9CE-F75E-E1407FBD2FA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CDF0509-5D45-BFC4-2F7D-BDDC3ED6B2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6C83D3-E0AF-765F-FB80-FD6991D4E7DD}"/>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2339244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4B15-8089-D45D-4459-F254247C7C40}"/>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7B25F2E3-423D-6628-FBD7-23FE2E95B95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54B0230-9D66-1168-73AA-22B6754B42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3BF8A2-076E-D591-6571-97EB0AFD0774}"/>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908740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91794"/>
            <a:ext cx="9144000" cy="1074412"/>
          </a:xfrm>
        </p:spPr>
        <p:txBody>
          <a:bodyPr anchor="b"/>
          <a:lstStyle>
            <a:lvl1pPr algn="ctr">
              <a:defRPr sz="6000"/>
            </a:lvl1pPr>
          </a:lstStyle>
          <a:p>
            <a:r>
              <a:rPr lang="en-US"/>
              <a:t>Click to edit Master 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7337258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5" name="Afbeelding 14">
            <a:extLst>
              <a:ext uri="{FF2B5EF4-FFF2-40B4-BE49-F238E27FC236}">
                <a16:creationId xmlns:a16="http://schemas.microsoft.com/office/drawing/2014/main" id="{212C8C25-4EA4-4564-85BA-7501FDF5593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38169998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118157"/>
          </a:xfrm>
        </p:spPr>
        <p:txBody>
          <a:bodyPr>
            <a:normAutofit/>
          </a:bodyPr>
          <a:lstStyle>
            <a:lvl1pPr>
              <a:defRPr sz="1600">
                <a:solidFill>
                  <a:schemeClr val="bg1"/>
                </a:solidFill>
              </a:defRPr>
            </a:lvl1pPr>
            <a:lvl2pPr>
              <a:defRPr sz="1600"/>
            </a:lvl2pPr>
            <a:lvl3pPr>
              <a:defRPr sz="1600"/>
            </a:lvl3pPr>
            <a:lvl4pPr>
              <a:defRPr sz="1600"/>
            </a:lvl4pPr>
            <a:lvl5pPr>
              <a:defRPr sz="1600"/>
            </a:lvl5pPr>
          </a:lstStyle>
          <a:p>
            <a:pPr lvl="0"/>
            <a:r>
              <a:rPr lang="en-US" dirty="0"/>
              <a:t>Click to edit Master text styles</a:t>
            </a:r>
          </a:p>
        </p:txBody>
      </p:sp>
    </p:spTree>
    <p:extLst>
      <p:ext uri="{BB962C8B-B14F-4D97-AF65-F5344CB8AC3E}">
        <p14:creationId xmlns:p14="http://schemas.microsoft.com/office/powerpoint/2010/main" val="36099311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533400"/>
            <a:ext cx="3270100" cy="1038225"/>
          </a:xfrm>
        </p:spPr>
        <p:txBody>
          <a:bodyPr anchor="t" anchorCtr="0"/>
          <a:lstStyle>
            <a:lvl1pPr>
              <a:defRPr sz="2400">
                <a:solidFill>
                  <a:schemeClr val="bg1"/>
                </a:solidFill>
              </a:defRPr>
            </a:lvl1pPr>
          </a:lstStyle>
          <a:p>
            <a:r>
              <a:rPr lang="en-US" dirty="0"/>
              <a:t>Click to edit Master title style</a:t>
            </a:r>
            <a:endParaRPr lang="nl-NL" dirty="0"/>
          </a:p>
        </p:txBody>
      </p:sp>
    </p:spTree>
    <p:extLst>
      <p:ext uri="{BB962C8B-B14F-4D97-AF65-F5344CB8AC3E}">
        <p14:creationId xmlns:p14="http://schemas.microsoft.com/office/powerpoint/2010/main" val="32401124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4" name="Afbeelding 13">
            <a:extLst>
              <a:ext uri="{FF2B5EF4-FFF2-40B4-BE49-F238E27FC236}">
                <a16:creationId xmlns:a16="http://schemas.microsoft.com/office/drawing/2014/main" id="{01AC377B-A65B-441A-A4D3-5A55E9CADBA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
        <p:nvSpPr>
          <p:cNvPr id="2" name="Titel 1">
            <a:extLst>
              <a:ext uri="{FF2B5EF4-FFF2-40B4-BE49-F238E27FC236}">
                <a16:creationId xmlns:a16="http://schemas.microsoft.com/office/drawing/2014/main" id="{0E42DD1E-B604-4CF9-84C0-92B6A216FB84}"/>
              </a:ext>
            </a:extLst>
          </p:cNvPr>
          <p:cNvSpPr>
            <a:spLocks noGrp="1"/>
          </p:cNvSpPr>
          <p:nvPr>
            <p:ph type="title"/>
          </p:nvPr>
        </p:nvSpPr>
        <p:spPr>
          <a:xfrm>
            <a:off x="540000" y="504000"/>
            <a:ext cx="11102400"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8051B81A-12E4-442C-915C-9197F9F2232D}"/>
              </a:ext>
            </a:extLst>
          </p:cNvPr>
          <p:cNvSpPr>
            <a:spLocks noGrp="1"/>
          </p:cNvSpPr>
          <p:nvPr>
            <p:ph type="body" sz="quarter" idx="10"/>
          </p:nvPr>
        </p:nvSpPr>
        <p:spPr>
          <a:xfrm>
            <a:off x="540000" y="2520000"/>
            <a:ext cx="11080800" cy="306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0304751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3" name="Afbeelding 12">
            <a:extLst>
              <a:ext uri="{FF2B5EF4-FFF2-40B4-BE49-F238E27FC236}">
                <a16:creationId xmlns:a16="http://schemas.microsoft.com/office/drawing/2014/main" id="{CF7A5EF7-F88C-4DCB-9C39-9F8D0C8443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
        <p:nvSpPr>
          <p:cNvPr id="2" name="Titel 1">
            <a:extLst>
              <a:ext uri="{FF2B5EF4-FFF2-40B4-BE49-F238E27FC236}">
                <a16:creationId xmlns:a16="http://schemas.microsoft.com/office/drawing/2014/main" id="{033868CC-6BE0-4AB2-A67B-5298DEB5AC4C}"/>
              </a:ext>
            </a:extLst>
          </p:cNvPr>
          <p:cNvSpPr>
            <a:spLocks noGrp="1"/>
          </p:cNvSpPr>
          <p:nvPr>
            <p:ph type="title"/>
          </p:nvPr>
        </p:nvSpPr>
        <p:spPr>
          <a:xfrm>
            <a:off x="540000" y="540000"/>
            <a:ext cx="11142000" cy="1436400"/>
          </a:xfrm>
        </p:spPr>
        <p:txBody>
          <a:bodyPr lIns="540000" anchor="ctr" anchorCtr="0"/>
          <a:lstStyle>
            <a:lvl1pPr>
              <a:defRPr>
                <a:solidFill>
                  <a:schemeClr val="bg1"/>
                </a:solidFill>
              </a:defRPr>
            </a:lvl1pPr>
          </a:lstStyle>
          <a:p>
            <a:r>
              <a:rPr lang="en-US"/>
              <a:t>Click to edit Master title style</a:t>
            </a:r>
            <a:endParaRPr lang="nl-NL"/>
          </a:p>
        </p:txBody>
      </p:sp>
      <p:sp>
        <p:nvSpPr>
          <p:cNvPr id="6" name="Tijdelijke aanduiding voor tekst 5">
            <a:extLst>
              <a:ext uri="{FF2B5EF4-FFF2-40B4-BE49-F238E27FC236}">
                <a16:creationId xmlns:a16="http://schemas.microsoft.com/office/drawing/2014/main" id="{422044AC-C9DC-4068-9615-DF28008338EF}"/>
              </a:ext>
            </a:extLst>
          </p:cNvPr>
          <p:cNvSpPr>
            <a:spLocks noGrp="1"/>
          </p:cNvSpPr>
          <p:nvPr>
            <p:ph type="body" sz="quarter" idx="10"/>
          </p:nvPr>
        </p:nvSpPr>
        <p:spPr>
          <a:xfrm>
            <a:off x="540000" y="2520000"/>
            <a:ext cx="11142000" cy="315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3241607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0" name="Afbeelding 9">
            <a:extLst>
              <a:ext uri="{FF2B5EF4-FFF2-40B4-BE49-F238E27FC236}">
                <a16:creationId xmlns:a16="http://schemas.microsoft.com/office/drawing/2014/main" id="{FD73E675-FD77-4D0B-9FD8-BA09CC9CA0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Tree>
    <p:extLst>
      <p:ext uri="{BB962C8B-B14F-4D97-AF65-F5344CB8AC3E}">
        <p14:creationId xmlns:p14="http://schemas.microsoft.com/office/powerpoint/2010/main" val="7068545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6" name="Afbeelding 15">
            <a:extLst>
              <a:ext uri="{FF2B5EF4-FFF2-40B4-BE49-F238E27FC236}">
                <a16:creationId xmlns:a16="http://schemas.microsoft.com/office/drawing/2014/main" id="{1762ED42-C67E-4919-B2E8-E30110AFCB9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Tree>
    <p:extLst>
      <p:ext uri="{BB962C8B-B14F-4D97-AF65-F5344CB8AC3E}">
        <p14:creationId xmlns:p14="http://schemas.microsoft.com/office/powerpoint/2010/main" val="12670309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2" y="0"/>
            <a:ext cx="8111066"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1" name="Afbeelding 10">
            <a:extLst>
              <a:ext uri="{FF2B5EF4-FFF2-40B4-BE49-F238E27FC236}">
                <a16:creationId xmlns:a16="http://schemas.microsoft.com/office/drawing/2014/main" id="{7D2A9CE5-95E8-458E-9040-B0251FBFAEC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5" name="Rechthoek 4">
            <a:extLst>
              <a:ext uri="{FF2B5EF4-FFF2-40B4-BE49-F238E27FC236}">
                <a16:creationId xmlns:a16="http://schemas.microsoft.com/office/drawing/2014/main" id="{3FFB599D-9511-47E4-8A64-0206C2AAAF47}"/>
              </a:ext>
            </a:extLst>
          </p:cNvPr>
          <p:cNvSpPr/>
          <p:nvPr/>
        </p:nvSpPr>
        <p:spPr>
          <a:xfrm>
            <a:off x="8111067" y="10196"/>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94942CE0-4AC8-4CA7-A53A-36303407B98B}"/>
              </a:ext>
            </a:extLst>
          </p:cNvPr>
          <p:cNvSpPr>
            <a:spLocks noGrp="1"/>
          </p:cNvSpPr>
          <p:nvPr>
            <p:ph type="title"/>
          </p:nvPr>
        </p:nvSpPr>
        <p:spPr>
          <a:xfrm>
            <a:off x="8434800" y="828000"/>
            <a:ext cx="3434400" cy="4320000"/>
          </a:xfrm>
        </p:spPr>
        <p:txBody>
          <a:bodyPr anchor="t" anchorCtr="0"/>
          <a:lstStyle>
            <a:lvl1pPr>
              <a:defRPr sz="3000">
                <a:solidFill>
                  <a:schemeClr val="bg1"/>
                </a:solidFill>
              </a:defRPr>
            </a:lvl1pPr>
          </a:lstStyle>
          <a:p>
            <a:r>
              <a:rPr lang="en-US"/>
              <a:t>Click to edit Master title style</a:t>
            </a:r>
            <a:endParaRPr lang="nl-NL"/>
          </a:p>
        </p:txBody>
      </p:sp>
    </p:spTree>
    <p:extLst>
      <p:ext uri="{BB962C8B-B14F-4D97-AF65-F5344CB8AC3E}">
        <p14:creationId xmlns:p14="http://schemas.microsoft.com/office/powerpoint/2010/main" val="4189214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9" name="Afbeelding 8">
            <a:extLst>
              <a:ext uri="{FF2B5EF4-FFF2-40B4-BE49-F238E27FC236}">
                <a16:creationId xmlns:a16="http://schemas.microsoft.com/office/drawing/2014/main" id="{2A7CE760-6D02-4D82-B473-AF7356A87B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25358282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Tree>
    <p:extLst>
      <p:ext uri="{BB962C8B-B14F-4D97-AF65-F5344CB8AC3E}">
        <p14:creationId xmlns:p14="http://schemas.microsoft.com/office/powerpoint/2010/main" val="17705217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Tree>
    <p:extLst>
      <p:ext uri="{BB962C8B-B14F-4D97-AF65-F5344CB8AC3E}">
        <p14:creationId xmlns:p14="http://schemas.microsoft.com/office/powerpoint/2010/main" val="33733011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52BFD4EB-258F-4EA7-8341-D8AAACD56A5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12996912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PAGINA WIT 1">
    <p:bg>
      <p:bgPr>
        <a:solidFill>
          <a:schemeClr val="bg1"/>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1359C912-5BE2-0949-A6E6-E5772BB54BD3}"/>
              </a:ext>
            </a:extLst>
          </p:cNvPr>
          <p:cNvSpPr/>
          <p:nvPr/>
        </p:nvSpPr>
        <p:spPr>
          <a:xfrm>
            <a:off x="0" y="0"/>
            <a:ext cx="4118919"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4953000" y="643693"/>
            <a:ext cx="62865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4953000" y="1419509"/>
            <a:ext cx="6286500" cy="444721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21053"/>
          </a:xfrm>
          <a:prstGeom prst="rect">
            <a:avLst/>
          </a:prstGeom>
        </p:spPr>
        <p:txBody>
          <a:bodyPr>
            <a:normAutofit/>
          </a:bodyPr>
          <a:lstStyle>
            <a:lvl1pPr marL="0" indent="0">
              <a:buFontTx/>
              <a:buNone/>
              <a:defRPr sz="3000" b="1" i="0" baseline="0">
                <a:solidFill>
                  <a:schemeClr val="bg1"/>
                </a:solidFill>
              </a:defRPr>
            </a:lvl1pPr>
          </a:lstStyle>
          <a:p>
            <a:r>
              <a:rPr lang="nl-NL"/>
              <a:t>Kopregel van de pagina over meerdere regels</a:t>
            </a:r>
          </a:p>
        </p:txBody>
      </p:sp>
      <p:pic>
        <p:nvPicPr>
          <p:cNvPr id="9" name="Afbeelding 8">
            <a:extLst>
              <a:ext uri="{FF2B5EF4-FFF2-40B4-BE49-F238E27FC236}">
                <a16:creationId xmlns:a16="http://schemas.microsoft.com/office/drawing/2014/main" id="{2085F2CD-07CC-7F45-B06F-6EA5FFBACE1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0447" y="5717837"/>
            <a:ext cx="1964387" cy="987072"/>
          </a:xfrm>
          <a:prstGeom prst="rect">
            <a:avLst/>
          </a:prstGeom>
        </p:spPr>
      </p:pic>
      <p:pic>
        <p:nvPicPr>
          <p:cNvPr id="5" name="Picture 4" descr="A picture containing drawing&#10;&#10;Description automatically generated">
            <a:extLst>
              <a:ext uri="{FF2B5EF4-FFF2-40B4-BE49-F238E27FC236}">
                <a16:creationId xmlns:a16="http://schemas.microsoft.com/office/drawing/2014/main" id="{F144C650-D3F8-4F16-B2C6-BDFFF8D80A2B}"/>
              </a:ext>
            </a:extLst>
          </p:cNvPr>
          <p:cNvPicPr>
            <a:picLocks noChangeAspect="1"/>
          </p:cNvPicPr>
          <p:nvPr/>
        </p:nvPicPr>
        <p:blipFill>
          <a:blip r:embed="rId3" cstate="screen">
            <a:biLevel thresh="25000"/>
            <a:extLst>
              <a:ext uri="{28A0092B-C50C-407E-A947-70E740481C1C}">
                <a14:useLocalDpi xmlns:a14="http://schemas.microsoft.com/office/drawing/2010/main"/>
              </a:ext>
            </a:extLst>
          </a:blip>
          <a:stretch>
            <a:fillRect/>
          </a:stretch>
        </p:blipFill>
        <p:spPr>
          <a:xfrm>
            <a:off x="2124786" y="5896201"/>
            <a:ext cx="1733638" cy="692230"/>
          </a:xfrm>
          <a:prstGeom prst="rect">
            <a:avLst/>
          </a:prstGeom>
        </p:spPr>
      </p:pic>
    </p:spTree>
    <p:extLst>
      <p:ext uri="{BB962C8B-B14F-4D97-AF65-F5344CB8AC3E}">
        <p14:creationId xmlns:p14="http://schemas.microsoft.com/office/powerpoint/2010/main" val="34467716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hor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Rechthoek 14">
            <a:extLst>
              <a:ext uri="{FF2B5EF4-FFF2-40B4-BE49-F238E27FC236}">
                <a16:creationId xmlns:a16="http://schemas.microsoft.com/office/drawing/2014/main" id="{8D736B1F-B4E2-4ADC-93B3-78C9AD2058C2}"/>
              </a:ext>
            </a:extLst>
          </p:cNvPr>
          <p:cNvSpPr/>
          <p:nvPr/>
        </p:nvSpPr>
        <p:spPr>
          <a:xfrm>
            <a:off x="1" y="0"/>
            <a:ext cx="2720082"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5" name="Afbeelding 8">
            <a:extLst>
              <a:ext uri="{FF2B5EF4-FFF2-40B4-BE49-F238E27FC236}">
                <a16:creationId xmlns:a16="http://schemas.microsoft.com/office/drawing/2014/main" id="{FE177759-92AB-4472-837E-E8E3BD602F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783" y="5932275"/>
            <a:ext cx="1555723" cy="781725"/>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EBE0506D-4634-4B31-A43B-A578EC0AD18A}"/>
              </a:ext>
            </a:extLst>
          </p:cNvPr>
          <p:cNvPicPr>
            <a:picLocks noChangeAspect="1"/>
          </p:cNvPicPr>
          <p:nvPr/>
        </p:nvPicPr>
        <p:blipFill>
          <a:blip r:embed="rId4" cstate="screen">
            <a:biLevel thresh="25000"/>
            <a:extLst>
              <a:ext uri="{28A0092B-C50C-407E-A947-70E740481C1C}">
                <a14:useLocalDpi xmlns:a14="http://schemas.microsoft.com/office/drawing/2010/main"/>
              </a:ext>
            </a:extLst>
          </a:blip>
          <a:stretch>
            <a:fillRect/>
          </a:stretch>
        </p:blipFill>
        <p:spPr>
          <a:xfrm>
            <a:off x="1347105" y="6107669"/>
            <a:ext cx="1372978" cy="548221"/>
          </a:xfrm>
          <a:prstGeom prst="rect">
            <a:avLst/>
          </a:prstGeom>
        </p:spPr>
      </p:pic>
    </p:spTree>
    <p:extLst>
      <p:ext uri="{BB962C8B-B14F-4D97-AF65-F5344CB8AC3E}">
        <p14:creationId xmlns:p14="http://schemas.microsoft.com/office/powerpoint/2010/main" val="22859855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i3B bullets normal slide">
    <p:spTree>
      <p:nvGrpSpPr>
        <p:cNvPr id="1" name=""/>
        <p:cNvGrpSpPr/>
        <p:nvPr/>
      </p:nvGrpSpPr>
      <p:grpSpPr>
        <a:xfrm>
          <a:off x="0" y="0"/>
          <a:ext cx="0" cy="0"/>
          <a:chOff x="0" y="0"/>
          <a:chExt cx="0" cy="0"/>
        </a:xfrm>
      </p:grpSpPr>
      <p:pic>
        <p:nvPicPr>
          <p:cNvPr id="10" name="Afbeelding 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1487488" y="476672"/>
            <a:ext cx="6158475" cy="706090"/>
          </a:xfrm>
        </p:spPr>
        <p:txBody>
          <a:bodyPr>
            <a:normAutofit/>
          </a:bodyPr>
          <a:lstStyle>
            <a:lvl1pPr algn="l">
              <a:defRPr sz="3000" b="1" baseline="0"/>
            </a:lvl1pPr>
          </a:lstStyle>
          <a:p>
            <a:r>
              <a:rPr lang="nl-NL"/>
              <a:t>Click </a:t>
            </a:r>
            <a:r>
              <a:rPr lang="nl-NL" err="1"/>
              <a:t>for</a:t>
            </a:r>
            <a:r>
              <a:rPr lang="nl-NL"/>
              <a:t> </a:t>
            </a:r>
            <a:r>
              <a:rPr lang="nl-NL" err="1"/>
              <a:t>Title</a:t>
            </a:r>
            <a:endParaRPr lang="nl-NL"/>
          </a:p>
        </p:txBody>
      </p:sp>
      <p:sp>
        <p:nvSpPr>
          <p:cNvPr id="3" name="Tijdelijke aanduiding voor tekst 2"/>
          <p:cNvSpPr>
            <a:spLocks noGrp="1"/>
          </p:cNvSpPr>
          <p:nvPr>
            <p:ph type="body" idx="1" hasCustomPrompt="1"/>
          </p:nvPr>
        </p:nvSpPr>
        <p:spPr>
          <a:xfrm>
            <a:off x="1487488" y="1124745"/>
            <a:ext cx="6144683" cy="381719"/>
          </a:xfrm>
        </p:spPr>
        <p:txBody>
          <a:bodyPr anchor="b">
            <a:normAutofit/>
          </a:bodyPr>
          <a:lstStyle>
            <a:lvl1pPr marL="0" indent="0">
              <a:buNone/>
              <a:defRPr sz="1800" b="0" i="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Click </a:t>
            </a:r>
            <a:r>
              <a:rPr lang="nl-NL" err="1"/>
              <a:t>for</a:t>
            </a:r>
            <a:r>
              <a:rPr lang="nl-NL"/>
              <a:t> </a:t>
            </a:r>
            <a:r>
              <a:rPr lang="nl-NL" err="1"/>
              <a:t>subtitle</a:t>
            </a:r>
            <a:endParaRPr lang="nl-NL"/>
          </a:p>
        </p:txBody>
      </p:sp>
      <p:sp>
        <p:nvSpPr>
          <p:cNvPr id="6" name="Tijdelijke aanduiding voor inhoud 5"/>
          <p:cNvSpPr>
            <a:spLocks noGrp="1"/>
          </p:cNvSpPr>
          <p:nvPr>
            <p:ph sz="quarter" idx="4" hasCustomPrompt="1"/>
          </p:nvPr>
        </p:nvSpPr>
        <p:spPr>
          <a:xfrm>
            <a:off x="1487488" y="1916832"/>
            <a:ext cx="8352928" cy="3960440"/>
          </a:xfrm>
        </p:spPr>
        <p:txBody>
          <a:bodyPr/>
          <a:lstStyle>
            <a:lvl1pPr marL="342900" indent="-342900">
              <a:spcBef>
                <a:spcPts val="400"/>
              </a:spcBef>
              <a:buClr>
                <a:srgbClr val="BED732"/>
              </a:buClr>
              <a:buFont typeface="Calibri" pitchFamily="34" charset="0"/>
              <a:buChar char="₋"/>
              <a:defRPr sz="2000" baseline="0"/>
            </a:lvl1pPr>
            <a:lvl2pPr marL="800100" indent="-342900">
              <a:spcBef>
                <a:spcPts val="0"/>
              </a:spcBef>
              <a:buClr>
                <a:srgbClr val="6B56A5"/>
              </a:buClr>
              <a:buFont typeface="Arial" pitchFamily="34" charset="0"/>
              <a:buChar char="•"/>
              <a:defRPr sz="1600" baseline="0"/>
            </a:lvl2pPr>
            <a:lvl3pPr marL="1200150" indent="-285750">
              <a:buFont typeface="Arial" pitchFamily="34" charset="0"/>
              <a:buChar char="•"/>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nl-NL"/>
              <a:t>First </a:t>
            </a:r>
            <a:r>
              <a:rPr lang="nl-NL" err="1"/>
              <a:t>Bullet</a:t>
            </a:r>
            <a:r>
              <a:rPr lang="nl-NL"/>
              <a:t> level</a:t>
            </a:r>
          </a:p>
          <a:p>
            <a:pPr lvl="1"/>
            <a:r>
              <a:rPr lang="nl-NL"/>
              <a:t>Second </a:t>
            </a:r>
            <a:r>
              <a:rPr lang="nl-NL" err="1"/>
              <a:t>bullet</a:t>
            </a:r>
            <a:r>
              <a:rPr lang="nl-NL"/>
              <a:t> level</a:t>
            </a:r>
          </a:p>
          <a:p>
            <a:pPr lvl="2"/>
            <a:endParaRPr lang="nl-NL"/>
          </a:p>
          <a:p>
            <a:pPr lvl="1"/>
            <a:endParaRPr lang="nl-NL"/>
          </a:p>
        </p:txBody>
      </p:sp>
      <p:sp>
        <p:nvSpPr>
          <p:cNvPr id="9" name="Tijdelijke aanduiding voor dianummer 8"/>
          <p:cNvSpPr>
            <a:spLocks noGrp="1"/>
          </p:cNvSpPr>
          <p:nvPr>
            <p:ph type="sldNum" sz="quarter" idx="12"/>
          </p:nvPr>
        </p:nvSpPr>
        <p:spPr/>
        <p:txBody>
          <a:bodyPr/>
          <a:lstStyle>
            <a:lvl1pPr>
              <a:defRPr b="0">
                <a:solidFill>
                  <a:srgbClr val="42454F"/>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8697320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el en object">
    <p:spTree>
      <p:nvGrpSpPr>
        <p:cNvPr id="1" name=""/>
        <p:cNvGrpSpPr/>
        <p:nvPr/>
      </p:nvGrpSpPr>
      <p:grpSpPr>
        <a:xfrm>
          <a:off x="0" y="0"/>
          <a:ext cx="0" cy="0"/>
          <a:chOff x="0" y="0"/>
          <a:chExt cx="0" cy="0"/>
        </a:xfrm>
      </p:grpSpPr>
      <p:pic>
        <p:nvPicPr>
          <p:cNvPr id="4" name="Picture 2" descr="SAX_PPT_UAS_Achtergr6.jpg                                      000B06A7 VIAServer                      7C268895:"/>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1"/>
            <a:ext cx="12192000" cy="6126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el 1"/>
          <p:cNvSpPr>
            <a:spLocks noGrp="1"/>
          </p:cNvSpPr>
          <p:nvPr>
            <p:ph type="title"/>
          </p:nvPr>
        </p:nvSpPr>
        <p:spPr>
          <a:xfrm>
            <a:off x="3705102" y="274639"/>
            <a:ext cx="8059388" cy="1143000"/>
          </a:xfrm>
        </p:spPr>
        <p:txBody>
          <a:bodyPr/>
          <a:lstStyle>
            <a:lvl1pPr>
              <a:defRPr sz="4267">
                <a:solidFill>
                  <a:schemeClr val="bg1"/>
                </a:solidFill>
                <a:latin typeface="Lucida Sans Unicode" pitchFamily="34" charset="0"/>
                <a:cs typeface="Lucida Sans Unicode" pitchFamily="34" charset="0"/>
              </a:defRPr>
            </a:lvl1pPr>
          </a:lstStyle>
          <a:p>
            <a:r>
              <a:rPr lang="en-US"/>
              <a:t>Click to edit Master title style</a:t>
            </a:r>
            <a:endParaRPr lang="nl-NL"/>
          </a:p>
        </p:txBody>
      </p:sp>
      <p:sp>
        <p:nvSpPr>
          <p:cNvPr id="8" name="Tijdelijke aanduiding voor inhoud 2"/>
          <p:cNvSpPr>
            <a:spLocks noGrp="1"/>
          </p:cNvSpPr>
          <p:nvPr>
            <p:ph idx="10"/>
          </p:nvPr>
        </p:nvSpPr>
        <p:spPr>
          <a:xfrm>
            <a:off x="623392" y="1600201"/>
            <a:ext cx="11141096" cy="4525963"/>
          </a:xfrm>
        </p:spPr>
        <p:txBody>
          <a:bodyPr/>
          <a:lstStyle>
            <a:lvl1pPr>
              <a:defRPr sz="3733">
                <a:latin typeface="Lucida Sans Unicode" pitchFamily="34" charset="0"/>
                <a:cs typeface="Lucida Sans Unicode" pitchFamily="34" charset="0"/>
              </a:defRPr>
            </a:lvl1pPr>
            <a:lvl2pPr>
              <a:defRPr sz="3200">
                <a:latin typeface="Lucida Sans Unicode" pitchFamily="34" charset="0"/>
                <a:cs typeface="Lucida Sans Unicode" pitchFamily="34" charset="0"/>
              </a:defRPr>
            </a:lvl2pPr>
            <a:lvl3pPr>
              <a:defRPr sz="3200">
                <a:latin typeface="Lucida Sans Unicode" pitchFamily="34" charset="0"/>
                <a:cs typeface="Lucida Sans Unicode" pitchFamily="34" charset="0"/>
              </a:defRPr>
            </a:lvl3pPr>
            <a:lvl4pPr>
              <a:defRPr sz="2667">
                <a:latin typeface="Lucida Sans Unicode" pitchFamily="34" charset="0"/>
                <a:cs typeface="Lucida Sans Unicode" pitchFamily="34" charset="0"/>
              </a:defRPr>
            </a:lvl4pPr>
            <a:lvl5pPr>
              <a:defRPr sz="2667">
                <a:latin typeface="Lucida Sans Unicode" pitchFamily="34" charset="0"/>
                <a:cs typeface="Lucida Sans Unicode"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15175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and Content #4">
    <p:spTree>
      <p:nvGrpSpPr>
        <p:cNvPr id="1" name=""/>
        <p:cNvGrpSpPr/>
        <p:nvPr/>
      </p:nvGrpSpPr>
      <p:grpSpPr>
        <a:xfrm>
          <a:off x="0" y="0"/>
          <a:ext cx="0" cy="0"/>
          <a:chOff x="0" y="0"/>
          <a:chExt cx="0" cy="0"/>
        </a:xfrm>
      </p:grpSpPr>
      <p:sp>
        <p:nvSpPr>
          <p:cNvPr id="4" name="Text Placeholder 2"/>
          <p:cNvSpPr>
            <a:spLocks noGrp="1"/>
          </p:cNvSpPr>
          <p:nvPr>
            <p:ph type="body" sz="quarter" idx="11" hasCustomPrompt="1"/>
          </p:nvPr>
        </p:nvSpPr>
        <p:spPr>
          <a:xfrm>
            <a:off x="624418" y="1835870"/>
            <a:ext cx="11040533" cy="4545458"/>
          </a:xfrm>
          <a:prstGeom prst="rect">
            <a:avLst/>
          </a:prstGeom>
        </p:spPr>
        <p:txBody>
          <a:bodyPr vert="horz"/>
          <a:lstStyle>
            <a:lvl1pPr marL="0" indent="0" algn="l">
              <a:lnSpc>
                <a:spcPct val="100000"/>
              </a:lnSpc>
              <a:buNone/>
              <a:defRPr sz="1800">
                <a:solidFill>
                  <a:srgbClr val="1E1D64"/>
                </a:solidFill>
              </a:defRPr>
            </a:lvl1pPr>
            <a:lvl2pPr>
              <a:defRPr>
                <a:solidFill>
                  <a:srgbClr val="1E1D64"/>
                </a:solidFill>
              </a:defRPr>
            </a:lvl2pPr>
            <a:lvl3pPr>
              <a:defRPr>
                <a:solidFill>
                  <a:srgbClr val="1E1D64"/>
                </a:solidFill>
              </a:defRPr>
            </a:lvl3pPr>
            <a:lvl4pPr>
              <a:defRPr>
                <a:solidFill>
                  <a:srgbClr val="1E1D64"/>
                </a:solidFill>
              </a:defRPr>
            </a:lvl4pPr>
            <a:lvl5pPr>
              <a:defRPr>
                <a:solidFill>
                  <a:srgbClr val="1E1D64"/>
                </a:solidFill>
              </a:defRPr>
            </a:lvl5pPr>
          </a:lstStyle>
          <a:p>
            <a:pPr lvl="0"/>
            <a:r>
              <a:rPr lang="nl-BE"/>
              <a:t>Lorem ipsum dolor sit amet, sea ex prima tamquam, vidit sanctus ius an. Pri no saepe verterem, mundi viris complectitur usu ad, discere insolens persequeris an nec. No nihil homero quo. Sed at dissentiet signiferumque, sed ei modus propriae rationibus. Dicam mollis praesent ut vix, in odio erant nec, vim in dolorem vocibus. Ad suas torquatos nec, te mel populo voluptaria, omittam petentium cum eu.</a:t>
            </a:r>
          </a:p>
          <a:p>
            <a:pPr lvl="0"/>
            <a:r>
              <a:rPr lang="nl-BE"/>
              <a:t>Dicunt albucius cu est, no vis clita lobortis accusamus, legendos disputando pro id. Ad eos assum copiosae principes. Officiis repudiare no mei, nec facilis pericula intellegam ad. Pri et simul essent honestatis. Ei altera dictas mel. Cibo posse audiam pro at, vim decore consul interpretaris cu, fabulas lab</a:t>
            </a:r>
          </a:p>
        </p:txBody>
      </p:sp>
      <p:sp>
        <p:nvSpPr>
          <p:cNvPr id="5" name="Title Placeholder 1"/>
          <p:cNvSpPr>
            <a:spLocks noGrp="1"/>
          </p:cNvSpPr>
          <p:nvPr>
            <p:ph type="title"/>
          </p:nvPr>
        </p:nvSpPr>
        <p:spPr>
          <a:xfrm>
            <a:off x="624418" y="944347"/>
            <a:ext cx="11023365" cy="745909"/>
          </a:xfrm>
          <a:prstGeom prst="rect">
            <a:avLst/>
          </a:prstGeom>
        </p:spPr>
        <p:txBody>
          <a:bodyPr rtlCol="0" anchor="ctr">
            <a:normAutofit/>
          </a:bodyPr>
          <a:lstStyle>
            <a:lvl1pPr algn="l">
              <a:defRPr sz="3000" b="1">
                <a:solidFill>
                  <a:srgbClr val="1E1D64"/>
                </a:solidFill>
                <a:latin typeface="Calibri"/>
                <a:cs typeface="Calibri"/>
              </a:defRPr>
            </a:lvl1pPr>
          </a:lstStyle>
          <a:p>
            <a:r>
              <a:rPr lang="en-US"/>
              <a:t>Click to edit Master title style</a:t>
            </a:r>
          </a:p>
        </p:txBody>
      </p:sp>
      <p:sp>
        <p:nvSpPr>
          <p:cNvPr id="7" name="Slide Number Placeholder 1"/>
          <p:cNvSpPr>
            <a:spLocks noGrp="1"/>
          </p:cNvSpPr>
          <p:nvPr>
            <p:ph type="sldNum" sz="quarter" idx="4"/>
          </p:nvPr>
        </p:nvSpPr>
        <p:spPr>
          <a:xfrm>
            <a:off x="9264352" y="6381329"/>
            <a:ext cx="2844800" cy="365125"/>
          </a:xfrm>
          <a:prstGeom prst="rect">
            <a:avLst/>
          </a:prstGeom>
        </p:spPr>
        <p:txBody>
          <a:bodyPr anchor="b"/>
          <a:lstStyle>
            <a:lvl1pPr algn="r">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710370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2_Titeldia">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2830905" y="401859"/>
            <a:ext cx="11091120" cy="755677"/>
          </a:xfrm>
          <a:prstGeom prst="rect">
            <a:avLst/>
          </a:prstGeom>
        </p:spPr>
        <p:txBody>
          <a:bodyPr vert="horz"/>
          <a:lstStyle>
            <a:lvl1pPr>
              <a:defRPr sz="3733">
                <a:solidFill>
                  <a:srgbClr val="008000"/>
                </a:solidFill>
              </a:defRPr>
            </a:lvl1pPr>
          </a:lstStyle>
          <a:p>
            <a:r>
              <a:rPr lang="en-US"/>
              <a:t>Click to edit Master title style</a:t>
            </a:r>
          </a:p>
        </p:txBody>
      </p:sp>
      <p:sp>
        <p:nvSpPr>
          <p:cNvPr id="9" name="Content Placeholder 8"/>
          <p:cNvSpPr>
            <a:spLocks noGrp="1"/>
          </p:cNvSpPr>
          <p:nvPr>
            <p:ph sz="quarter" idx="10"/>
          </p:nvPr>
        </p:nvSpPr>
        <p:spPr>
          <a:xfrm>
            <a:off x="1640417" y="1988582"/>
            <a:ext cx="9952403" cy="4402665"/>
          </a:xfrm>
          <a:prstGeom prst="rect">
            <a:avLst/>
          </a:prstGeom>
        </p:spPr>
        <p:txBody>
          <a:bodyPr vert="horz"/>
          <a:lstStyle>
            <a:lvl1pPr>
              <a:buNone/>
              <a:defRPr sz="3200">
                <a:solidFill>
                  <a:srgbClr val="000000"/>
                </a:solidFill>
                <a:latin typeface="Lucida Sans"/>
                <a:cs typeface="Lucida Sans"/>
              </a:defRPr>
            </a:lvl1pPr>
          </a:lstStyle>
          <a:p>
            <a:pPr lvl="0"/>
            <a:r>
              <a:rPr lang="en-US"/>
              <a:t>Click to edit Master text styles</a:t>
            </a:r>
          </a:p>
        </p:txBody>
      </p:sp>
    </p:spTree>
    <p:extLst>
      <p:ext uri="{BB962C8B-B14F-4D97-AF65-F5344CB8AC3E}">
        <p14:creationId xmlns:p14="http://schemas.microsoft.com/office/powerpoint/2010/main" val="28182065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29"/>
            <a:ext cx="10325100" cy="408570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4" name="Afbeelding 13">
            <a:extLst>
              <a:ext uri="{FF2B5EF4-FFF2-40B4-BE49-F238E27FC236}">
                <a16:creationId xmlns:a16="http://schemas.microsoft.com/office/drawing/2014/main" id="{DD160F68-52A6-B94F-9CB0-039BA88F1E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3226" y="5970195"/>
            <a:ext cx="1384385" cy="504742"/>
          </a:xfrm>
          <a:prstGeom prst="rect">
            <a:avLst/>
          </a:prstGeom>
        </p:spPr>
      </p:pic>
    </p:spTree>
    <p:extLst>
      <p:ext uri="{BB962C8B-B14F-4D97-AF65-F5344CB8AC3E}">
        <p14:creationId xmlns:p14="http://schemas.microsoft.com/office/powerpoint/2010/main" val="42372041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2E18A-CF84-7052-3DD2-E0E317E22616}"/>
              </a:ext>
            </a:extLst>
          </p:cNvPr>
          <p:cNvSpPr>
            <a:spLocks noGrp="1"/>
          </p:cNvSpPr>
          <p:nvPr>
            <p:ph type="title"/>
          </p:nvPr>
        </p:nvSpPr>
        <p:spPr/>
        <p:txBody>
          <a:bodyPr/>
          <a:lstStyle>
            <a:lvl1pPr>
              <a:defRPr sz="4000" b="0"/>
            </a:lvl1pPr>
          </a:lstStyle>
          <a:p>
            <a:r>
              <a:rPr lang="en-US" dirty="0"/>
              <a:t>Click to edit Master title style</a:t>
            </a:r>
            <a:endParaRPr lang="en-NL" dirty="0"/>
          </a:p>
        </p:txBody>
      </p:sp>
      <p:sp>
        <p:nvSpPr>
          <p:cNvPr id="3" name="Content Placeholder 2">
            <a:extLst>
              <a:ext uri="{FF2B5EF4-FFF2-40B4-BE49-F238E27FC236}">
                <a16:creationId xmlns:a16="http://schemas.microsoft.com/office/drawing/2014/main" id="{62617005-DF8D-7430-0127-7153B8BC65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7CB97BB-7A0C-B704-D690-38E6C27D2B8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1A765-8A02-169C-ED65-DB6C39322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834A7-BCD2-1795-EFDD-E5EA50A5C112}"/>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0024346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004" y="2624137"/>
            <a:ext cx="3932237" cy="1600200"/>
          </a:xfrm>
        </p:spPr>
        <p:txBody>
          <a:bodyPr anchor="b"/>
          <a:lstStyle>
            <a:lvl1pPr>
              <a:defRPr sz="32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9976352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44ABE-69B1-7BC8-F6AB-8778CF79B652}"/>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84AF2EC8-F5E4-567F-7044-BDD1109B70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F9AD05-7FFB-C789-87EF-31CFFF5301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B859F0F1-C85D-2B09-E153-47B69EF081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BBF8C5-9BEA-FB3D-0D30-2002AA7F88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F92C61F1-DAF6-435E-6343-3112BDAC4759}"/>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33A8770E-0A61-C90B-9660-9A14DA18FF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6357C3-9B31-ECF5-2544-B7F29F246F71}"/>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150042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9D90E-286C-7F95-A052-375F4B1B1023}"/>
              </a:ext>
            </a:extLst>
          </p:cNvPr>
          <p:cNvSpPr>
            <a:spLocks noGrp="1"/>
          </p:cNvSpPr>
          <p:nvPr>
            <p:ph type="title"/>
          </p:nvPr>
        </p:nvSpPr>
        <p:spPr>
          <a:xfrm>
            <a:off x="128187" y="457200"/>
            <a:ext cx="3734512"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E1492E9D-2B58-69D7-7BCD-27C420607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361EAAEB-CFA9-8276-3AF3-FA327307655C}"/>
              </a:ext>
            </a:extLst>
          </p:cNvPr>
          <p:cNvSpPr>
            <a:spLocks noGrp="1"/>
          </p:cNvSpPr>
          <p:nvPr>
            <p:ph type="body" sz="half" idx="2"/>
          </p:nvPr>
        </p:nvSpPr>
        <p:spPr>
          <a:xfrm>
            <a:off x="128187" y="2057400"/>
            <a:ext cx="373451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23D506-2A2D-E9CE-F75E-E1407FBD2FA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CDF0509-5D45-BFC4-2F7D-BDDC3ED6B2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6C83D3-E0AF-765F-FB80-FD6991D4E7DD}"/>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608789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4B15-8089-D45D-4459-F254247C7C40}"/>
              </a:ext>
            </a:extLst>
          </p:cNvPr>
          <p:cNvSpPr>
            <a:spLocks noGrp="1"/>
          </p:cNvSpPr>
          <p:nvPr>
            <p:ph type="title"/>
          </p:nvPr>
        </p:nvSpPr>
        <p:spPr/>
        <p:txBody>
          <a:bodyPr/>
          <a:lstStyle/>
          <a:p>
            <a:r>
              <a:rPr lang="en-US" dirty="0"/>
              <a:t>Click to edit Master title style</a:t>
            </a:r>
            <a:endParaRPr lang="en-NL" dirty="0"/>
          </a:p>
        </p:txBody>
      </p:sp>
      <p:sp>
        <p:nvSpPr>
          <p:cNvPr id="3" name="Date Placeholder 2">
            <a:extLst>
              <a:ext uri="{FF2B5EF4-FFF2-40B4-BE49-F238E27FC236}">
                <a16:creationId xmlns:a16="http://schemas.microsoft.com/office/drawing/2014/main" id="{7B25F2E3-423D-6628-FBD7-23FE2E95B95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54B0230-9D66-1168-73AA-22B6754B42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3BF8A2-076E-D591-6571-97EB0AFD0774}"/>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364127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91794"/>
            <a:ext cx="9144000" cy="1074412"/>
          </a:xfrm>
        </p:spPr>
        <p:txBody>
          <a:bodyPr anchor="b"/>
          <a:lstStyle>
            <a:lvl1pPr algn="ctr">
              <a:defRPr sz="6000"/>
            </a:lvl1pPr>
          </a:lstStyle>
          <a:p>
            <a:r>
              <a:rPr lang="en-US"/>
              <a:t>Click to edit Master 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932882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3" name="Afbeelding 12">
            <a:extLst>
              <a:ext uri="{FF2B5EF4-FFF2-40B4-BE49-F238E27FC236}">
                <a16:creationId xmlns:a16="http://schemas.microsoft.com/office/drawing/2014/main" id="{43513369-5699-4CCE-93DA-0A9354F633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443051"/>
            <a:ext cx="2416626" cy="881095"/>
          </a:xfrm>
          <a:prstGeom prst="rect">
            <a:avLst/>
          </a:prstGeom>
        </p:spPr>
      </p:pic>
    </p:spTree>
    <p:extLst>
      <p:ext uri="{BB962C8B-B14F-4D97-AF65-F5344CB8AC3E}">
        <p14:creationId xmlns:p14="http://schemas.microsoft.com/office/powerpoint/2010/main" val="22301944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594100"/>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39203625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2" name="Afbeelding 11">
            <a:extLst>
              <a:ext uri="{FF2B5EF4-FFF2-40B4-BE49-F238E27FC236}">
                <a16:creationId xmlns:a16="http://schemas.microsoft.com/office/drawing/2014/main" id="{82D7232F-6567-4478-A980-A756C72F99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68800"/>
            <a:ext cx="1384385" cy="504742"/>
          </a:xfrm>
          <a:prstGeom prst="rect">
            <a:avLst/>
          </a:prstGeom>
        </p:spPr>
      </p:pic>
      <p:sp>
        <p:nvSpPr>
          <p:cNvPr id="2" name="Titel 1">
            <a:extLst>
              <a:ext uri="{FF2B5EF4-FFF2-40B4-BE49-F238E27FC236}">
                <a16:creationId xmlns:a16="http://schemas.microsoft.com/office/drawing/2014/main" id="{9B1726F7-A1D1-4F7D-A6A9-F4BE37A8413B}"/>
              </a:ext>
            </a:extLst>
          </p:cNvPr>
          <p:cNvSpPr>
            <a:spLocks noGrp="1"/>
          </p:cNvSpPr>
          <p:nvPr>
            <p:ph type="title"/>
          </p:nvPr>
        </p:nvSpPr>
        <p:spPr>
          <a:xfrm>
            <a:off x="540000" y="500284"/>
            <a:ext cx="11096477"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901B3125-4D60-4C8B-8468-32E19AAC1687}"/>
              </a:ext>
            </a:extLst>
          </p:cNvPr>
          <p:cNvSpPr>
            <a:spLocks noGrp="1"/>
          </p:cNvSpPr>
          <p:nvPr>
            <p:ph type="body" sz="quarter" idx="10"/>
          </p:nvPr>
        </p:nvSpPr>
        <p:spPr>
          <a:xfrm>
            <a:off x="540000" y="2520001"/>
            <a:ext cx="11080750" cy="30643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3257701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2" name="Afbeelding 11">
            <a:extLst>
              <a:ext uri="{FF2B5EF4-FFF2-40B4-BE49-F238E27FC236}">
                <a16:creationId xmlns:a16="http://schemas.microsoft.com/office/drawing/2014/main" id="{F59E5169-77CD-422C-B61A-44FA12564C5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70195"/>
            <a:ext cx="1384385" cy="504743"/>
          </a:xfrm>
          <a:prstGeom prst="rect">
            <a:avLst/>
          </a:prstGeom>
        </p:spPr>
      </p:pic>
      <p:sp>
        <p:nvSpPr>
          <p:cNvPr id="2" name="Titel 1">
            <a:extLst>
              <a:ext uri="{FF2B5EF4-FFF2-40B4-BE49-F238E27FC236}">
                <a16:creationId xmlns:a16="http://schemas.microsoft.com/office/drawing/2014/main" id="{C814A899-67D6-40BC-8EE2-7F21AD2D624C}"/>
              </a:ext>
            </a:extLst>
          </p:cNvPr>
          <p:cNvSpPr>
            <a:spLocks noGrp="1"/>
          </p:cNvSpPr>
          <p:nvPr>
            <p:ph type="title"/>
          </p:nvPr>
        </p:nvSpPr>
        <p:spPr>
          <a:xfrm>
            <a:off x="540000" y="540000"/>
            <a:ext cx="11142324" cy="1435507"/>
          </a:xfrm>
        </p:spPr>
        <p:txBody>
          <a:bodyPr/>
          <a:lstStyle>
            <a:lvl1pPr>
              <a:defRPr>
                <a:solidFill>
                  <a:schemeClr val="bg1"/>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D237381A-A174-44E9-B0E4-503D67E36DC3}"/>
              </a:ext>
            </a:extLst>
          </p:cNvPr>
          <p:cNvSpPr>
            <a:spLocks noGrp="1"/>
          </p:cNvSpPr>
          <p:nvPr>
            <p:ph type="body" sz="quarter" idx="10"/>
          </p:nvPr>
        </p:nvSpPr>
        <p:spPr>
          <a:xfrm>
            <a:off x="540000" y="2520000"/>
            <a:ext cx="11142324" cy="315106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1520401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9" name="Afbeelding 8">
            <a:extLst>
              <a:ext uri="{FF2B5EF4-FFF2-40B4-BE49-F238E27FC236}">
                <a16:creationId xmlns:a16="http://schemas.microsoft.com/office/drawing/2014/main" id="{D6DC7D93-812A-44EF-8162-A5D520F00F1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68800"/>
            <a:ext cx="1384385" cy="504742"/>
          </a:xfrm>
          <a:prstGeom prst="rect">
            <a:avLst/>
          </a:prstGeom>
        </p:spPr>
      </p:pic>
    </p:spTree>
    <p:extLst>
      <p:ext uri="{BB962C8B-B14F-4D97-AF65-F5344CB8AC3E}">
        <p14:creationId xmlns:p14="http://schemas.microsoft.com/office/powerpoint/2010/main" val="7416370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5" name="Afbeelding 14">
            <a:extLst>
              <a:ext uri="{FF2B5EF4-FFF2-40B4-BE49-F238E27FC236}">
                <a16:creationId xmlns:a16="http://schemas.microsoft.com/office/drawing/2014/main" id="{6659DCAD-DB1A-4352-8836-E929632DDE7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70195"/>
            <a:ext cx="1384385" cy="504743"/>
          </a:xfrm>
          <a:prstGeom prst="rect">
            <a:avLst/>
          </a:prstGeom>
        </p:spPr>
      </p:pic>
    </p:spTree>
    <p:extLst>
      <p:ext uri="{BB962C8B-B14F-4D97-AF65-F5344CB8AC3E}">
        <p14:creationId xmlns:p14="http://schemas.microsoft.com/office/powerpoint/2010/main" val="26236311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1" y="0"/>
            <a:ext cx="8111065"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7" name="Afbeelding 6">
            <a:extLst>
              <a:ext uri="{FF2B5EF4-FFF2-40B4-BE49-F238E27FC236}">
                <a16:creationId xmlns:a16="http://schemas.microsoft.com/office/drawing/2014/main" id="{669C65DB-15A3-40B1-BBEC-ED2A1BA173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2"/>
          </a:xfrm>
          <a:prstGeom prst="rect">
            <a:avLst/>
          </a:prstGeom>
        </p:spPr>
      </p:pic>
      <p:sp>
        <p:nvSpPr>
          <p:cNvPr id="8" name="Rechthoek 7">
            <a:extLst>
              <a:ext uri="{FF2B5EF4-FFF2-40B4-BE49-F238E27FC236}">
                <a16:creationId xmlns:a16="http://schemas.microsoft.com/office/drawing/2014/main" id="{6878B443-A221-472B-9B31-D2923602B620}"/>
              </a:ext>
            </a:extLst>
          </p:cNvPr>
          <p:cNvSpPr/>
          <p:nvPr/>
        </p:nvSpPr>
        <p:spPr>
          <a:xfrm>
            <a:off x="8111066"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5" name="Titel 4">
            <a:extLst>
              <a:ext uri="{FF2B5EF4-FFF2-40B4-BE49-F238E27FC236}">
                <a16:creationId xmlns:a16="http://schemas.microsoft.com/office/drawing/2014/main" id="{3BC222D1-C306-4567-A343-C722A1158F2B}"/>
              </a:ext>
            </a:extLst>
          </p:cNvPr>
          <p:cNvSpPr>
            <a:spLocks noGrp="1"/>
          </p:cNvSpPr>
          <p:nvPr>
            <p:ph type="title"/>
          </p:nvPr>
        </p:nvSpPr>
        <p:spPr>
          <a:xfrm>
            <a:off x="8435064" y="828742"/>
            <a:ext cx="3432935" cy="4318445"/>
          </a:xfrm>
        </p:spPr>
        <p:txBody>
          <a:bodyPr anchor="t" anchorCtr="0"/>
          <a:lstStyle>
            <a:lvl1pPr>
              <a:defRPr sz="3000">
                <a:solidFill>
                  <a:schemeClr val="bg1"/>
                </a:solidFill>
              </a:defRPr>
            </a:lvl1pPr>
          </a:lstStyle>
          <a:p>
            <a:r>
              <a:rPr lang="en-US"/>
              <a:t>Click to edit Master title style</a:t>
            </a:r>
            <a:endParaRPr lang="nl-NL"/>
          </a:p>
        </p:txBody>
      </p:sp>
    </p:spTree>
    <p:extLst>
      <p:ext uri="{BB962C8B-B14F-4D97-AF65-F5344CB8AC3E}">
        <p14:creationId xmlns:p14="http://schemas.microsoft.com/office/powerpoint/2010/main" val="35402933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7" name="Afbeelding 6">
            <a:extLst>
              <a:ext uri="{FF2B5EF4-FFF2-40B4-BE49-F238E27FC236}">
                <a16:creationId xmlns:a16="http://schemas.microsoft.com/office/drawing/2014/main" id="{9BAC8430-1514-4873-ABE5-EA31EA5A069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3"/>
          </a:xfrm>
          <a:prstGeom prst="rect">
            <a:avLst/>
          </a:prstGeom>
        </p:spPr>
      </p:pic>
    </p:spTree>
    <p:extLst>
      <p:ext uri="{BB962C8B-B14F-4D97-AF65-F5344CB8AC3E}">
        <p14:creationId xmlns:p14="http://schemas.microsoft.com/office/powerpoint/2010/main" val="23357614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AEB84E45-4AEA-4831-9B87-14B3517136B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2"/>
          </a:xfrm>
          <a:prstGeom prst="rect">
            <a:avLst/>
          </a:prstGeom>
        </p:spPr>
      </p:pic>
      <p:sp>
        <p:nvSpPr>
          <p:cNvPr id="2" name="Slide Number Placeholder 4">
            <a:extLst>
              <a:ext uri="{FF2B5EF4-FFF2-40B4-BE49-F238E27FC236}">
                <a16:creationId xmlns:a16="http://schemas.microsoft.com/office/drawing/2014/main" id="{EC19DED4-6C40-E918-74F2-5A9021C18362}"/>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651430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EC08955C-C1E9-4B08-A66E-790BD8E5EB5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3"/>
          </a:xfrm>
          <a:prstGeom prst="rect">
            <a:avLst/>
          </a:prstGeom>
        </p:spPr>
      </p:pic>
    </p:spTree>
    <p:extLst>
      <p:ext uri="{BB962C8B-B14F-4D97-AF65-F5344CB8AC3E}">
        <p14:creationId xmlns:p14="http://schemas.microsoft.com/office/powerpoint/2010/main" val="24534142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1_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Ond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Tijdelijke aanduiding voor datum 3"/>
          <p:cNvSpPr>
            <a:spLocks noGrp="1"/>
          </p:cNvSpPr>
          <p:nvPr>
            <p:ph type="dt" sz="half" idx="10"/>
          </p:nvPr>
        </p:nvSpPr>
        <p:spPr/>
        <p:txBody>
          <a:bodyPr/>
          <a:lstStyle/>
          <a:p>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B82B4C31-D587-489A-9E91-35D0F767D5C0}" type="slidenum">
              <a:rPr lang="nl-NL" smtClean="0"/>
              <a:t>‹#›</a:t>
            </a:fld>
            <a:endParaRPr lang="nl-NL"/>
          </a:p>
        </p:txBody>
      </p:sp>
    </p:spTree>
    <p:extLst>
      <p:ext uri="{BB962C8B-B14F-4D97-AF65-F5344CB8AC3E}">
        <p14:creationId xmlns:p14="http://schemas.microsoft.com/office/powerpoint/2010/main" val="344150777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pic>
        <p:nvPicPr>
          <p:cNvPr id="5" name="Afbeelding 4"/>
          <p:cNvPicPr>
            <a:picLocks noChangeAspect="1"/>
          </p:cNvPicPr>
          <p:nvPr/>
        </p:nvPicPr>
        <p:blipFill>
          <a:blip r:embed="rId2">
            <a:extLst>
              <a:ext uri="{28A0092B-C50C-407E-A947-70E740481C1C}">
                <a14:useLocalDpi xmlns:a14="http://schemas.microsoft.com/office/drawing/2010/main"/>
              </a:ext>
            </a:extLst>
          </a:blip>
          <a:stretch>
            <a:fillRect/>
          </a:stretch>
        </p:blipFill>
        <p:spPr bwMode="auto">
          <a:xfrm>
            <a:off x="3" y="3"/>
            <a:ext cx="12191996" cy="6857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hasCustomPrompt="1"/>
          </p:nvPr>
        </p:nvSpPr>
        <p:spPr>
          <a:xfrm>
            <a:off x="478356" y="1296000"/>
            <a:ext cx="6840000" cy="2376000"/>
          </a:xfrm>
        </p:spPr>
        <p:txBody>
          <a:bodyPr anchor="t" anchorCtr="0">
            <a:noAutofit/>
          </a:bodyPr>
          <a:lstStyle>
            <a:lvl1pPr algn="l">
              <a:defRPr sz="6000" b="1">
                <a:solidFill>
                  <a:schemeClr val="tx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356" y="288000"/>
            <a:ext cx="6840000" cy="792000"/>
          </a:xfrm>
        </p:spPr>
        <p:txBody>
          <a:bodyPr anchor="b" anchorCtr="0">
            <a:normAutofit/>
          </a:bodyPr>
          <a:lstStyle>
            <a:lvl1pPr marL="0" indent="0" algn="l">
              <a:buNone/>
              <a:defRPr sz="2200" i="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6" name="Tekstvak 5">
            <a:extLst>
              <a:ext uri="{FF2B5EF4-FFF2-40B4-BE49-F238E27FC236}">
                <a16:creationId xmlns:a16="http://schemas.microsoft.com/office/drawing/2014/main" id="{9287665F-62CD-4131-9BD9-8FAAA949A596}"/>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a:t>
            </a:r>
          </a:p>
        </p:txBody>
      </p:sp>
      <p:pic>
        <p:nvPicPr>
          <p:cNvPr id="10" name="Afbeelding 9">
            <a:extLst>
              <a:ext uri="{FF2B5EF4-FFF2-40B4-BE49-F238E27FC236}">
                <a16:creationId xmlns:a16="http://schemas.microsoft.com/office/drawing/2014/main" id="{12CF3485-17FB-471E-8577-1BDF378BC77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0708" y="5460765"/>
            <a:ext cx="2844000" cy="1100335"/>
          </a:xfrm>
          <a:prstGeom prst="rect">
            <a:avLst/>
          </a:prstGeom>
        </p:spPr>
      </p:pic>
    </p:spTree>
    <p:extLst>
      <p:ext uri="{BB962C8B-B14F-4D97-AF65-F5344CB8AC3E}">
        <p14:creationId xmlns:p14="http://schemas.microsoft.com/office/powerpoint/2010/main" val="13739561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eldia - groen">
    <p:spTree>
      <p:nvGrpSpPr>
        <p:cNvPr id="1" name=""/>
        <p:cNvGrpSpPr/>
        <p:nvPr/>
      </p:nvGrpSpPr>
      <p:grpSpPr>
        <a:xfrm>
          <a:off x="0" y="0"/>
          <a:ext cx="0" cy="0"/>
          <a:chOff x="0" y="0"/>
          <a:chExt cx="0" cy="0"/>
        </a:xfrm>
      </p:grpSpPr>
      <p:sp>
        <p:nvSpPr>
          <p:cNvPr id="4" name="Rectangle 3"/>
          <p:cNvSpPr/>
          <p:nvPr/>
        </p:nvSpPr>
        <p:spPr>
          <a:xfrm>
            <a:off x="1" y="3"/>
            <a:ext cx="822491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5" name="Afbeelding 4"/>
          <p:cNvPicPr>
            <a:picLocks noChangeAspect="1"/>
          </p:cNvPicPr>
          <p:nvPr/>
        </p:nvPicPr>
        <p:blipFill>
          <a:blip r:embed="rId2">
            <a:extLst>
              <a:ext uri="{28A0092B-C50C-407E-A947-70E740481C1C}">
                <a14:useLocalDpi xmlns:a14="http://schemas.microsoft.com/office/drawing/2010/main"/>
              </a:ext>
            </a:extLst>
          </a:blip>
          <a:stretch>
            <a:fillRect/>
          </a:stretch>
        </p:blipFill>
        <p:spPr bwMode="auto">
          <a:xfrm>
            <a:off x="8131127" y="0"/>
            <a:ext cx="406603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hasCustomPrompt="1"/>
          </p:nvPr>
        </p:nvSpPr>
        <p:spPr>
          <a:xfrm>
            <a:off x="478800" y="1296000"/>
            <a:ext cx="6840000" cy="2376000"/>
          </a:xfrm>
        </p:spPr>
        <p:txBody>
          <a:bodyPr anchor="t" anchorCtr="0">
            <a:noAutofit/>
          </a:bodyPr>
          <a:lstStyle>
            <a:lvl1pPr algn="l">
              <a:defRPr sz="6000" b="1">
                <a:solidFill>
                  <a:schemeClr val="bg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800" y="288000"/>
            <a:ext cx="6840000" cy="792000"/>
          </a:xfrm>
        </p:spPr>
        <p:txBody>
          <a:bodyPr anchor="b" anchorCtr="0">
            <a:normAutofit/>
          </a:bodyPr>
          <a:lstStyle>
            <a:lvl1pPr marL="0" indent="0" algn="l">
              <a:buNone/>
              <a:defRPr sz="220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7" name="Tijdelijke aanduiding voor tekst 7">
            <a:extLst>
              <a:ext uri="{FF2B5EF4-FFF2-40B4-BE49-F238E27FC236}">
                <a16:creationId xmlns:a16="http://schemas.microsoft.com/office/drawing/2014/main" id="{B2EEF6AA-5177-E343-981A-EA1DF6E43F8B}"/>
              </a:ext>
            </a:extLst>
          </p:cNvPr>
          <p:cNvSpPr>
            <a:spLocks noGrp="1"/>
          </p:cNvSpPr>
          <p:nvPr>
            <p:ph type="body" sz="quarter" idx="13" hasCustomPrompt="1"/>
          </p:nvPr>
        </p:nvSpPr>
        <p:spPr>
          <a:xfrm>
            <a:off x="478800" y="4107320"/>
            <a:ext cx="6840000" cy="298223"/>
          </a:xfrm>
          <a:prstGeom prst="rect">
            <a:avLst/>
          </a:prstGeom>
        </p:spPr>
        <p:txBody>
          <a:bodyPr>
            <a:normAutofit/>
          </a:bodyPr>
          <a:lstStyle>
            <a:lvl1pPr marL="0" indent="0">
              <a:buFontTx/>
              <a:buNone/>
              <a:defRPr sz="1600" baseline="0">
                <a:solidFill>
                  <a:schemeClr val="bg1"/>
                </a:solidFill>
              </a:defRPr>
            </a:lvl1pPr>
          </a:lstStyle>
          <a:p>
            <a:r>
              <a:rPr lang="nl-NL"/>
              <a:t>Voor- en achternaam</a:t>
            </a:r>
          </a:p>
        </p:txBody>
      </p:sp>
      <p:sp>
        <p:nvSpPr>
          <p:cNvPr id="8" name="Tijdelijke aanduiding voor tekst 12">
            <a:extLst>
              <a:ext uri="{FF2B5EF4-FFF2-40B4-BE49-F238E27FC236}">
                <a16:creationId xmlns:a16="http://schemas.microsoft.com/office/drawing/2014/main" id="{D4220856-237A-504F-92B2-5ECE87CB7392}"/>
              </a:ext>
            </a:extLst>
          </p:cNvPr>
          <p:cNvSpPr>
            <a:spLocks noGrp="1"/>
          </p:cNvSpPr>
          <p:nvPr>
            <p:ph type="body" sz="quarter" idx="15" hasCustomPrompt="1"/>
          </p:nvPr>
        </p:nvSpPr>
        <p:spPr>
          <a:xfrm>
            <a:off x="478800" y="4467095"/>
            <a:ext cx="6839347" cy="304800"/>
          </a:xfrm>
          <a:prstGeom prst="rect">
            <a:avLst/>
          </a:prstGeom>
        </p:spPr>
        <p:txBody>
          <a:bodyPr>
            <a:normAutofit/>
          </a:bodyPr>
          <a:lstStyle>
            <a:lvl1pPr marL="0" indent="0">
              <a:buFontTx/>
              <a:buNone/>
              <a:defRPr sz="1600" baseline="0">
                <a:solidFill>
                  <a:schemeClr val="bg1"/>
                </a:solidFill>
              </a:defRPr>
            </a:lvl1pPr>
          </a:lstStyle>
          <a:p>
            <a:r>
              <a:rPr lang="nl-NL"/>
              <a:t>Datum</a:t>
            </a:r>
          </a:p>
        </p:txBody>
      </p:sp>
      <p:sp>
        <p:nvSpPr>
          <p:cNvPr id="9" name="Tekstvak 8">
            <a:extLst>
              <a:ext uri="{FF2B5EF4-FFF2-40B4-BE49-F238E27FC236}">
                <a16:creationId xmlns:a16="http://schemas.microsoft.com/office/drawing/2014/main" id="{CF62E955-F76A-4DE8-A1BB-8B59F2C0B567}"/>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TITELDIA-GROEN</a:t>
            </a:r>
          </a:p>
        </p:txBody>
      </p:sp>
      <p:pic>
        <p:nvPicPr>
          <p:cNvPr id="15" name="Afbeelding 14">
            <a:extLst>
              <a:ext uri="{FF2B5EF4-FFF2-40B4-BE49-F238E27FC236}">
                <a16:creationId xmlns:a16="http://schemas.microsoft.com/office/drawing/2014/main" id="{B1A9597E-956D-4D57-9D06-941C499C519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1559" y="5461202"/>
            <a:ext cx="2842299" cy="1100335"/>
          </a:xfrm>
          <a:prstGeom prst="rect">
            <a:avLst/>
          </a:prstGeom>
        </p:spPr>
      </p:pic>
    </p:spTree>
    <p:extLst>
      <p:ext uri="{BB962C8B-B14F-4D97-AF65-F5344CB8AC3E}">
        <p14:creationId xmlns:p14="http://schemas.microsoft.com/office/powerpoint/2010/main" val="35503672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eldia met foto">
    <p:spTree>
      <p:nvGrpSpPr>
        <p:cNvPr id="1" name=""/>
        <p:cNvGrpSpPr/>
        <p:nvPr/>
      </p:nvGrpSpPr>
      <p:grpSpPr>
        <a:xfrm>
          <a:off x="0" y="0"/>
          <a:ext cx="0" cy="0"/>
          <a:chOff x="0" y="0"/>
          <a:chExt cx="0" cy="0"/>
        </a:xfrm>
      </p:grpSpPr>
      <p:sp>
        <p:nvSpPr>
          <p:cNvPr id="4" name="Rectangle 3"/>
          <p:cNvSpPr/>
          <p:nvPr/>
        </p:nvSpPr>
        <p:spPr>
          <a:xfrm>
            <a:off x="-1" y="3"/>
            <a:ext cx="8203476"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Picture Placeholder 7"/>
          <p:cNvSpPr>
            <a:spLocks noGrp="1"/>
          </p:cNvSpPr>
          <p:nvPr>
            <p:ph type="pic" sz="quarter" idx="10" hasCustomPrompt="1"/>
          </p:nvPr>
        </p:nvSpPr>
        <p:spPr>
          <a:xfrm>
            <a:off x="8131200" y="0"/>
            <a:ext cx="40608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2" name="Titel 1"/>
          <p:cNvSpPr>
            <a:spLocks noGrp="1"/>
          </p:cNvSpPr>
          <p:nvPr>
            <p:ph type="ctrTitle" hasCustomPrompt="1"/>
          </p:nvPr>
        </p:nvSpPr>
        <p:spPr>
          <a:xfrm>
            <a:off x="478800" y="1296000"/>
            <a:ext cx="6840000" cy="2376000"/>
          </a:xfrm>
        </p:spPr>
        <p:txBody>
          <a:bodyPr anchor="t" anchorCtr="0">
            <a:noAutofit/>
          </a:bodyPr>
          <a:lstStyle>
            <a:lvl1pPr algn="l">
              <a:defRPr sz="6000" b="1">
                <a:solidFill>
                  <a:schemeClr val="tx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800" y="288000"/>
            <a:ext cx="6840000" cy="792000"/>
          </a:xfrm>
        </p:spPr>
        <p:txBody>
          <a:bodyPr anchor="b" anchorCtr="0">
            <a:normAutofit/>
          </a:bodyPr>
          <a:lstStyle>
            <a:lvl1pPr marL="0" indent="0" algn="l">
              <a:buNone/>
              <a:defRPr sz="2200" i="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9" name="Tijdelijke aanduiding voor tekst 7">
            <a:extLst>
              <a:ext uri="{FF2B5EF4-FFF2-40B4-BE49-F238E27FC236}">
                <a16:creationId xmlns:a16="http://schemas.microsoft.com/office/drawing/2014/main" id="{B2EEF6AA-5177-E343-981A-EA1DF6E43F8B}"/>
              </a:ext>
            </a:extLst>
          </p:cNvPr>
          <p:cNvSpPr>
            <a:spLocks noGrp="1"/>
          </p:cNvSpPr>
          <p:nvPr>
            <p:ph type="body" sz="quarter" idx="13" hasCustomPrompt="1"/>
          </p:nvPr>
        </p:nvSpPr>
        <p:spPr>
          <a:xfrm>
            <a:off x="478800" y="4107320"/>
            <a:ext cx="6840653" cy="298223"/>
          </a:xfrm>
          <a:prstGeom prst="rect">
            <a:avLst/>
          </a:prstGeom>
        </p:spPr>
        <p:txBody>
          <a:bodyPr>
            <a:normAutofit/>
          </a:bodyPr>
          <a:lstStyle>
            <a:lvl1pPr marL="0" indent="0">
              <a:buFontTx/>
              <a:buNone/>
              <a:defRPr sz="1600" baseline="0">
                <a:solidFill>
                  <a:srgbClr val="009C82"/>
                </a:solidFill>
              </a:defRPr>
            </a:lvl1pPr>
          </a:lstStyle>
          <a:p>
            <a:r>
              <a:rPr lang="nl-NL"/>
              <a:t>Voor- en achternaam</a:t>
            </a:r>
          </a:p>
        </p:txBody>
      </p:sp>
      <p:sp>
        <p:nvSpPr>
          <p:cNvPr id="10" name="Tijdelijke aanduiding voor tekst 12">
            <a:extLst>
              <a:ext uri="{FF2B5EF4-FFF2-40B4-BE49-F238E27FC236}">
                <a16:creationId xmlns:a16="http://schemas.microsoft.com/office/drawing/2014/main" id="{D4220856-237A-504F-92B2-5ECE87CB7392}"/>
              </a:ext>
            </a:extLst>
          </p:cNvPr>
          <p:cNvSpPr>
            <a:spLocks noGrp="1"/>
          </p:cNvSpPr>
          <p:nvPr>
            <p:ph type="body" sz="quarter" idx="15" hasCustomPrompt="1"/>
          </p:nvPr>
        </p:nvSpPr>
        <p:spPr>
          <a:xfrm>
            <a:off x="478800" y="4467095"/>
            <a:ext cx="6840000" cy="304800"/>
          </a:xfrm>
          <a:prstGeom prst="rect">
            <a:avLst/>
          </a:prstGeom>
        </p:spPr>
        <p:txBody>
          <a:bodyPr>
            <a:normAutofit/>
          </a:bodyPr>
          <a:lstStyle>
            <a:lvl1pPr marL="0" indent="0">
              <a:buFontTx/>
              <a:buNone/>
              <a:defRPr sz="1600" baseline="0">
                <a:solidFill>
                  <a:srgbClr val="009C82"/>
                </a:solidFill>
              </a:defRPr>
            </a:lvl1pPr>
          </a:lstStyle>
          <a:p>
            <a:r>
              <a:rPr lang="nl-NL"/>
              <a:t>Datum</a:t>
            </a:r>
          </a:p>
        </p:txBody>
      </p:sp>
      <p:sp>
        <p:nvSpPr>
          <p:cNvPr id="12" name="Tekstvak 11">
            <a:extLst>
              <a:ext uri="{FF2B5EF4-FFF2-40B4-BE49-F238E27FC236}">
                <a16:creationId xmlns:a16="http://schemas.microsoft.com/office/drawing/2014/main" id="{CCE6B724-6B58-4515-B463-84D4E794F73B}"/>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 MET FOTO</a:t>
            </a:r>
          </a:p>
        </p:txBody>
      </p:sp>
      <p:sp>
        <p:nvSpPr>
          <p:cNvPr id="14" name="Tekstvak 13">
            <a:extLst>
              <a:ext uri="{FF2B5EF4-FFF2-40B4-BE49-F238E27FC236}">
                <a16:creationId xmlns:a16="http://schemas.microsoft.com/office/drawing/2014/main" id="{A8F674CA-F8DA-462E-A15C-CDBF6BC504E2}"/>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pic>
        <p:nvPicPr>
          <p:cNvPr id="15" name="Afbeelding 14">
            <a:extLst>
              <a:ext uri="{FF2B5EF4-FFF2-40B4-BE49-F238E27FC236}">
                <a16:creationId xmlns:a16="http://schemas.microsoft.com/office/drawing/2014/main" id="{A8A007AA-B55B-4E9D-A2F8-666B46E418C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8AFAFDC3-00F9-47CD-8BCB-D1616EBC9ED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8" name="Afbeelding 17">
            <a:extLst>
              <a:ext uri="{FF2B5EF4-FFF2-40B4-BE49-F238E27FC236}">
                <a16:creationId xmlns:a16="http://schemas.microsoft.com/office/drawing/2014/main" id="{5C8AFDF8-1E85-4372-95AE-14A33EA128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9" name="Afbeelding 18">
            <a:extLst>
              <a:ext uri="{FF2B5EF4-FFF2-40B4-BE49-F238E27FC236}">
                <a16:creationId xmlns:a16="http://schemas.microsoft.com/office/drawing/2014/main" id="{DCC2A9E9-C804-4EB0-B3AD-C5402F1A15B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0708" y="5460765"/>
            <a:ext cx="2844000" cy="1100335"/>
          </a:xfrm>
          <a:prstGeom prst="rect">
            <a:avLst/>
          </a:prstGeom>
        </p:spPr>
      </p:pic>
    </p:spTree>
    <p:extLst>
      <p:ext uri="{BB962C8B-B14F-4D97-AF65-F5344CB8AC3E}">
        <p14:creationId xmlns:p14="http://schemas.microsoft.com/office/powerpoint/2010/main" val="382265204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p>
        </p:txBody>
      </p:sp>
      <p:sp>
        <p:nvSpPr>
          <p:cNvPr id="3" name="Tijdelijke aanduiding voor inhou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5" name="Tekstvak 4">
            <a:extLst>
              <a:ext uri="{FF2B5EF4-FFF2-40B4-BE49-F238E27FC236}">
                <a16:creationId xmlns:a16="http://schemas.microsoft.com/office/drawing/2014/main" id="{83CAAD80-5083-4E39-80FC-83B1EBE8A588}"/>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a:t>
            </a:r>
          </a:p>
        </p:txBody>
      </p:sp>
    </p:spTree>
    <p:extLst>
      <p:ext uri="{BB962C8B-B14F-4D97-AF65-F5344CB8AC3E}">
        <p14:creationId xmlns:p14="http://schemas.microsoft.com/office/powerpoint/2010/main" val="114978590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el en object (wi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p>
        </p:txBody>
      </p:sp>
      <p:sp>
        <p:nvSpPr>
          <p:cNvPr id="3" name="Tijdelijke aanduiding voor inhou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6" name="Tekstvak 5">
            <a:extLst>
              <a:ext uri="{FF2B5EF4-FFF2-40B4-BE49-F238E27FC236}">
                <a16:creationId xmlns:a16="http://schemas.microsoft.com/office/drawing/2014/main" id="{E631A57E-AFC2-43F7-8E0B-1D68531D3ABF}"/>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a:t>
            </a:r>
          </a:p>
        </p:txBody>
      </p:sp>
    </p:spTree>
    <p:extLst>
      <p:ext uri="{BB962C8B-B14F-4D97-AF65-F5344CB8AC3E}">
        <p14:creationId xmlns:p14="http://schemas.microsoft.com/office/powerpoint/2010/main" val="7134578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el en object (wit+1/3 foto)">
    <p:spTree>
      <p:nvGrpSpPr>
        <p:cNvPr id="1" name=""/>
        <p:cNvGrpSpPr/>
        <p:nvPr/>
      </p:nvGrpSpPr>
      <p:grpSpPr>
        <a:xfrm>
          <a:off x="0" y="0"/>
          <a:ext cx="0" cy="0"/>
          <a:chOff x="0" y="0"/>
          <a:chExt cx="0" cy="0"/>
        </a:xfrm>
      </p:grpSpPr>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0" name="Picture Placeholder 7">
            <a:extLst>
              <a:ext uri="{FF2B5EF4-FFF2-40B4-BE49-F238E27FC236}">
                <a16:creationId xmlns:a16="http://schemas.microsoft.com/office/drawing/2014/main" id="{6892B8C9-9FB2-4773-A4FB-95DC8AA4747A}"/>
              </a:ext>
            </a:extLst>
          </p:cNvPr>
          <p:cNvSpPr>
            <a:spLocks noGrp="1"/>
          </p:cNvSpPr>
          <p:nvPr>
            <p:ph type="pic" sz="quarter" idx="10" hasCustomPrompt="1"/>
          </p:nvPr>
        </p:nvSpPr>
        <p:spPr>
          <a:xfrm>
            <a:off x="8131200" y="0"/>
            <a:ext cx="40608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2" name="Titel 1"/>
          <p:cNvSpPr>
            <a:spLocks noGrp="1"/>
          </p:cNvSpPr>
          <p:nvPr>
            <p:ph type="title"/>
          </p:nvPr>
        </p:nvSpPr>
        <p:spPr>
          <a:xfrm>
            <a:off x="670986" y="1026000"/>
            <a:ext cx="7122865" cy="666000"/>
          </a:xfrm>
        </p:spPr>
        <p:txBody>
          <a:bodyPr/>
          <a:lstStyle/>
          <a:p>
            <a:r>
              <a:rPr lang="en-US"/>
              <a:t>Click to edit Master title style</a:t>
            </a:r>
          </a:p>
        </p:txBody>
      </p:sp>
      <p:sp>
        <p:nvSpPr>
          <p:cNvPr id="3" name="Tijdelijke aanduiding voor inhoud 2"/>
          <p:cNvSpPr>
            <a:spLocks noGrp="1"/>
          </p:cNvSpPr>
          <p:nvPr>
            <p:ph idx="1"/>
          </p:nvPr>
        </p:nvSpPr>
        <p:spPr>
          <a:xfrm>
            <a:off x="670986" y="1764000"/>
            <a:ext cx="7122865"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11" name="Tekstvak 10">
            <a:extLst>
              <a:ext uri="{FF2B5EF4-FFF2-40B4-BE49-F238E27FC236}">
                <a16:creationId xmlns:a16="http://schemas.microsoft.com/office/drawing/2014/main" id="{7A595EE6-BDA6-43DD-955F-79046DE607D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(wit+1/3 foto)</a:t>
            </a:r>
          </a:p>
        </p:txBody>
      </p:sp>
      <p:pic>
        <p:nvPicPr>
          <p:cNvPr id="13" name="Afbeelding 12">
            <a:extLst>
              <a:ext uri="{FF2B5EF4-FFF2-40B4-BE49-F238E27FC236}">
                <a16:creationId xmlns:a16="http://schemas.microsoft.com/office/drawing/2014/main" id="{C029E682-A8BB-47FD-A325-4DFA434539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38D7D234-8261-4EA0-B56C-D8D99B2E30C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489B0BBB-4ADE-4546-9C32-E55E68427B6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5" name="Tekstvak 14">
            <a:extLst>
              <a:ext uri="{FF2B5EF4-FFF2-40B4-BE49-F238E27FC236}">
                <a16:creationId xmlns:a16="http://schemas.microsoft.com/office/drawing/2014/main" id="{A4CF239C-5E61-4154-A6FE-1FDBBAB3A7B9}"/>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Tree>
    <p:extLst>
      <p:ext uri="{BB962C8B-B14F-4D97-AF65-F5344CB8AC3E}">
        <p14:creationId xmlns:p14="http://schemas.microsoft.com/office/powerpoint/2010/main" val="18003314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el en object (wit+2/3 foto)">
    <p:spTree>
      <p:nvGrpSpPr>
        <p:cNvPr id="1" name=""/>
        <p:cNvGrpSpPr/>
        <p:nvPr/>
      </p:nvGrpSpPr>
      <p:grpSpPr>
        <a:xfrm>
          <a:off x="0" y="0"/>
          <a:ext cx="0" cy="0"/>
          <a:chOff x="0" y="0"/>
          <a:chExt cx="0" cy="0"/>
        </a:xfrm>
      </p:grpSpPr>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6" name="Picture Placeholder 7"/>
          <p:cNvSpPr>
            <a:spLocks noGrp="1"/>
          </p:cNvSpPr>
          <p:nvPr>
            <p:ph type="pic" sz="quarter" idx="10" hasCustomPrompt="1"/>
          </p:nvPr>
        </p:nvSpPr>
        <p:spPr>
          <a:xfrm>
            <a:off x="4080000" y="0"/>
            <a:ext cx="81120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1" name="Tekstvak 10">
            <a:extLst>
              <a:ext uri="{FF2B5EF4-FFF2-40B4-BE49-F238E27FC236}">
                <a16:creationId xmlns:a16="http://schemas.microsoft.com/office/drawing/2014/main" id="{E4520427-BA8E-4D38-95EF-C9120025EE09}"/>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(wit+2/3 foto)</a:t>
            </a:r>
          </a:p>
        </p:txBody>
      </p:sp>
      <p:pic>
        <p:nvPicPr>
          <p:cNvPr id="13" name="Afbeelding 12">
            <a:extLst>
              <a:ext uri="{FF2B5EF4-FFF2-40B4-BE49-F238E27FC236}">
                <a16:creationId xmlns:a16="http://schemas.microsoft.com/office/drawing/2014/main" id="{45BB2FBE-FC88-42C6-9174-5B42C6FFF5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DFF4EBA5-603A-445C-8AD1-3851C6AF8F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5" name="Afbeelding 14">
            <a:extLst>
              <a:ext uri="{FF2B5EF4-FFF2-40B4-BE49-F238E27FC236}">
                <a16:creationId xmlns:a16="http://schemas.microsoft.com/office/drawing/2014/main" id="{5842EA36-C2FD-4BE7-A75F-AF0D849969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6" name="Tekstvak 15">
            <a:extLst>
              <a:ext uri="{FF2B5EF4-FFF2-40B4-BE49-F238E27FC236}">
                <a16:creationId xmlns:a16="http://schemas.microsoft.com/office/drawing/2014/main" id="{8B6077C4-AF02-4848-AD0D-4DD038E4E57A}"/>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
        <p:nvSpPr>
          <p:cNvPr id="3" name="Titel 2">
            <a:extLst>
              <a:ext uri="{FF2B5EF4-FFF2-40B4-BE49-F238E27FC236}">
                <a16:creationId xmlns:a16="http://schemas.microsoft.com/office/drawing/2014/main" id="{572574B8-641E-4642-A1D6-57EB1E59FBC1}"/>
              </a:ext>
            </a:extLst>
          </p:cNvPr>
          <p:cNvSpPr>
            <a:spLocks noGrp="1"/>
          </p:cNvSpPr>
          <p:nvPr>
            <p:ph type="title"/>
          </p:nvPr>
        </p:nvSpPr>
        <p:spPr>
          <a:xfrm>
            <a:off x="672000" y="1026000"/>
            <a:ext cx="3121374" cy="666000"/>
          </a:xfrm>
        </p:spPr>
        <p:txBody>
          <a:bodyPr/>
          <a:lstStyle/>
          <a:p>
            <a:r>
              <a:rPr lang="en-US"/>
              <a:t>Click to edit Master title style</a:t>
            </a:r>
            <a:endParaRPr lang="en-GB"/>
          </a:p>
        </p:txBody>
      </p:sp>
      <p:sp>
        <p:nvSpPr>
          <p:cNvPr id="12" name="Tijdelijke aanduiding voor inhoud 2">
            <a:extLst>
              <a:ext uri="{FF2B5EF4-FFF2-40B4-BE49-F238E27FC236}">
                <a16:creationId xmlns:a16="http://schemas.microsoft.com/office/drawing/2014/main" id="{41D107AE-6AC5-4E94-825B-476C4EB5AD0E}"/>
              </a:ext>
            </a:extLst>
          </p:cNvPr>
          <p:cNvSpPr>
            <a:spLocks noGrp="1"/>
          </p:cNvSpPr>
          <p:nvPr>
            <p:ph idx="1"/>
          </p:nvPr>
        </p:nvSpPr>
        <p:spPr>
          <a:xfrm>
            <a:off x="670987" y="1764000"/>
            <a:ext cx="3121374"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801922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el en object (groen)">
    <p:spTree>
      <p:nvGrpSpPr>
        <p:cNvPr id="1" name=""/>
        <p:cNvGrpSpPr/>
        <p:nvPr/>
      </p:nvGrpSpPr>
      <p:grpSpPr>
        <a:xfrm>
          <a:off x="0" y="0"/>
          <a:ext cx="0" cy="0"/>
          <a:chOff x="0" y="0"/>
          <a:chExt cx="0" cy="0"/>
        </a:xfrm>
      </p:grpSpPr>
      <p:sp>
        <p:nvSpPr>
          <p:cNvPr id="4" name="Rechthoek 3"/>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chemeClr val="bg1"/>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86EBFDE8-B5CE-401E-8469-26933AAE4F33}"/>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a:t>
            </a:r>
          </a:p>
        </p:txBody>
      </p:sp>
      <p:pic>
        <p:nvPicPr>
          <p:cNvPr id="13" name="Afbeelding 12">
            <a:extLst>
              <a:ext uri="{FF2B5EF4-FFF2-40B4-BE49-F238E27FC236}">
                <a16:creationId xmlns:a16="http://schemas.microsoft.com/office/drawing/2014/main" id="{D25D200E-0D89-4918-8FEC-8C4416C12CC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122188501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el en object (groen+1/3 foto)">
    <p:spTree>
      <p:nvGrpSpPr>
        <p:cNvPr id="1" name=""/>
        <p:cNvGrpSpPr/>
        <p:nvPr/>
      </p:nvGrpSpPr>
      <p:grpSpPr>
        <a:xfrm>
          <a:off x="0" y="0"/>
          <a:ext cx="0" cy="0"/>
          <a:chOff x="0" y="0"/>
          <a:chExt cx="0" cy="0"/>
        </a:xfrm>
      </p:grpSpPr>
      <p:sp>
        <p:nvSpPr>
          <p:cNvPr id="7" name="Rechthoek 6"/>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p:cNvSpPr>
            <a:spLocks noGrp="1"/>
          </p:cNvSpPr>
          <p:nvPr>
            <p:ph type="title"/>
          </p:nvPr>
        </p:nvSpPr>
        <p:spPr>
          <a:xfrm>
            <a:off x="670986" y="1026000"/>
            <a:ext cx="7122865" cy="666000"/>
          </a:xfrm>
        </p:spPr>
        <p:txBody>
          <a:bodyPr/>
          <a:lstStyle>
            <a:lvl1pPr>
              <a:defRPr>
                <a:solidFill>
                  <a:schemeClr val="bg1"/>
                </a:solidFill>
              </a:defRPr>
            </a:lvl1pPr>
          </a:lstStyle>
          <a:p>
            <a:r>
              <a:rPr lang="en-US"/>
              <a:t>Click to edit Master title style</a:t>
            </a:r>
          </a:p>
        </p:txBody>
      </p:sp>
      <p:sp>
        <p:nvSpPr>
          <p:cNvPr id="3" name="Tijdelijke aanduiding voor inhoud 2"/>
          <p:cNvSpPr>
            <a:spLocks noGrp="1"/>
          </p:cNvSpPr>
          <p:nvPr>
            <p:ph idx="1"/>
          </p:nvPr>
        </p:nvSpPr>
        <p:spPr>
          <a:xfrm>
            <a:off x="670986" y="1764000"/>
            <a:ext cx="7122865" cy="414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Picture Placeholder 7"/>
          <p:cNvSpPr>
            <a:spLocks noGrp="1"/>
          </p:cNvSpPr>
          <p:nvPr>
            <p:ph type="pic" sz="quarter" idx="10" hasCustomPrompt="1"/>
          </p:nvPr>
        </p:nvSpPr>
        <p:spPr>
          <a:xfrm>
            <a:off x="8225369" y="0"/>
            <a:ext cx="3966633"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3" name="Tekstvak 12">
            <a:extLst>
              <a:ext uri="{FF2B5EF4-FFF2-40B4-BE49-F238E27FC236}">
                <a16:creationId xmlns:a16="http://schemas.microsoft.com/office/drawing/2014/main" id="{4C1CB270-3104-4523-AB85-86B0C678E631}"/>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(groen+1/3 foto)</a:t>
            </a:r>
          </a:p>
        </p:txBody>
      </p:sp>
      <p:pic>
        <p:nvPicPr>
          <p:cNvPr id="15" name="Afbeelding 14">
            <a:extLst>
              <a:ext uri="{FF2B5EF4-FFF2-40B4-BE49-F238E27FC236}">
                <a16:creationId xmlns:a16="http://schemas.microsoft.com/office/drawing/2014/main" id="{44AFC8A0-D9D9-4FDC-AA0B-3AC152C587D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27B4DFB2-E726-48CA-BF58-470D84AEE4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7" name="Afbeelding 16">
            <a:extLst>
              <a:ext uri="{FF2B5EF4-FFF2-40B4-BE49-F238E27FC236}">
                <a16:creationId xmlns:a16="http://schemas.microsoft.com/office/drawing/2014/main" id="{78BF8541-7B2F-4AF1-98D2-F872725BD3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8" name="Tekstvak 17">
            <a:extLst>
              <a:ext uri="{FF2B5EF4-FFF2-40B4-BE49-F238E27FC236}">
                <a16:creationId xmlns:a16="http://schemas.microsoft.com/office/drawing/2014/main" id="{5024C2AF-5528-434F-92BD-EC588604F841}"/>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pic>
        <p:nvPicPr>
          <p:cNvPr id="20" name="Afbeelding 19">
            <a:extLst>
              <a:ext uri="{FF2B5EF4-FFF2-40B4-BE49-F238E27FC236}">
                <a16:creationId xmlns:a16="http://schemas.microsoft.com/office/drawing/2014/main" id="{26F5C812-23F5-4050-AC64-729B0E48218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234187516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el en object (groen+2/3 foto)">
    <p:spTree>
      <p:nvGrpSpPr>
        <p:cNvPr id="1" name=""/>
        <p:cNvGrpSpPr/>
        <p:nvPr/>
      </p:nvGrpSpPr>
      <p:grpSpPr>
        <a:xfrm>
          <a:off x="0" y="0"/>
          <a:ext cx="0" cy="0"/>
          <a:chOff x="0" y="0"/>
          <a:chExt cx="0" cy="0"/>
        </a:xfrm>
      </p:grpSpPr>
      <p:sp>
        <p:nvSpPr>
          <p:cNvPr id="7" name="Rechthoek 6"/>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Picture Placeholder 7"/>
          <p:cNvSpPr>
            <a:spLocks noGrp="1"/>
          </p:cNvSpPr>
          <p:nvPr>
            <p:ph type="pic" sz="quarter" idx="10" hasCustomPrompt="1"/>
          </p:nvPr>
        </p:nvSpPr>
        <p:spPr>
          <a:xfrm>
            <a:off x="4080000" y="0"/>
            <a:ext cx="81120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3" name="Tekstvak 12">
            <a:extLst>
              <a:ext uri="{FF2B5EF4-FFF2-40B4-BE49-F238E27FC236}">
                <a16:creationId xmlns:a16="http://schemas.microsoft.com/office/drawing/2014/main" id="{F710D2C9-CBE6-4CD7-81BB-91DEE2FE3712}"/>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(groen+2/3 foto)</a:t>
            </a:r>
          </a:p>
        </p:txBody>
      </p:sp>
      <p:pic>
        <p:nvPicPr>
          <p:cNvPr id="15" name="Afbeelding 14">
            <a:extLst>
              <a:ext uri="{FF2B5EF4-FFF2-40B4-BE49-F238E27FC236}">
                <a16:creationId xmlns:a16="http://schemas.microsoft.com/office/drawing/2014/main" id="{AD136605-3DEF-465E-8B56-319FC4B68D8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40250544-D823-418F-966E-C7D8943C203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7" name="Afbeelding 16">
            <a:extLst>
              <a:ext uri="{FF2B5EF4-FFF2-40B4-BE49-F238E27FC236}">
                <a16:creationId xmlns:a16="http://schemas.microsoft.com/office/drawing/2014/main" id="{2968F752-43C6-425E-9342-5E238901A72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8" name="Tekstvak 17">
            <a:extLst>
              <a:ext uri="{FF2B5EF4-FFF2-40B4-BE49-F238E27FC236}">
                <a16:creationId xmlns:a16="http://schemas.microsoft.com/office/drawing/2014/main" id="{46267936-07FE-4EFB-8513-36D661469332}"/>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
        <p:nvSpPr>
          <p:cNvPr id="14" name="Titel 2">
            <a:extLst>
              <a:ext uri="{FF2B5EF4-FFF2-40B4-BE49-F238E27FC236}">
                <a16:creationId xmlns:a16="http://schemas.microsoft.com/office/drawing/2014/main" id="{E59E2A4A-E906-40C2-9FE4-8D70A8B6AF0E}"/>
              </a:ext>
            </a:extLst>
          </p:cNvPr>
          <p:cNvSpPr>
            <a:spLocks noGrp="1"/>
          </p:cNvSpPr>
          <p:nvPr>
            <p:ph type="title"/>
          </p:nvPr>
        </p:nvSpPr>
        <p:spPr>
          <a:xfrm>
            <a:off x="672000" y="1026000"/>
            <a:ext cx="3121374" cy="666000"/>
          </a:xfrm>
        </p:spPr>
        <p:txBody>
          <a:bodyPr/>
          <a:lstStyle>
            <a:lvl1pPr>
              <a:defRPr>
                <a:solidFill>
                  <a:schemeClr val="bg1"/>
                </a:solidFill>
              </a:defRPr>
            </a:lvl1pPr>
          </a:lstStyle>
          <a:p>
            <a:r>
              <a:rPr lang="en-US"/>
              <a:t>Click to edit Master title style</a:t>
            </a:r>
            <a:endParaRPr lang="en-GB"/>
          </a:p>
        </p:txBody>
      </p:sp>
      <p:sp>
        <p:nvSpPr>
          <p:cNvPr id="20" name="Tijdelijke aanduiding voor inhoud 2">
            <a:extLst>
              <a:ext uri="{FF2B5EF4-FFF2-40B4-BE49-F238E27FC236}">
                <a16:creationId xmlns:a16="http://schemas.microsoft.com/office/drawing/2014/main" id="{3439CB3E-A9D4-4E2D-922F-65E21A0AFD96}"/>
              </a:ext>
            </a:extLst>
          </p:cNvPr>
          <p:cNvSpPr>
            <a:spLocks noGrp="1"/>
          </p:cNvSpPr>
          <p:nvPr>
            <p:ph idx="1"/>
          </p:nvPr>
        </p:nvSpPr>
        <p:spPr>
          <a:xfrm>
            <a:off x="670987" y="1764000"/>
            <a:ext cx="3121374" cy="414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Afbeelding 21">
            <a:extLst>
              <a:ext uri="{FF2B5EF4-FFF2-40B4-BE49-F238E27FC236}">
                <a16:creationId xmlns:a16="http://schemas.microsoft.com/office/drawing/2014/main" id="{37035787-6F0F-49E5-9360-6DDB5D5A46E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337061404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Grote 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0" hasCustomPrompt="1"/>
          </p:nvPr>
        </p:nvSpPr>
        <p:spPr>
          <a:xfrm>
            <a:off x="0" y="0"/>
            <a:ext cx="12192000" cy="6858000"/>
          </a:xfrm>
          <a:solidFill>
            <a:schemeClr val="bg1">
              <a:lumMod val="95000"/>
            </a:schemeClr>
          </a:solidFill>
        </p:spPr>
        <p:txBody>
          <a:bodyPr/>
          <a:lstStyle>
            <a:lvl1pPr marL="0" indent="0" algn="ctr">
              <a:buNone/>
              <a:defRPr/>
            </a:lvl1pPr>
          </a:lstStyle>
          <a:p>
            <a:r>
              <a:rPr lang="nl-NL"/>
              <a:t>Klik op het </a:t>
            </a:r>
            <a:br>
              <a:rPr lang="nl-NL"/>
            </a:br>
            <a:r>
              <a:rPr lang="nl-NL"/>
              <a:t>afbeeldingspictogram en </a:t>
            </a:r>
            <a:br>
              <a:rPr lang="nl-NL"/>
            </a:br>
            <a:r>
              <a:rPr lang="nl-NL"/>
              <a:t>voeg je eigen foto in.</a:t>
            </a:r>
          </a:p>
          <a:p>
            <a:endParaRPr lang="nl-NL"/>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8" name="Tijdelijke aanduiding voor afbeelding 7"/>
          <p:cNvSpPr>
            <a:spLocks noGrp="1"/>
          </p:cNvSpPr>
          <p:nvPr>
            <p:ph type="pic" sz="quarter" idx="11" hasCustomPrompt="1"/>
          </p:nvPr>
        </p:nvSpPr>
        <p:spPr>
          <a:xfrm>
            <a:off x="302400" y="6202800"/>
            <a:ext cx="1152000" cy="446400"/>
          </a:xfrm>
          <a:blipFill>
            <a:blip r:embed="rId2"/>
            <a:stretch>
              <a:fillRect/>
            </a:stretch>
          </a:blipFill>
        </p:spPr>
        <p:txBody>
          <a:bodyPr/>
          <a:lstStyle>
            <a:lvl1pPr marL="0" indent="0">
              <a:buNone/>
              <a:defRPr/>
            </a:lvl1pPr>
          </a:lstStyle>
          <a:p>
            <a:r>
              <a:rPr lang="nl-NL"/>
              <a:t> </a:t>
            </a:r>
          </a:p>
        </p:txBody>
      </p:sp>
      <p:sp>
        <p:nvSpPr>
          <p:cNvPr id="11" name="Tekstvak 10">
            <a:extLst>
              <a:ext uri="{FF2B5EF4-FFF2-40B4-BE49-F238E27FC236}">
                <a16:creationId xmlns:a16="http://schemas.microsoft.com/office/drawing/2014/main" id="{A817D2C3-502A-4EA4-8566-1A465E14F8A4}"/>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Grote foto</a:t>
            </a:r>
          </a:p>
        </p:txBody>
      </p:sp>
      <p:pic>
        <p:nvPicPr>
          <p:cNvPr id="12" name="Afbeelding 11">
            <a:extLst>
              <a:ext uri="{FF2B5EF4-FFF2-40B4-BE49-F238E27FC236}">
                <a16:creationId xmlns:a16="http://schemas.microsoft.com/office/drawing/2014/main" id="{648CED8D-9F18-460A-A1D9-D9742331D7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3" name="Afbeelding 12">
            <a:extLst>
              <a:ext uri="{FF2B5EF4-FFF2-40B4-BE49-F238E27FC236}">
                <a16:creationId xmlns:a16="http://schemas.microsoft.com/office/drawing/2014/main" id="{C95B1336-E4CD-4D66-9B53-2E2B09B439C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734EEF8F-C0DB-44F7-80E9-6F24D5F4CA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0" name="Tekstvak 9">
            <a:extLst>
              <a:ext uri="{FF2B5EF4-FFF2-40B4-BE49-F238E27FC236}">
                <a16:creationId xmlns:a16="http://schemas.microsoft.com/office/drawing/2014/main" id="{7488985C-F0AB-45E1-B334-177AE6C9DAD3}"/>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Tree>
    <p:extLst>
      <p:ext uri="{BB962C8B-B14F-4D97-AF65-F5344CB8AC3E}">
        <p14:creationId xmlns:p14="http://schemas.microsoft.com/office/powerpoint/2010/main" val="317424032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670900" y="4406903"/>
            <a:ext cx="10418317" cy="1362075"/>
          </a:xfrm>
        </p:spPr>
        <p:txBody>
          <a:bodyPr anchor="t"/>
          <a:lstStyle>
            <a:lvl1pPr algn="l">
              <a:defRPr sz="4000" b="1" cap="all"/>
            </a:lvl1pPr>
          </a:lstStyle>
          <a:p>
            <a:r>
              <a:rPr lang="en-US"/>
              <a:t>Click to edit Master title style</a:t>
            </a:r>
          </a:p>
        </p:txBody>
      </p:sp>
      <p:sp>
        <p:nvSpPr>
          <p:cNvPr id="3" name="Tijdelijke aanduiding voor tekst 2"/>
          <p:cNvSpPr>
            <a:spLocks noGrp="1"/>
          </p:cNvSpPr>
          <p:nvPr>
            <p:ph type="body" idx="1"/>
          </p:nvPr>
        </p:nvSpPr>
        <p:spPr>
          <a:xfrm>
            <a:off x="670985" y="2906713"/>
            <a:ext cx="104170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Tekstvak 5">
            <a:extLst>
              <a:ext uri="{FF2B5EF4-FFF2-40B4-BE49-F238E27FC236}">
                <a16:creationId xmlns:a16="http://schemas.microsoft.com/office/drawing/2014/main" id="{39D60296-2A65-4A38-BB67-4A38E7380A8E}"/>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sectiekop</a:t>
            </a:r>
          </a:p>
        </p:txBody>
      </p:sp>
    </p:spTree>
    <p:extLst>
      <p:ext uri="{BB962C8B-B14F-4D97-AF65-F5344CB8AC3E}">
        <p14:creationId xmlns:p14="http://schemas.microsoft.com/office/powerpoint/2010/main" val="2239772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3" name="Tijdelijke aanduiding voor inhoud 2"/>
          <p:cNvSpPr>
            <a:spLocks noGrp="1"/>
          </p:cNvSpPr>
          <p:nvPr>
            <p:ph sz="half" idx="1"/>
          </p:nvPr>
        </p:nvSpPr>
        <p:spPr>
          <a:xfrm>
            <a:off x="670983" y="1736728"/>
            <a:ext cx="4992000" cy="4176713"/>
          </a:xfrm>
        </p:spPr>
        <p:txBody>
          <a:bodyPr>
            <a:normAutofit/>
          </a:bodyPr>
          <a:lstStyle>
            <a:lvl1pPr marL="288000">
              <a:defRPr sz="2300"/>
            </a:lvl1pPr>
            <a:lvl2pPr>
              <a:defRPr sz="2300"/>
            </a:lvl2pPr>
            <a:lvl3pPr>
              <a:defRPr sz="2300"/>
            </a:lvl3pPr>
            <a:lvl4pPr>
              <a:defRPr sz="2300"/>
            </a:lvl4pPr>
            <a:lvl5pPr>
              <a:defRPr sz="23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jdelijke aanduiding voor inhoud 3"/>
          <p:cNvSpPr>
            <a:spLocks noGrp="1"/>
          </p:cNvSpPr>
          <p:nvPr>
            <p:ph sz="half" idx="2"/>
          </p:nvPr>
        </p:nvSpPr>
        <p:spPr>
          <a:xfrm>
            <a:off x="6096002" y="1736728"/>
            <a:ext cx="4993217" cy="4176713"/>
          </a:xfrm>
        </p:spPr>
        <p:txBody>
          <a:bodyPr>
            <a:normAutofit/>
          </a:bodyPr>
          <a:lstStyle>
            <a:lvl1pPr marL="288000">
              <a:defRPr sz="2300"/>
            </a:lvl1pPr>
            <a:lvl2pPr>
              <a:defRPr sz="2300"/>
            </a:lvl2pPr>
            <a:lvl3pPr>
              <a:defRPr sz="2300"/>
            </a:lvl3pPr>
            <a:lvl4pPr>
              <a:defRPr sz="2300"/>
            </a:lvl4pPr>
            <a:lvl5pPr>
              <a:defRPr sz="23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el 1"/>
          <p:cNvSpPr>
            <a:spLocks noGrp="1"/>
          </p:cNvSpPr>
          <p:nvPr>
            <p:ph type="title"/>
          </p:nvPr>
        </p:nvSpPr>
        <p:spPr>
          <a:xfrm>
            <a:off x="670984" y="1026000"/>
            <a:ext cx="10417016" cy="666000"/>
          </a:xfrm>
        </p:spPr>
        <p:txBody>
          <a:bodyPr/>
          <a:lstStyle/>
          <a:p>
            <a:r>
              <a:rPr lang="en-US"/>
              <a:t>Click to edit Master title style</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8" name="Tekstvak 7">
            <a:extLst>
              <a:ext uri="{FF2B5EF4-FFF2-40B4-BE49-F238E27FC236}">
                <a16:creationId xmlns:a16="http://schemas.microsoft.com/office/drawing/2014/main" id="{CC5EE97F-CAC9-44A7-ACC8-8F1AF103AAD4}"/>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Inhoud van twee</a:t>
            </a:r>
          </a:p>
        </p:txBody>
      </p:sp>
    </p:spTree>
    <p:extLst>
      <p:ext uri="{BB962C8B-B14F-4D97-AF65-F5344CB8AC3E}">
        <p14:creationId xmlns:p14="http://schemas.microsoft.com/office/powerpoint/2010/main" val="127065145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t>Click to edit Master title style</a:t>
            </a:r>
          </a:p>
        </p:txBody>
      </p:sp>
      <p:sp>
        <p:nvSpPr>
          <p:cNvPr id="3" name="Tijdelijke aanduiding voor tekst 2"/>
          <p:cNvSpPr>
            <a:spLocks noGrp="1"/>
          </p:cNvSpPr>
          <p:nvPr>
            <p:ph type="body" idx="1" hasCustomPrompt="1"/>
          </p:nvPr>
        </p:nvSpPr>
        <p:spPr>
          <a:xfrm>
            <a:off x="672000" y="1736725"/>
            <a:ext cx="4992000" cy="438150"/>
          </a:xfrm>
        </p:spPr>
        <p:txBody>
          <a:bodyPr anchor="b">
            <a:normAutofit/>
          </a:bodyPr>
          <a:lstStyle>
            <a:lvl1pPr marL="0" indent="0">
              <a:buNone/>
              <a:defRPr sz="23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voor </a:t>
            </a:r>
            <a:r>
              <a:rPr lang="nl-NL" err="1"/>
              <a:t>subkop</a:t>
            </a:r>
            <a:endParaRPr lang="nl-NL"/>
          </a:p>
        </p:txBody>
      </p:sp>
      <p:sp>
        <p:nvSpPr>
          <p:cNvPr id="4" name="Tijdelijke aanduiding voor inhoud 3"/>
          <p:cNvSpPr>
            <a:spLocks noGrp="1"/>
          </p:cNvSpPr>
          <p:nvPr>
            <p:ph sz="half" idx="2"/>
          </p:nvPr>
        </p:nvSpPr>
        <p:spPr>
          <a:xfrm>
            <a:off x="672000" y="2174878"/>
            <a:ext cx="4992000" cy="3738563"/>
          </a:xfrm>
        </p:spPr>
        <p:txBody>
          <a:bodyPr>
            <a:normAutofit/>
          </a:bodyPr>
          <a:lstStyle>
            <a:lvl1pPr>
              <a:defRPr sz="2300"/>
            </a:lvl1pPr>
            <a:lvl2pPr>
              <a:defRPr sz="2300"/>
            </a:lvl2pPr>
            <a:lvl3pPr>
              <a:defRPr sz="2300"/>
            </a:lvl3pPr>
            <a:lvl4pPr>
              <a:defRPr sz="2300"/>
            </a:lvl4pPr>
            <a:lvl5pPr>
              <a:defRPr sz="23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jdelijke aanduiding voor tekst 4"/>
          <p:cNvSpPr>
            <a:spLocks noGrp="1"/>
          </p:cNvSpPr>
          <p:nvPr>
            <p:ph type="body" sz="quarter" idx="3" hasCustomPrompt="1"/>
          </p:nvPr>
        </p:nvSpPr>
        <p:spPr>
          <a:xfrm>
            <a:off x="6096003" y="1736725"/>
            <a:ext cx="4993216" cy="438150"/>
          </a:xfrm>
        </p:spPr>
        <p:txBody>
          <a:bodyPr anchor="b">
            <a:normAutofit/>
          </a:bodyPr>
          <a:lstStyle>
            <a:lvl1pPr marL="0" indent="0">
              <a:buNone/>
              <a:defRPr sz="23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voor </a:t>
            </a:r>
            <a:r>
              <a:rPr lang="nl-NL" err="1"/>
              <a:t>subkop</a:t>
            </a:r>
            <a:endParaRPr lang="nl-NL"/>
          </a:p>
        </p:txBody>
      </p:sp>
      <p:sp>
        <p:nvSpPr>
          <p:cNvPr id="6" name="Tijdelijke aanduiding voor inhoud 5"/>
          <p:cNvSpPr>
            <a:spLocks noGrp="1"/>
          </p:cNvSpPr>
          <p:nvPr>
            <p:ph sz="quarter" idx="4"/>
          </p:nvPr>
        </p:nvSpPr>
        <p:spPr>
          <a:xfrm>
            <a:off x="6096001" y="2174878"/>
            <a:ext cx="4993216" cy="3738563"/>
          </a:xfrm>
        </p:spPr>
        <p:txBody>
          <a:bodyPr>
            <a:normAutofit/>
          </a:bodyPr>
          <a:lstStyle>
            <a:lvl1pPr>
              <a:defRPr sz="2300"/>
            </a:lvl1pPr>
            <a:lvl2pPr>
              <a:defRPr sz="2300"/>
            </a:lvl2pPr>
            <a:lvl3pPr>
              <a:defRPr sz="2300"/>
            </a:lvl3pPr>
            <a:lvl4pPr>
              <a:defRPr sz="2300"/>
            </a:lvl4pPr>
            <a:lvl5pPr>
              <a:defRPr sz="23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jdelijke aanduiding voor dianummer 5"/>
          <p:cNvSpPr>
            <a:spLocks noGrp="1"/>
          </p:cNvSpPr>
          <p:nvPr>
            <p:ph type="sldNum" sz="quarter" idx="10"/>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9" name="Tekstvak 8">
            <a:extLst>
              <a:ext uri="{FF2B5EF4-FFF2-40B4-BE49-F238E27FC236}">
                <a16:creationId xmlns:a16="http://schemas.microsoft.com/office/drawing/2014/main" id="{DF31D87E-EA1A-432A-AFBF-FF7B5E69CE19}"/>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vergelijking</a:t>
            </a:r>
          </a:p>
        </p:txBody>
      </p:sp>
    </p:spTree>
    <p:extLst>
      <p:ext uri="{BB962C8B-B14F-4D97-AF65-F5344CB8AC3E}">
        <p14:creationId xmlns:p14="http://schemas.microsoft.com/office/powerpoint/2010/main" val="34456573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4" name="Titel 1"/>
          <p:cNvSpPr>
            <a:spLocks noGrp="1"/>
          </p:cNvSpPr>
          <p:nvPr>
            <p:ph type="title"/>
          </p:nvPr>
        </p:nvSpPr>
        <p:spPr>
          <a:xfrm>
            <a:off x="670984" y="1026000"/>
            <a:ext cx="10417016" cy="666000"/>
          </a:xfrm>
        </p:spPr>
        <p:txBody>
          <a:bodyPr/>
          <a:lstStyle/>
          <a:p>
            <a:r>
              <a:rPr lang="en-US"/>
              <a:t>Click to edit Master title style</a:t>
            </a:r>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Tekstvak 5">
            <a:extLst>
              <a:ext uri="{FF2B5EF4-FFF2-40B4-BE49-F238E27FC236}">
                <a16:creationId xmlns:a16="http://schemas.microsoft.com/office/drawing/2014/main" id="{5DADD9A8-7A38-4589-B5A1-997790D855A2}"/>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Alleen titel</a:t>
            </a:r>
          </a:p>
        </p:txBody>
      </p:sp>
    </p:spTree>
    <p:extLst>
      <p:ext uri="{BB962C8B-B14F-4D97-AF65-F5344CB8AC3E}">
        <p14:creationId xmlns:p14="http://schemas.microsoft.com/office/powerpoint/2010/main" val="269487764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3"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Tekstvak 3">
            <a:extLst>
              <a:ext uri="{FF2B5EF4-FFF2-40B4-BE49-F238E27FC236}">
                <a16:creationId xmlns:a16="http://schemas.microsoft.com/office/drawing/2014/main" id="{26814762-C25A-44C2-B67B-1AC52F96244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leeg</a:t>
            </a:r>
          </a:p>
        </p:txBody>
      </p:sp>
    </p:spTree>
    <p:extLst>
      <p:ext uri="{BB962C8B-B14F-4D97-AF65-F5344CB8AC3E}">
        <p14:creationId xmlns:p14="http://schemas.microsoft.com/office/powerpoint/2010/main" val="389904748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70986" y="1016002"/>
            <a:ext cx="3949700" cy="720725"/>
          </a:xfrm>
        </p:spPr>
        <p:txBody>
          <a:bodyPr anchor="b"/>
          <a:lstStyle>
            <a:lvl1pPr algn="l">
              <a:defRPr sz="2000" b="1"/>
            </a:lvl1pPr>
          </a:lstStyle>
          <a:p>
            <a:r>
              <a:rPr lang="en-US"/>
              <a:t>Click to edit Master title style</a:t>
            </a:r>
          </a:p>
        </p:txBody>
      </p:sp>
      <p:sp>
        <p:nvSpPr>
          <p:cNvPr id="3" name="Tijdelijke aanduiding voor inhoud 2"/>
          <p:cNvSpPr>
            <a:spLocks noGrp="1"/>
          </p:cNvSpPr>
          <p:nvPr>
            <p:ph idx="1"/>
          </p:nvPr>
        </p:nvSpPr>
        <p:spPr>
          <a:xfrm>
            <a:off x="4766735" y="1016001"/>
            <a:ext cx="6322484" cy="4897439"/>
          </a:xfrm>
        </p:spPr>
        <p:txBody>
          <a:bodyPr>
            <a:normAutofit/>
          </a:bodyPr>
          <a:lstStyle>
            <a:lvl1pPr>
              <a:defRPr sz="2300"/>
            </a:lvl1pPr>
            <a:lvl2pPr>
              <a:defRPr sz="2300"/>
            </a:lvl2pPr>
            <a:lvl3pPr>
              <a:defRPr sz="2300"/>
            </a:lvl3pPr>
            <a:lvl4pPr>
              <a:defRPr sz="2300"/>
            </a:lvl4pPr>
            <a:lvl5pPr>
              <a:defRPr sz="23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jdelijke aanduiding voor tekst 3"/>
          <p:cNvSpPr>
            <a:spLocks noGrp="1"/>
          </p:cNvSpPr>
          <p:nvPr>
            <p:ph type="body" sz="half" idx="2"/>
          </p:nvPr>
        </p:nvSpPr>
        <p:spPr>
          <a:xfrm>
            <a:off x="670986" y="1736725"/>
            <a:ext cx="3949700" cy="42189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06A9401F-A3DE-42D3-875C-47649ABF2D48}"/>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Inhoud met bijschrift</a:t>
            </a:r>
          </a:p>
        </p:txBody>
      </p:sp>
    </p:spTree>
    <p:extLst>
      <p:ext uri="{BB962C8B-B14F-4D97-AF65-F5344CB8AC3E}">
        <p14:creationId xmlns:p14="http://schemas.microsoft.com/office/powerpoint/2010/main" val="67174275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Tijdelijke aanduiding voor afbeelding 2"/>
          <p:cNvSpPr>
            <a:spLocks noGrp="1"/>
          </p:cNvSpPr>
          <p:nvPr>
            <p:ph type="pic" idx="1"/>
          </p:nvPr>
        </p:nvSpPr>
        <p:spPr>
          <a:xfrm>
            <a:off x="2389717" y="568411"/>
            <a:ext cx="7315200" cy="415916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ijdelijke aanduiding voor tekst 3"/>
          <p:cNvSpPr>
            <a:spLocks noGrp="1"/>
          </p:cNvSpPr>
          <p:nvPr>
            <p:ph type="body" sz="half" idx="2"/>
          </p:nvPr>
        </p:nvSpPr>
        <p:spPr>
          <a:xfrm>
            <a:off x="2389717" y="5367338"/>
            <a:ext cx="7315200" cy="546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59C40B75-09AC-4745-A84A-CD342AFBE38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Afbeelding met bijschrift</a:t>
            </a:r>
          </a:p>
        </p:txBody>
      </p:sp>
    </p:spTree>
    <p:extLst>
      <p:ext uri="{BB962C8B-B14F-4D97-AF65-F5344CB8AC3E}">
        <p14:creationId xmlns:p14="http://schemas.microsoft.com/office/powerpoint/2010/main" val="161668682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PAGINA GROEN 2">
    <p:bg>
      <p:bgPr>
        <a:solidFill>
          <a:schemeClr val="bg1"/>
        </a:solidFill>
        <a:effectLst/>
      </p:bgPr>
    </p:bg>
    <p:spTree>
      <p:nvGrpSpPr>
        <p:cNvPr id="1" name=""/>
        <p:cNvGrpSpPr/>
        <p:nvPr/>
      </p:nvGrpSpPr>
      <p:grpSpPr>
        <a:xfrm>
          <a:off x="0" y="0"/>
          <a:ext cx="0" cy="0"/>
          <a:chOff x="0" y="0"/>
          <a:chExt cx="0" cy="0"/>
        </a:xfrm>
      </p:grpSpPr>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47903"/>
          </a:xfrm>
          <a:prstGeom prst="rect">
            <a:avLst/>
          </a:prstGeom>
        </p:spPr>
        <p:txBody>
          <a:bodyPr>
            <a:normAutofit/>
          </a:bodyPr>
          <a:lstStyle>
            <a:lvl1pPr marL="0" indent="0">
              <a:buFontTx/>
              <a:buNone/>
              <a:defRPr sz="3000" b="1" i="0" baseline="0">
                <a:solidFill>
                  <a:schemeClr val="tx1"/>
                </a:solidFill>
              </a:defRPr>
            </a:lvl1pPr>
          </a:lstStyle>
          <a:p>
            <a:r>
              <a:rPr lang="nl-NL"/>
              <a:t>Kopregel van de pagina over meerdere regels</a:t>
            </a:r>
          </a:p>
        </p:txBody>
      </p:sp>
      <p:sp>
        <p:nvSpPr>
          <p:cNvPr id="5" name="Tijdelijke aanduiding voor afbeelding 4">
            <a:extLst>
              <a:ext uri="{FF2B5EF4-FFF2-40B4-BE49-F238E27FC236}">
                <a16:creationId xmlns:a16="http://schemas.microsoft.com/office/drawing/2014/main" id="{AFA084CB-F740-D447-81B8-74D1ADD933A9}"/>
              </a:ext>
            </a:extLst>
          </p:cNvPr>
          <p:cNvSpPr>
            <a:spLocks noGrp="1"/>
          </p:cNvSpPr>
          <p:nvPr>
            <p:ph type="pic" sz="quarter" idx="13"/>
          </p:nvPr>
        </p:nvSpPr>
        <p:spPr>
          <a:xfrm>
            <a:off x="4131618" y="0"/>
            <a:ext cx="8060381" cy="6858000"/>
          </a:xfrm>
          <a:solidFill>
            <a:schemeClr val="tx1">
              <a:lumMod val="50000"/>
              <a:lumOff val="50000"/>
            </a:schemeClr>
          </a:solidFill>
        </p:spPr>
        <p:txBody>
          <a:bodyPr/>
          <a:lstStyle/>
          <a:p>
            <a:r>
              <a:rPr lang="en-US"/>
              <a:t>Click icon to add picture</a:t>
            </a:r>
            <a:endParaRPr lang="nl-NL"/>
          </a:p>
        </p:txBody>
      </p:sp>
      <p:pic>
        <p:nvPicPr>
          <p:cNvPr id="6" name="Afbeelding 5">
            <a:extLst>
              <a:ext uri="{FF2B5EF4-FFF2-40B4-BE49-F238E27FC236}">
                <a16:creationId xmlns:a16="http://schemas.microsoft.com/office/drawing/2014/main" id="{15ACF728-6D39-B64B-8A97-94786611632E}"/>
              </a:ext>
            </a:extLst>
          </p:cNvPr>
          <p:cNvPicPr>
            <a:picLocks noChangeAspect="1"/>
          </p:cNvPicPr>
          <p:nvPr userDrawn="1"/>
        </p:nvPicPr>
        <p:blipFill>
          <a:blip r:embed="rId2"/>
          <a:stretch>
            <a:fillRect/>
          </a:stretch>
        </p:blipFill>
        <p:spPr>
          <a:xfrm>
            <a:off x="210446" y="5717837"/>
            <a:ext cx="1964389" cy="987073"/>
          </a:xfrm>
          <a:prstGeom prst="rect">
            <a:avLst/>
          </a:prstGeom>
        </p:spPr>
      </p:pic>
    </p:spTree>
    <p:extLst>
      <p:ext uri="{BB962C8B-B14F-4D97-AF65-F5344CB8AC3E}">
        <p14:creationId xmlns:p14="http://schemas.microsoft.com/office/powerpoint/2010/main" val="199832561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30"/>
            <a:ext cx="10325100" cy="4088266"/>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9" name="Afbeelding 8">
            <a:extLst>
              <a:ext uri="{FF2B5EF4-FFF2-40B4-BE49-F238E27FC236}">
                <a16:creationId xmlns:a16="http://schemas.microsoft.com/office/drawing/2014/main" id="{FC3859B3-A404-4E4F-9836-31AACCED8F68}"/>
              </a:ext>
            </a:extLst>
          </p:cNvPr>
          <p:cNvPicPr>
            <a:picLocks noChangeAspect="1"/>
          </p:cNvPicPr>
          <p:nvPr userDrawn="1"/>
        </p:nvPicPr>
        <p:blipFill>
          <a:blip r:embed="rId2"/>
          <a:stretch>
            <a:fillRect/>
          </a:stretch>
        </p:blipFill>
        <p:spPr>
          <a:xfrm>
            <a:off x="210446" y="5717837"/>
            <a:ext cx="1964389" cy="987073"/>
          </a:xfrm>
          <a:prstGeom prst="rect">
            <a:avLst/>
          </a:prstGeom>
        </p:spPr>
      </p:pic>
    </p:spTree>
    <p:extLst>
      <p:ext uri="{BB962C8B-B14F-4D97-AF65-F5344CB8AC3E}">
        <p14:creationId xmlns:p14="http://schemas.microsoft.com/office/powerpoint/2010/main" val="30247741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49202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theme" Target="../theme/theme2.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image" Target="../media/image2.png"/><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image" Target="../media/image1.pn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3.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image" Target="../media/image17.png"/><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image" Target="../media/image16.png"/><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image" Target="../media/image15.png"/><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theme" Target="../theme/theme4.xml"/><Relationship Id="rId27" Type="http://schemas.openxmlformats.org/officeDocument/2006/relationships/image" Target="../media/image18.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Format </a:t>
            </a:r>
            <a:br>
              <a:rPr lang="nl-NL"/>
            </a:br>
            <a:r>
              <a:rPr lang="nl-NL"/>
              <a:t>16:9 INT</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6" name="Afbeelding 15">
            <a:extLst>
              <a:ext uri="{FF2B5EF4-FFF2-40B4-BE49-F238E27FC236}">
                <a16:creationId xmlns:a16="http://schemas.microsoft.com/office/drawing/2014/main" id="{24CF265D-E83E-4BC2-8036-5C85388D4FCA}"/>
              </a:ext>
            </a:extLst>
          </p:cNvPr>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85270463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737" r:id="rId3"/>
    <p:sldLayoutId id="2147483682" r:id="rId4"/>
    <p:sldLayoutId id="2147483683" r:id="rId5"/>
    <p:sldLayoutId id="2147483684" r:id="rId6"/>
    <p:sldLayoutId id="2147483685" r:id="rId7"/>
    <p:sldLayoutId id="2147483686" r:id="rId8"/>
    <p:sldLayoutId id="2147483687" r:id="rId9"/>
    <p:sldLayoutId id="2147483688" r:id="rId10"/>
    <p:sldLayoutId id="2147483736"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700" r:id="rId21"/>
    <p:sldLayoutId id="2147483701" r:id="rId22"/>
    <p:sldLayoutId id="2147483660" r:id="rId23"/>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Format </a:t>
            </a:r>
            <a:br>
              <a:rPr lang="nl-NL"/>
            </a:br>
            <a:r>
              <a:rPr lang="nl-NL"/>
              <a:t>16:9 INT</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6" name="Afbeelding 15">
            <a:extLst>
              <a:ext uri="{FF2B5EF4-FFF2-40B4-BE49-F238E27FC236}">
                <a16:creationId xmlns:a16="http://schemas.microsoft.com/office/drawing/2014/main" id="{24CF265D-E83E-4BC2-8036-5C85388D4FCA}"/>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362973" y="2591143"/>
            <a:ext cx="3334864" cy="1675714"/>
          </a:xfrm>
          <a:prstGeom prst="rect">
            <a:avLst/>
          </a:prstGeom>
        </p:spPr>
      </p:pic>
    </p:spTree>
    <p:extLst>
      <p:ext uri="{BB962C8B-B14F-4D97-AF65-F5344CB8AC3E}">
        <p14:creationId xmlns:p14="http://schemas.microsoft.com/office/powerpoint/2010/main" val="389869030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Formaat </a:t>
            </a:r>
            <a:br>
              <a:rPr lang="nl-NL"/>
            </a:br>
            <a:r>
              <a:rPr lang="nl-NL"/>
              <a:t>16:9 NL</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4" name="Afbeelding 13">
            <a:extLst>
              <a:ext uri="{FF2B5EF4-FFF2-40B4-BE49-F238E27FC236}">
                <a16:creationId xmlns:a16="http://schemas.microsoft.com/office/drawing/2014/main" id="{00CFFBB0-A4A8-48C7-A271-8455A1541367}"/>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324000" y="5473804"/>
            <a:ext cx="2416626" cy="881095"/>
          </a:xfrm>
          <a:prstGeom prst="rect">
            <a:avLst/>
          </a:prstGeom>
        </p:spPr>
      </p:pic>
    </p:spTree>
    <p:extLst>
      <p:ext uri="{BB962C8B-B14F-4D97-AF65-F5344CB8AC3E}">
        <p14:creationId xmlns:p14="http://schemas.microsoft.com/office/powerpoint/2010/main" val="284697371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Afbeelding 3"/>
          <p:cNvPicPr>
            <a:picLocks noChangeAspect="1"/>
          </p:cNvPicPr>
          <p:nvPr/>
        </p:nvPicPr>
        <p:blipFill>
          <a:blip r:embed="rId23">
            <a:extLst>
              <a:ext uri="{28A0092B-C50C-407E-A947-70E740481C1C}">
                <a14:useLocalDpi xmlns:a14="http://schemas.microsoft.com/office/drawing/2010/main" val="0"/>
              </a:ext>
            </a:extLst>
          </a:blip>
          <a:stretch>
            <a:fillRect/>
          </a:stretch>
        </p:blipFill>
        <p:spPr bwMode="auto">
          <a:xfrm>
            <a:off x="0" y="0"/>
            <a:ext cx="12192000" cy="57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jdelijke aanduiding voor titel 1"/>
          <p:cNvSpPr>
            <a:spLocks noGrp="1"/>
          </p:cNvSpPr>
          <p:nvPr>
            <p:ph type="title"/>
          </p:nvPr>
        </p:nvSpPr>
        <p:spPr>
          <a:xfrm>
            <a:off x="672000" y="1026000"/>
            <a:ext cx="10416000" cy="666000"/>
          </a:xfrm>
          <a:prstGeom prst="rect">
            <a:avLst/>
          </a:prstGeom>
        </p:spPr>
        <p:txBody>
          <a:bodyPr vert="horz" lIns="0" tIns="0" rIns="0" bIns="0" rtlCol="0" anchor="t" anchorCtr="0">
            <a:normAutofit/>
          </a:bodyPr>
          <a:lstStyle/>
          <a:p>
            <a:r>
              <a:rPr lang="nl-NL"/>
              <a:t>Klik om de stijl te bewerken</a:t>
            </a:r>
            <a:endParaRPr lang="en-US"/>
          </a:p>
        </p:txBody>
      </p:sp>
      <p:sp>
        <p:nvSpPr>
          <p:cNvPr id="3" name="Tijdelijke aanduiding voor tekst 2"/>
          <p:cNvSpPr>
            <a:spLocks noGrp="1"/>
          </p:cNvSpPr>
          <p:nvPr>
            <p:ph type="body" idx="1"/>
          </p:nvPr>
        </p:nvSpPr>
        <p:spPr>
          <a:xfrm>
            <a:off x="672000" y="1764000"/>
            <a:ext cx="10416000" cy="4140000"/>
          </a:xfrm>
          <a:prstGeom prst="rect">
            <a:avLst/>
          </a:prstGeom>
        </p:spPr>
        <p:txBody>
          <a:bodyPr vert="horz" lIns="0" tIns="0" rIns="0" bIns="0"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6" name="Tijdelijke aanduiding voor dianummer 5"/>
          <p:cNvSpPr>
            <a:spLocks noGrp="1"/>
          </p:cNvSpPr>
          <p:nvPr>
            <p:ph type="sldNum" sz="quarter" idx="4"/>
          </p:nvPr>
        </p:nvSpPr>
        <p:spPr>
          <a:xfrm>
            <a:off x="8640000" y="6401359"/>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13" name="Tekstvak 12">
            <a:extLst>
              <a:ext uri="{FF2B5EF4-FFF2-40B4-BE49-F238E27FC236}">
                <a16:creationId xmlns:a16="http://schemas.microsoft.com/office/drawing/2014/main" id="{92809271-3493-466D-AB40-73FA581AA587}"/>
              </a:ext>
            </a:extLst>
          </p:cNvPr>
          <p:cNvSpPr txBox="1"/>
          <p:nvPr/>
        </p:nvSpPr>
        <p:spPr>
          <a:xfrm>
            <a:off x="-2241155" y="-36000"/>
            <a:ext cx="2088000" cy="6505099"/>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50673"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TAB START</a:t>
            </a: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nieuwe DIA INVOEGEN</a:t>
            </a:r>
          </a:p>
          <a:p>
            <a:pPr marL="536575"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onderste deel van de knop </a:t>
            </a:r>
            <a:r>
              <a:rPr lang="nl-NL" sz="900" b="0" baseline="0" noProof="1">
                <a:solidFill>
                  <a:srgbClr val="515F67"/>
                </a:solidFill>
                <a:latin typeface="Arial Black" panose="020B0A04020102020204" pitchFamily="34" charset="0"/>
                <a:cs typeface="Arial" panose="020B0604020202020204" pitchFamily="34" charset="0"/>
              </a:rPr>
              <a:t>Nieuwe Dia </a:t>
            </a:r>
            <a:r>
              <a:rPr lang="nl-NL" sz="900" b="0" baseline="0" noProof="1">
                <a:solidFill>
                  <a:srgbClr val="515F67"/>
                </a:solidFill>
                <a:latin typeface="Arial" panose="020B0604020202020204" pitchFamily="34" charset="0"/>
                <a:cs typeface="Arial" panose="020B0604020202020204" pitchFamily="34" charset="0"/>
              </a:rPr>
              <a:t>en kies de gewenste dia-indeling. </a:t>
            </a:r>
          </a:p>
          <a:p>
            <a:pPr marL="0" marR="0" lvl="0" indent="0" algn="l" defTabSz="914400" rtl="0" eaLnBrk="1" fontAlgn="auto" latinLnBrk="0" hangingPunct="1">
              <a:lnSpc>
                <a:spcPct val="120000"/>
              </a:lnSpc>
              <a:spcBef>
                <a:spcPts val="0"/>
              </a:spcBef>
              <a:spcAft>
                <a:spcPts val="0"/>
              </a:spcAft>
              <a:buClrTx/>
              <a:buSzTx/>
              <a:buFontTx/>
              <a:buNone/>
              <a:tabLst/>
              <a:defRPr/>
            </a:pPr>
            <a:endParaRPr lang="nl-NL" sz="900" b="0" baseline="0" noProof="1">
              <a:solidFill>
                <a:srgbClr val="515F67"/>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ANDERE DIA-INDEling </a:t>
            </a:r>
          </a:p>
          <a:p>
            <a:pPr marL="107950" indent="-10795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dia waarvan je de dia-indeling wilt wijzigen.</a:t>
            </a:r>
          </a:p>
          <a:p>
            <a:pPr marL="107950" indent="-10795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knop </a:t>
            </a:r>
            <a:r>
              <a:rPr lang="nl-NL" sz="900" b="0" baseline="0" noProof="1">
                <a:solidFill>
                  <a:srgbClr val="515F67"/>
                </a:solidFill>
                <a:latin typeface="Arial Black" panose="020B0A04020102020204" pitchFamily="34" charset="0"/>
                <a:cs typeface="Arial" panose="020B0604020202020204" pitchFamily="34" charset="0"/>
              </a:rPr>
              <a:t>Indeling</a:t>
            </a:r>
            <a:r>
              <a:rPr lang="nl-NL" sz="900" baseline="0" noProof="1">
                <a:solidFill>
                  <a:srgbClr val="515F67"/>
                </a:solidFill>
                <a:latin typeface="Arial" panose="020B0604020202020204" pitchFamily="34" charset="0"/>
                <a:cs typeface="Arial" panose="020B0604020202020204" pitchFamily="34" charset="0"/>
              </a:rPr>
              <a:t>.</a:t>
            </a:r>
            <a:endParaRPr lang="nl-NL" sz="900" b="0" baseline="0" noProof="1">
              <a:solidFill>
                <a:srgbClr val="515F67"/>
              </a:solidFill>
              <a:latin typeface="Arial" panose="020B0604020202020204" pitchFamily="34" charset="0"/>
              <a:cs typeface="Arial" panose="020B0604020202020204" pitchFamily="34" charset="0"/>
            </a:endParaRPr>
          </a:p>
          <a:p>
            <a:pPr marL="107950" indent="-10795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Kies de gewenste indeling.</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DIA-INDELING HERSTELLEN</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Het kan gebeuren dat je de tekst- of fotovakken per ongeluk hebt verplaatst, waardoor ze niet meer op de juiste positie staan.</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Herstel dit door op de knop </a:t>
            </a:r>
            <a:r>
              <a:rPr lang="nl-NL" sz="900" b="1" baseline="0" noProof="1">
                <a:solidFill>
                  <a:srgbClr val="515F67"/>
                </a:solidFill>
                <a:latin typeface="Arial Black" panose="020B0A04020102020204" pitchFamily="34" charset="0"/>
                <a:cs typeface="Arial" panose="020B0604020202020204" pitchFamily="34" charset="0"/>
              </a:rPr>
              <a:t>Opnieuw</a:t>
            </a:r>
            <a:r>
              <a:rPr lang="nl-NL" sz="900" baseline="0" noProof="1">
                <a:solidFill>
                  <a:srgbClr val="515F67"/>
                </a:solidFill>
                <a:latin typeface="Arial Black" panose="020B0A04020102020204" pitchFamily="34" charset="0"/>
                <a:cs typeface="Arial" panose="020B0604020202020204" pitchFamily="34" charset="0"/>
              </a:rPr>
              <a:t> </a:t>
            </a:r>
            <a:r>
              <a:rPr lang="nl-NL" sz="900" b="1" baseline="0" noProof="1">
                <a:solidFill>
                  <a:srgbClr val="515F67"/>
                </a:solidFill>
                <a:latin typeface="Arial Black" panose="020B0A04020102020204" pitchFamily="34" charset="0"/>
                <a:cs typeface="Arial" panose="020B0604020202020204" pitchFamily="34" charset="0"/>
              </a:rPr>
              <a:t>instellen</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klikken.</a:t>
            </a:r>
          </a:p>
          <a:p>
            <a:pPr marL="0" indent="0">
              <a:lnSpc>
                <a:spcPct val="120000"/>
              </a:lnSpc>
              <a:buFont typeface="+mj-lt"/>
              <a:buNone/>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KOPIËREN VANUIT EEN OUDE PRESENTATIE</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Je kunt geen complete dia’s kopiëren vanuit presentaties met een </a:t>
            </a:r>
            <a:r>
              <a:rPr lang="nl-NL" sz="900" u="sng" baseline="0" noProof="1">
                <a:solidFill>
                  <a:srgbClr val="515F67"/>
                </a:solidFill>
                <a:latin typeface="Arial" panose="020B0604020202020204" pitchFamily="34" charset="0"/>
                <a:cs typeface="Arial" panose="020B0604020202020204" pitchFamily="34" charset="0"/>
              </a:rPr>
              <a:t>andere</a:t>
            </a:r>
            <a:r>
              <a:rPr lang="nl-NL" sz="900" baseline="0" noProof="1">
                <a:solidFill>
                  <a:srgbClr val="515F67"/>
                </a:solidFill>
                <a:latin typeface="Arial" panose="020B0604020202020204" pitchFamily="34" charset="0"/>
                <a:cs typeface="Arial" panose="020B0604020202020204" pitchFamily="34" charset="0"/>
              </a:rPr>
              <a:t> opmaak. Voeg in dat geval een nieuwe dia in en kopieer de tekst vanuit de ‘oude’ presentatie naar de nieuwe dia. Gebruik hieroor de knop </a:t>
            </a:r>
            <a:r>
              <a:rPr lang="nl-NL" sz="900" baseline="0" noProof="1">
                <a:solidFill>
                  <a:srgbClr val="515F67"/>
                </a:solidFill>
                <a:latin typeface="Arial Black" panose="020B0A04020102020204" pitchFamily="34" charset="0"/>
                <a:cs typeface="Arial" panose="020B0604020202020204" pitchFamily="34" charset="0"/>
              </a:rPr>
              <a:t>Plakken</a:t>
            </a:r>
            <a:r>
              <a:rPr lang="nl-NL" sz="900" baseline="0" noProof="1">
                <a:solidFill>
                  <a:srgbClr val="515F67"/>
                </a:solidFill>
                <a:latin typeface="Arial" panose="020B0604020202020204" pitchFamily="34" charset="0"/>
                <a:cs typeface="Arial" panose="020B0604020202020204" pitchFamily="34" charset="0"/>
              </a:rPr>
              <a:t> en kies de optie </a:t>
            </a:r>
            <a:r>
              <a:rPr lang="nl-NL" sz="900" b="1" kern="1200" baseline="0" noProof="1">
                <a:solidFill>
                  <a:srgbClr val="515F67"/>
                </a:solidFill>
                <a:latin typeface="Arial Black" panose="020B0A04020102020204" pitchFamily="34" charset="0"/>
                <a:ea typeface="+mn-ea"/>
                <a:cs typeface="Arial" panose="020B0604020202020204" pitchFamily="34" charset="0"/>
              </a:rPr>
              <a:t>Alleen</a:t>
            </a:r>
            <a:r>
              <a:rPr lang="nl-NL" sz="900" baseline="0" noProof="1">
                <a:solidFill>
                  <a:srgbClr val="515F67"/>
                </a:solidFill>
                <a:latin typeface="Arial" panose="020B0604020202020204" pitchFamily="34" charset="0"/>
                <a:cs typeface="Arial" panose="020B0604020202020204" pitchFamily="34" charset="0"/>
              </a:rPr>
              <a:t> </a:t>
            </a:r>
            <a:r>
              <a:rPr lang="nl-NL" sz="900" b="1" kern="1200" baseline="0" noProof="1">
                <a:solidFill>
                  <a:srgbClr val="515F67"/>
                </a:solidFill>
                <a:latin typeface="Arial Black" panose="020B0A04020102020204" pitchFamily="34" charset="0"/>
                <a:ea typeface="+mn-ea"/>
                <a:cs typeface="Arial" panose="020B0604020202020204" pitchFamily="34" charset="0"/>
              </a:rPr>
              <a:t>tekst</a:t>
            </a:r>
            <a:r>
              <a:rPr lang="nl-NL" sz="900" baseline="0" noProof="1">
                <a:solidFill>
                  <a:srgbClr val="515F67"/>
                </a:solidFill>
                <a:latin typeface="Arial" panose="020B0604020202020204" pitchFamily="34" charset="0"/>
                <a:cs typeface="Arial" panose="020B0604020202020204" pitchFamily="34" charset="0"/>
              </a:rPr>
              <a:t> </a:t>
            </a:r>
            <a:r>
              <a:rPr lang="nl-NL" sz="900" b="1" kern="1200" baseline="0" noProof="1">
                <a:solidFill>
                  <a:srgbClr val="515F67"/>
                </a:solidFill>
                <a:latin typeface="Arial Black" panose="020B0A04020102020204" pitchFamily="34" charset="0"/>
                <a:ea typeface="+mn-ea"/>
                <a:cs typeface="Arial" panose="020B0604020202020204" pitchFamily="34" charset="0"/>
              </a:rPr>
              <a:t>behouden</a:t>
            </a:r>
            <a:r>
              <a:rPr lang="nl-NL" sz="900" baseline="0" noProof="1">
                <a:solidFill>
                  <a:srgbClr val="515F67"/>
                </a:solidFill>
                <a:latin typeface="Arial" panose="020B0604020202020204" pitchFamily="34" charset="0"/>
                <a:cs typeface="Arial" panose="020B0604020202020204" pitchFamily="34" charset="0"/>
              </a:rPr>
              <a:t>.</a:t>
            </a:r>
            <a:endParaRPr lang="nl-NL" sz="900" kern="1200" baseline="0" noProof="1">
              <a:solidFill>
                <a:srgbClr val="515F67"/>
              </a:solidFill>
              <a:latin typeface="Arial" panose="020B0604020202020204" pitchFamily="34" charset="0"/>
              <a:ea typeface="+mn-ea"/>
              <a:cs typeface="Arial" panose="020B0604020202020204" pitchFamily="34" charset="0"/>
            </a:endParaRPr>
          </a:p>
        </p:txBody>
      </p:sp>
      <p:pic>
        <p:nvPicPr>
          <p:cNvPr id="14" name="Afbeelding 13">
            <a:extLst>
              <a:ext uri="{FF2B5EF4-FFF2-40B4-BE49-F238E27FC236}">
                <a16:creationId xmlns:a16="http://schemas.microsoft.com/office/drawing/2014/main" id="{F7FC3243-A215-4B96-80E1-7A8F51022F7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115503" y="1359789"/>
            <a:ext cx="428625" cy="657225"/>
          </a:xfrm>
          <a:prstGeom prst="rect">
            <a:avLst/>
          </a:prstGeom>
        </p:spPr>
      </p:pic>
      <p:pic>
        <p:nvPicPr>
          <p:cNvPr id="16" name="Afbeelding 15">
            <a:extLst>
              <a:ext uri="{FF2B5EF4-FFF2-40B4-BE49-F238E27FC236}">
                <a16:creationId xmlns:a16="http://schemas.microsoft.com/office/drawing/2014/main" id="{9145B82A-63CF-4418-B553-F6D182D41332}"/>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115503" y="6262927"/>
            <a:ext cx="1457325" cy="523875"/>
          </a:xfrm>
          <a:prstGeom prst="rect">
            <a:avLst/>
          </a:prstGeom>
        </p:spPr>
      </p:pic>
      <p:cxnSp>
        <p:nvCxnSpPr>
          <p:cNvPr id="17" name="Rechte verbindingslijn met pijl 16">
            <a:extLst>
              <a:ext uri="{FF2B5EF4-FFF2-40B4-BE49-F238E27FC236}">
                <a16:creationId xmlns:a16="http://schemas.microsoft.com/office/drawing/2014/main" id="{F0B69D13-0C64-4DE5-AB3D-E65F4DC77D34}"/>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18" name="Rechte verbindingslijn met pijl 17">
            <a:extLst>
              <a:ext uri="{FF2B5EF4-FFF2-40B4-BE49-F238E27FC236}">
                <a16:creationId xmlns:a16="http://schemas.microsoft.com/office/drawing/2014/main" id="{C7DD53AD-8525-4F8C-8FB3-F370DA4EA80D}"/>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pic>
        <p:nvPicPr>
          <p:cNvPr id="19" name="Afbeelding 18">
            <a:extLst>
              <a:ext uri="{FF2B5EF4-FFF2-40B4-BE49-F238E27FC236}">
                <a16:creationId xmlns:a16="http://schemas.microsoft.com/office/drawing/2014/main" id="{8560EC97-28E4-4A9A-9F83-8C1BE5FCD106}"/>
              </a:ext>
            </a:extLst>
          </p:cNvPr>
          <p:cNvPicPr>
            <a:picLocks noChangeAspect="1"/>
          </p:cNvPicPr>
          <p:nvPr/>
        </p:nvPicPr>
        <p:blipFill rotWithShape="1">
          <a:blip r:embed="rId26">
            <a:extLst>
              <a:ext uri="{28A0092B-C50C-407E-A947-70E740481C1C}">
                <a14:useLocalDpi xmlns:a14="http://schemas.microsoft.com/office/drawing/2010/main" val="0"/>
              </a:ext>
            </a:extLst>
          </a:blip>
          <a:srcRect l="56058" t="26168" r="1250" b="15996"/>
          <a:stretch/>
        </p:blipFill>
        <p:spPr>
          <a:xfrm>
            <a:off x="-2115503" y="235998"/>
            <a:ext cx="1691640" cy="677602"/>
          </a:xfrm>
          <a:prstGeom prst="rect">
            <a:avLst/>
          </a:prstGeom>
        </p:spPr>
      </p:pic>
      <p:cxnSp>
        <p:nvCxnSpPr>
          <p:cNvPr id="23" name="Rechte verbindingslijn met pijl 22">
            <a:extLst>
              <a:ext uri="{FF2B5EF4-FFF2-40B4-BE49-F238E27FC236}">
                <a16:creationId xmlns:a16="http://schemas.microsoft.com/office/drawing/2014/main" id="{AC804CAC-6109-47DC-BF9B-6C26568C72F0}"/>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24" name="Rechte verbindingslijn met pijl 23">
            <a:extLst>
              <a:ext uri="{FF2B5EF4-FFF2-40B4-BE49-F238E27FC236}">
                <a16:creationId xmlns:a16="http://schemas.microsoft.com/office/drawing/2014/main" id="{11667B06-528D-450B-B054-CD570D304754}"/>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29" name="Rechte verbindingslijn met pijl 28">
            <a:extLst>
              <a:ext uri="{FF2B5EF4-FFF2-40B4-BE49-F238E27FC236}">
                <a16:creationId xmlns:a16="http://schemas.microsoft.com/office/drawing/2014/main" id="{24492C2B-39AA-43E6-AF2B-8DB99405E983}"/>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0" name="Rechte verbindingslijn met pijl 29">
            <a:extLst>
              <a:ext uri="{FF2B5EF4-FFF2-40B4-BE49-F238E27FC236}">
                <a16:creationId xmlns:a16="http://schemas.microsoft.com/office/drawing/2014/main" id="{0A400A29-A2B3-477A-96E7-AE601DB050B4}"/>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5" name="Rechte verbindingslijn met pijl 34">
            <a:extLst>
              <a:ext uri="{FF2B5EF4-FFF2-40B4-BE49-F238E27FC236}">
                <a16:creationId xmlns:a16="http://schemas.microsoft.com/office/drawing/2014/main" id="{A087A102-250D-4D0A-8FAA-3CBE70080871}"/>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6" name="Rechte verbindingslijn met pijl 35">
            <a:extLst>
              <a:ext uri="{FF2B5EF4-FFF2-40B4-BE49-F238E27FC236}">
                <a16:creationId xmlns:a16="http://schemas.microsoft.com/office/drawing/2014/main" id="{BFD25CAE-7A58-4396-BBBD-B9DBB084F6D9}"/>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pic>
        <p:nvPicPr>
          <p:cNvPr id="20" name="Afbeelding 19">
            <a:extLst>
              <a:ext uri="{FF2B5EF4-FFF2-40B4-BE49-F238E27FC236}">
                <a16:creationId xmlns:a16="http://schemas.microsoft.com/office/drawing/2014/main" id="{97B2E086-A9F6-44E6-B37D-A28331CB99EB}"/>
              </a:ext>
            </a:extLst>
          </p:cNvPr>
          <p:cNvPicPr>
            <a:picLocks noChangeAspect="1"/>
          </p:cNvPicPr>
          <p:nvPr/>
        </p:nvPicPr>
        <p:blipFill>
          <a:blip r:embed="rId27" cstate="print">
            <a:extLst>
              <a:ext uri="{28A0092B-C50C-407E-A947-70E740481C1C}">
                <a14:useLocalDpi xmlns:a14="http://schemas.microsoft.com/office/drawing/2010/main" val="0"/>
              </a:ext>
            </a:extLst>
          </a:blip>
          <a:srcRect/>
          <a:stretch/>
        </p:blipFill>
        <p:spPr>
          <a:xfrm>
            <a:off x="303568" y="6201364"/>
            <a:ext cx="1152000" cy="445707"/>
          </a:xfrm>
          <a:prstGeom prst="rect">
            <a:avLst/>
          </a:prstGeom>
        </p:spPr>
      </p:pic>
    </p:spTree>
    <p:extLst>
      <p:ext uri="{BB962C8B-B14F-4D97-AF65-F5344CB8AC3E}">
        <p14:creationId xmlns:p14="http://schemas.microsoft.com/office/powerpoint/2010/main" val="362121731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Lst>
  <p:hf hdr="0" ftr="0" dt="0"/>
  <p:txStyles>
    <p:titleStyle>
      <a:lvl1pPr algn="l" defTabSz="914400" rtl="0" eaLnBrk="1" latinLnBrk="0" hangingPunct="1">
        <a:lnSpc>
          <a:spcPct val="90000"/>
        </a:lnSpc>
        <a:spcBef>
          <a:spcPct val="0"/>
        </a:spcBef>
        <a:buNone/>
        <a:defRPr sz="2500" b="1" kern="1200">
          <a:solidFill>
            <a:schemeClr val="accent1"/>
          </a:solidFill>
          <a:latin typeface="+mj-lt"/>
          <a:ea typeface="+mj-ea"/>
          <a:cs typeface="+mj-cs"/>
        </a:defRPr>
      </a:lvl1pPr>
    </p:titleStyle>
    <p:bodyStyle>
      <a:lvl1pPr marL="288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1pPr>
      <a:lvl2pPr marL="576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2pPr>
      <a:lvl3pPr marL="864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3pPr>
      <a:lvl4pPr marL="1152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4pPr>
      <a:lvl5pPr marL="1440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40">
          <p15:clr>
            <a:srgbClr val="F26B43"/>
          </p15:clr>
        </p15:guide>
        <p15:guide id="2" pos="2880">
          <p15:clr>
            <a:srgbClr val="F26B43"/>
          </p15:clr>
        </p15:guide>
        <p15:guide id="3" pos="415">
          <p15:clr>
            <a:srgbClr val="F26B43"/>
          </p15:clr>
        </p15:guide>
        <p15:guide id="4" pos="5239">
          <p15:clr>
            <a:srgbClr val="F26B43"/>
          </p15:clr>
        </p15:guide>
        <p15:guide id="5" orient="horz" pos="3725">
          <p15:clr>
            <a:srgbClr val="F26B43"/>
          </p15:clr>
        </p15:guide>
        <p15:guide id="6" orient="horz" pos="109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0.xml"/><Relationship Id="rId5" Type="http://schemas.openxmlformats.org/officeDocument/2006/relationships/image" Target="../media/image40.png"/><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524000" y="1377950"/>
            <a:ext cx="9144000" cy="2387600"/>
          </a:xfrm>
        </p:spPr>
        <p:txBody>
          <a:bodyPr/>
          <a:lstStyle/>
          <a:p>
            <a:pPr algn="ctr"/>
            <a:r>
              <a:rPr lang="en-US" dirty="0">
                <a:solidFill>
                  <a:schemeClr val="bg1"/>
                </a:solidFill>
                <a:latin typeface="Avenir Next LT Pro" panose="020B0504020202020204" pitchFamily="34" charset="0"/>
              </a:rPr>
              <a:t>Go/no-go visit presentation</a:t>
            </a:r>
          </a:p>
        </p:txBody>
      </p:sp>
      <p:sp>
        <p:nvSpPr>
          <p:cNvPr id="3" name="Subtitle 2"/>
          <p:cNvSpPr>
            <a:spLocks noGrp="1"/>
          </p:cNvSpPr>
          <p:nvPr>
            <p:ph type="subTitle" idx="4294967295"/>
          </p:nvPr>
        </p:nvSpPr>
        <p:spPr>
          <a:xfrm>
            <a:off x="1524000" y="3824288"/>
            <a:ext cx="9144000" cy="1655762"/>
          </a:xfrm>
        </p:spPr>
        <p:txBody>
          <a:bodyPr/>
          <a:lstStyle/>
          <a:p>
            <a:pPr marL="0" indent="0" algn="ctr">
              <a:buNone/>
            </a:pPr>
            <a:r>
              <a:rPr lang="en-US" dirty="0">
                <a:solidFill>
                  <a:schemeClr val="bg1"/>
                </a:solidFill>
                <a:latin typeface="Avenir Next LT Pro" panose="020B0504020202020204" pitchFamily="34" charset="0"/>
              </a:rPr>
              <a:t>Vladislav Serafimov</a:t>
            </a: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F14907A5-EF44-D45D-FB98-1765A60CE16A}"/>
              </a:ext>
            </a:extLst>
          </p:cNvPr>
          <p:cNvSpPr>
            <a:spLocks noGrp="1"/>
          </p:cNvSpPr>
          <p:nvPr>
            <p:ph type="title"/>
          </p:nvPr>
        </p:nvSpPr>
        <p:spPr>
          <a:xfrm>
            <a:off x="-40664" y="0"/>
            <a:ext cx="4101977" cy="6858000"/>
          </a:xfrm>
        </p:spPr>
        <p:txBody>
          <a:bodyPr anchor="ctr"/>
          <a:lstStyle/>
          <a:p>
            <a:pPr algn="ctr"/>
            <a:r>
              <a:rPr lang="en-US" dirty="0"/>
              <a:t>Agenda</a:t>
            </a:r>
          </a:p>
        </p:txBody>
      </p:sp>
      <p:sp>
        <p:nvSpPr>
          <p:cNvPr id="5" name="Slide Number Placeholder 4">
            <a:extLst>
              <a:ext uri="{FF2B5EF4-FFF2-40B4-BE49-F238E27FC236}">
                <a16:creationId xmlns:a16="http://schemas.microsoft.com/office/drawing/2014/main" id="{2CDDC350-6779-2B8C-7E65-9317D371B99E}"/>
              </a:ext>
            </a:extLst>
          </p:cNvPr>
          <p:cNvSpPr>
            <a:spLocks noGrp="1"/>
          </p:cNvSpPr>
          <p:nvPr>
            <p:ph type="sldNum" sz="quarter" idx="4294967295"/>
          </p:nvPr>
        </p:nvSpPr>
        <p:spPr/>
        <p:txBody>
          <a:bodyPr>
            <a:normAutofit fontScale="25000" lnSpcReduction="20000"/>
          </a:bodyPr>
          <a:lstStyle/>
          <a:p>
            <a:pPr>
              <a:lnSpc>
                <a:spcPct val="90000"/>
              </a:lnSpc>
              <a:spcAft>
                <a:spcPts val="600"/>
              </a:spcAft>
            </a:pPr>
            <a:fld id="{3A98EE3D-8CD1-4C3F-BD1C-C98C9596463C}" type="slidenum">
              <a:rPr lang="en-US" sz="500" smtClean="0"/>
              <a:pPr>
                <a:lnSpc>
                  <a:spcPct val="90000"/>
                </a:lnSpc>
                <a:spcAft>
                  <a:spcPts val="600"/>
                </a:spcAft>
              </a:pPr>
              <a:t>2</a:t>
            </a:fld>
            <a:endParaRPr lang="en-US" sz="500"/>
          </a:p>
        </p:txBody>
      </p:sp>
      <p:graphicFrame>
        <p:nvGraphicFramePr>
          <p:cNvPr id="32" name="Content Placeholder 22">
            <a:extLst>
              <a:ext uri="{FF2B5EF4-FFF2-40B4-BE49-F238E27FC236}">
                <a16:creationId xmlns:a16="http://schemas.microsoft.com/office/drawing/2014/main" id="{09A8D30A-902B-2490-0C0B-E1D9540CFA35}"/>
              </a:ext>
            </a:extLst>
          </p:cNvPr>
          <p:cNvGraphicFramePr>
            <a:graphicFrameLocks noGrp="1"/>
          </p:cNvGraphicFramePr>
          <p:nvPr>
            <p:ph sz="quarter" idx="4"/>
            <p:extLst>
              <p:ext uri="{D42A27DB-BD31-4B8C-83A1-F6EECF244321}">
                <p14:modId xmlns:p14="http://schemas.microsoft.com/office/powerpoint/2010/main" val="3438418255"/>
              </p:ext>
            </p:extLst>
          </p:nvPr>
        </p:nvGraphicFramePr>
        <p:xfrm>
          <a:off x="5016548" y="1545043"/>
          <a:ext cx="6228281" cy="3767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4">
            <a:extLst>
              <a:ext uri="{FF2B5EF4-FFF2-40B4-BE49-F238E27FC236}">
                <a16:creationId xmlns:a16="http://schemas.microsoft.com/office/drawing/2014/main" id="{5ED3EE4B-57BA-01B5-246F-B1DAF8633929}"/>
              </a:ext>
            </a:extLst>
          </p:cNvPr>
          <p:cNvSpPr txBox="1">
            <a:spLocks/>
          </p:cNvSpPr>
          <p:nvPr/>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solidFill>
                  <a:schemeClr val="bg1"/>
                </a:solidFill>
                <a:latin typeface="Arial" panose="020B0604020202020204" pitchFamily="34" charset="0"/>
                <a:cs typeface="Arial" panose="020B0604020202020204" pitchFamily="34" charset="0"/>
              </a:rPr>
              <a:pPr/>
              <a:t>2</a:t>
            </a:fld>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4493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AAC19-B8F4-93C6-8004-5B6F42660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38AB50-6D77-6B05-3421-907420F100EC}"/>
              </a:ext>
            </a:extLst>
          </p:cNvPr>
          <p:cNvSpPr>
            <a:spLocks noGrp="1"/>
          </p:cNvSpPr>
          <p:nvPr>
            <p:ph type="title"/>
          </p:nvPr>
        </p:nvSpPr>
        <p:spPr/>
        <p:txBody>
          <a:bodyPr/>
          <a:lstStyle/>
          <a:p>
            <a:pPr algn="ctr"/>
            <a:r>
              <a:rPr lang="en-US" dirty="0"/>
              <a:t>Quantum sensing setup</a:t>
            </a:r>
            <a:endParaRPr lang="en-NL" dirty="0"/>
          </a:p>
        </p:txBody>
      </p:sp>
      <p:pic>
        <p:nvPicPr>
          <p:cNvPr id="3" name="Content Placeholder 4">
            <a:extLst>
              <a:ext uri="{FF2B5EF4-FFF2-40B4-BE49-F238E27FC236}">
                <a16:creationId xmlns:a16="http://schemas.microsoft.com/office/drawing/2014/main" id="{B2DBEF0B-8A92-0F69-E869-7DCFCC71A950}"/>
              </a:ext>
            </a:extLst>
          </p:cNvPr>
          <p:cNvPicPr>
            <a:picLocks noChangeAspect="1"/>
          </p:cNvPicPr>
          <p:nvPr/>
        </p:nvPicPr>
        <p:blipFill>
          <a:blip r:embed="rId2"/>
          <a:stretch>
            <a:fillRect/>
          </a:stretch>
        </p:blipFill>
        <p:spPr>
          <a:xfrm>
            <a:off x="491195" y="1869918"/>
            <a:ext cx="11209609" cy="3453921"/>
          </a:xfrm>
          <a:prstGeom prst="rect">
            <a:avLst/>
          </a:prstGeom>
        </p:spPr>
      </p:pic>
    </p:spTree>
    <p:extLst>
      <p:ext uri="{BB962C8B-B14F-4D97-AF65-F5344CB8AC3E}">
        <p14:creationId xmlns:p14="http://schemas.microsoft.com/office/powerpoint/2010/main" val="786773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333BD-8942-6735-362D-42BB5F50D2A5}"/>
              </a:ext>
            </a:extLst>
          </p:cNvPr>
          <p:cNvSpPr>
            <a:spLocks noGrp="1"/>
          </p:cNvSpPr>
          <p:nvPr>
            <p:ph type="title" idx="4294967295"/>
          </p:nvPr>
        </p:nvSpPr>
        <p:spPr>
          <a:xfrm>
            <a:off x="2721880" y="268662"/>
            <a:ext cx="6367403" cy="735013"/>
          </a:xfrm>
        </p:spPr>
        <p:txBody>
          <a:bodyPr anchor="b">
            <a:normAutofit/>
          </a:bodyPr>
          <a:lstStyle/>
          <a:p>
            <a:pPr algn="ctr"/>
            <a:r>
              <a:rPr lang="en-US" sz="4000" b="0" dirty="0"/>
              <a:t>Methodology</a:t>
            </a:r>
            <a:endParaRPr lang="en-NL" sz="4000" b="0" dirty="0"/>
          </a:p>
        </p:txBody>
      </p:sp>
      <p:sp>
        <p:nvSpPr>
          <p:cNvPr id="4" name="Slide Number Placeholder 3">
            <a:extLst>
              <a:ext uri="{FF2B5EF4-FFF2-40B4-BE49-F238E27FC236}">
                <a16:creationId xmlns:a16="http://schemas.microsoft.com/office/drawing/2014/main" id="{7F68A747-C2FC-4150-F177-FCE45D8C34EB}"/>
              </a:ext>
            </a:extLst>
          </p:cNvPr>
          <p:cNvSpPr>
            <a:spLocks noGrp="1"/>
          </p:cNvSpPr>
          <p:nvPr>
            <p:ph type="sldNum" sz="quarter" idx="4294967295"/>
          </p:nvPr>
        </p:nvSpPr>
        <p:spPr>
          <a:xfrm>
            <a:off x="0" y="0"/>
            <a:ext cx="0" cy="0"/>
          </a:xfrm>
        </p:spPr>
        <p:txBody>
          <a:bodyPr anchor="ctr">
            <a:normAutofit fontScale="25000" lnSpcReduction="20000"/>
          </a:bodyPr>
          <a:lstStyle/>
          <a:p>
            <a:pPr>
              <a:spcAft>
                <a:spcPts val="600"/>
              </a:spcAft>
            </a:pPr>
            <a:fld id="{3A98EE3D-8CD1-4C3F-BD1C-C98C9596463C}" type="slidenum">
              <a:rPr lang="en-US" smtClean="0"/>
              <a:pPr>
                <a:spcAft>
                  <a:spcPts val="600"/>
                </a:spcAft>
              </a:pPr>
              <a:t>4</a:t>
            </a:fld>
            <a:endParaRPr lang="en-US" dirty="0"/>
          </a:p>
        </p:txBody>
      </p:sp>
      <p:sp>
        <p:nvSpPr>
          <p:cNvPr id="3" name="Content Placeholder 2">
            <a:extLst>
              <a:ext uri="{FF2B5EF4-FFF2-40B4-BE49-F238E27FC236}">
                <a16:creationId xmlns:a16="http://schemas.microsoft.com/office/drawing/2014/main" id="{79029914-181C-B768-C57B-C469B700345B}"/>
              </a:ext>
            </a:extLst>
          </p:cNvPr>
          <p:cNvSpPr txBox="1">
            <a:spLocks/>
          </p:cNvSpPr>
          <p:nvPr/>
        </p:nvSpPr>
        <p:spPr>
          <a:xfrm>
            <a:off x="6548440" y="2076457"/>
            <a:ext cx="5352397" cy="1600200"/>
          </a:xfrm>
          <a:prstGeom prst="rect">
            <a:avLst/>
          </a:prstGeom>
          <a:ln w="19050">
            <a:solidFill>
              <a:srgbClr val="44546A"/>
            </a:solid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bg-BG" dirty="0"/>
              <a:t>1. </a:t>
            </a:r>
            <a:r>
              <a:rPr lang="en-US" dirty="0"/>
              <a:t>Must have</a:t>
            </a:r>
            <a:endParaRPr lang="bg-BG" dirty="0"/>
          </a:p>
          <a:p>
            <a:pPr marL="285750" indent="-285750">
              <a:buFont typeface="Arial" panose="020B0604020202020204" pitchFamily="34" charset="0"/>
              <a:buChar char="•"/>
            </a:pPr>
            <a:r>
              <a:rPr lang="en-US" dirty="0"/>
              <a:t>Hardware platform for photodetection</a:t>
            </a:r>
          </a:p>
          <a:p>
            <a:pPr marL="285750" indent="-285750">
              <a:buFont typeface="Arial" panose="020B0604020202020204" pitchFamily="34" charset="0"/>
              <a:buChar char="•"/>
            </a:pPr>
            <a:r>
              <a:rPr lang="en-US" dirty="0"/>
              <a:t>Software for signal processing and visualization</a:t>
            </a:r>
          </a:p>
          <a:p>
            <a:pPr marL="285750" indent="-285750">
              <a:buFont typeface="Arial" panose="020B0604020202020204" pitchFamily="34" charset="0"/>
              <a:buChar char="•"/>
            </a:pPr>
            <a:r>
              <a:rPr lang="en-US" dirty="0"/>
              <a:t>Setup integration</a:t>
            </a:r>
            <a:endParaRPr lang="en-NL" dirty="0">
              <a:effectLst/>
            </a:endParaRPr>
          </a:p>
        </p:txBody>
      </p:sp>
      <p:sp>
        <p:nvSpPr>
          <p:cNvPr id="6" name="Content Placeholder 2">
            <a:extLst>
              <a:ext uri="{FF2B5EF4-FFF2-40B4-BE49-F238E27FC236}">
                <a16:creationId xmlns:a16="http://schemas.microsoft.com/office/drawing/2014/main" id="{5F2DC3F1-5A90-9B00-8D0E-E44A3F4B2A88}"/>
              </a:ext>
            </a:extLst>
          </p:cNvPr>
          <p:cNvSpPr txBox="1">
            <a:spLocks/>
          </p:cNvSpPr>
          <p:nvPr/>
        </p:nvSpPr>
        <p:spPr>
          <a:xfrm>
            <a:off x="6548441" y="3852054"/>
            <a:ext cx="5352396" cy="1056266"/>
          </a:xfrm>
          <a:prstGeom prst="rect">
            <a:avLst/>
          </a:prstGeom>
          <a:ln w="19050" cmpd="dbl">
            <a:solidFill>
              <a:srgbClr val="44546A"/>
            </a:solidFill>
            <a:prstDash val="lgDash"/>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dirty="0"/>
              <a:t>2</a:t>
            </a:r>
            <a:r>
              <a:rPr lang="bg-BG" dirty="0"/>
              <a:t>. </a:t>
            </a:r>
            <a:r>
              <a:rPr lang="en-US" dirty="0"/>
              <a:t>Should have </a:t>
            </a:r>
          </a:p>
          <a:p>
            <a:pPr marL="342900" indent="-342900">
              <a:buFont typeface="Arial" panose="020B0604020202020204" pitchFamily="34" charset="0"/>
              <a:buChar char="•"/>
            </a:pPr>
            <a:r>
              <a:rPr lang="en-US" dirty="0"/>
              <a:t>Tests with different quantum protocols</a:t>
            </a:r>
          </a:p>
          <a:p>
            <a:pPr marL="342900" indent="-342900">
              <a:buFont typeface="Arial" panose="020B0604020202020204" pitchFamily="34" charset="0"/>
              <a:buChar char="•"/>
            </a:pPr>
            <a:r>
              <a:rPr lang="en-US" dirty="0"/>
              <a:t>Tests with different diamond samples</a:t>
            </a:r>
          </a:p>
        </p:txBody>
      </p:sp>
      <p:pic>
        <p:nvPicPr>
          <p:cNvPr id="16" name="Picture 15" descr="A diagram of a software development&#10;&#10;AI-generated content may be incorrect.">
            <a:extLst>
              <a:ext uri="{FF2B5EF4-FFF2-40B4-BE49-F238E27FC236}">
                <a16:creationId xmlns:a16="http://schemas.microsoft.com/office/drawing/2014/main" id="{3E82EF9A-1EDA-F415-912B-6C42223AB5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2675" y="1710886"/>
            <a:ext cx="5271493" cy="3931542"/>
          </a:xfrm>
          <a:prstGeom prst="rect">
            <a:avLst/>
          </a:prstGeom>
        </p:spPr>
      </p:pic>
    </p:spTree>
    <p:extLst>
      <p:ext uri="{BB962C8B-B14F-4D97-AF65-F5344CB8AC3E}">
        <p14:creationId xmlns:p14="http://schemas.microsoft.com/office/powerpoint/2010/main" val="282593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C0D20-85DD-927B-4C2F-9409053A9E50}"/>
              </a:ext>
            </a:extLst>
          </p:cNvPr>
          <p:cNvSpPr>
            <a:spLocks noGrp="1"/>
          </p:cNvSpPr>
          <p:nvPr>
            <p:ph type="title"/>
          </p:nvPr>
        </p:nvSpPr>
        <p:spPr/>
        <p:txBody>
          <a:bodyPr/>
          <a:lstStyle/>
          <a:p>
            <a:r>
              <a:rPr lang="en-US" dirty="0">
                <a:solidFill>
                  <a:schemeClr val="bg1"/>
                </a:solidFill>
              </a:rPr>
              <a:t>Photodetector design</a:t>
            </a:r>
            <a:endParaRPr lang="en-NL" dirty="0">
              <a:solidFill>
                <a:schemeClr val="bg1"/>
              </a:solidFill>
            </a:endParaRPr>
          </a:p>
        </p:txBody>
      </p:sp>
      <p:pic>
        <p:nvPicPr>
          <p:cNvPr id="8" name="Content Placeholder 7">
            <a:extLst>
              <a:ext uri="{FF2B5EF4-FFF2-40B4-BE49-F238E27FC236}">
                <a16:creationId xmlns:a16="http://schemas.microsoft.com/office/drawing/2014/main" id="{C764DC60-999B-F09C-EAA1-BC6B3BE03BCB}"/>
              </a:ext>
            </a:extLst>
          </p:cNvPr>
          <p:cNvPicPr>
            <a:picLocks noGrp="1" noChangeAspect="1"/>
          </p:cNvPicPr>
          <p:nvPr>
            <p:ph idx="1"/>
          </p:nvPr>
        </p:nvPicPr>
        <p:blipFill>
          <a:blip r:embed="rId2"/>
          <a:stretch>
            <a:fillRect/>
          </a:stretch>
        </p:blipFill>
        <p:spPr>
          <a:xfrm>
            <a:off x="6276843" y="585772"/>
            <a:ext cx="4924926" cy="4873625"/>
          </a:xfrm>
          <a:prstGeom prst="rect">
            <a:avLst/>
          </a:prstGeom>
        </p:spPr>
      </p:pic>
      <p:sp>
        <p:nvSpPr>
          <p:cNvPr id="4" name="Text Placeholder 3">
            <a:extLst>
              <a:ext uri="{FF2B5EF4-FFF2-40B4-BE49-F238E27FC236}">
                <a16:creationId xmlns:a16="http://schemas.microsoft.com/office/drawing/2014/main" id="{A8CBBDAD-B5E0-2D76-AFE9-571DD5EC9891}"/>
              </a:ext>
            </a:extLst>
          </p:cNvPr>
          <p:cNvSpPr>
            <a:spLocks noGrp="1"/>
          </p:cNvSpPr>
          <p:nvPr>
            <p:ph type="body" sz="half" idx="2"/>
          </p:nvPr>
        </p:nvSpPr>
        <p:spPr/>
        <p:txBody>
          <a:bodyPr/>
          <a:lstStyle/>
          <a:p>
            <a:pPr marL="285750" indent="-285750">
              <a:buFont typeface="Arial" panose="020B0604020202020204" pitchFamily="34" charset="0"/>
              <a:buChar char="•"/>
            </a:pPr>
            <a:r>
              <a:rPr lang="en-US" dirty="0">
                <a:solidFill>
                  <a:schemeClr val="bg1"/>
                </a:solidFill>
              </a:rPr>
              <a:t>Version 1: Original (provided by client)</a:t>
            </a:r>
          </a:p>
          <a:p>
            <a:pPr marL="285750" indent="-285750">
              <a:buFont typeface="Arial" panose="020B0604020202020204" pitchFamily="34" charset="0"/>
              <a:buChar char="•"/>
            </a:pPr>
            <a:r>
              <a:rPr lang="en-US" dirty="0">
                <a:solidFill>
                  <a:schemeClr val="bg1"/>
                </a:solidFill>
              </a:rPr>
              <a:t>Version 2: Better frequency response</a:t>
            </a:r>
          </a:p>
          <a:p>
            <a:pPr marL="285750" indent="-285750">
              <a:buFont typeface="Arial" panose="020B0604020202020204" pitchFamily="34" charset="0"/>
              <a:buChar char="•"/>
            </a:pPr>
            <a:r>
              <a:rPr lang="en-US" dirty="0">
                <a:solidFill>
                  <a:schemeClr val="bg1"/>
                </a:solidFill>
              </a:rPr>
              <a:t>Version 3: Better power delivery</a:t>
            </a:r>
          </a:p>
          <a:p>
            <a:pPr marL="285750" indent="-285750">
              <a:buFont typeface="Arial" panose="020B0604020202020204" pitchFamily="34" charset="0"/>
              <a:buChar char="•"/>
            </a:pPr>
            <a:r>
              <a:rPr lang="en-US" dirty="0">
                <a:solidFill>
                  <a:schemeClr val="bg1"/>
                </a:solidFill>
              </a:rPr>
              <a:t>Version 4: Pulsed protocol support</a:t>
            </a:r>
            <a:endParaRPr lang="en-NL" dirty="0">
              <a:solidFill>
                <a:schemeClr val="bg1"/>
              </a:solidFill>
            </a:endParaRPr>
          </a:p>
        </p:txBody>
      </p:sp>
    </p:spTree>
    <p:extLst>
      <p:ext uri="{BB962C8B-B14F-4D97-AF65-F5344CB8AC3E}">
        <p14:creationId xmlns:p14="http://schemas.microsoft.com/office/powerpoint/2010/main" val="2308881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CA498-BA01-CB62-6218-0A1BE942BCE4}"/>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C1E2CB7-911A-E495-EC56-FA441378984A}"/>
              </a:ext>
            </a:extLst>
          </p:cNvPr>
          <p:cNvSpPr>
            <a:spLocks noGrp="1"/>
          </p:cNvSpPr>
          <p:nvPr>
            <p:ph type="title"/>
          </p:nvPr>
        </p:nvSpPr>
        <p:spPr/>
        <p:txBody>
          <a:bodyPr anchor="ctr"/>
          <a:lstStyle/>
          <a:p>
            <a:pPr algn="ctr"/>
            <a:r>
              <a:rPr lang="en-US" dirty="0"/>
              <a:t>Photodetector implementation:</a:t>
            </a:r>
            <a:br>
              <a:rPr lang="en-US" dirty="0"/>
            </a:br>
            <a:r>
              <a:rPr lang="en-US" dirty="0"/>
              <a:t>Version 2</a:t>
            </a:r>
            <a:endParaRPr lang="en-NL" dirty="0"/>
          </a:p>
        </p:txBody>
      </p:sp>
      <p:sp>
        <p:nvSpPr>
          <p:cNvPr id="3" name="Slide Number Placeholder 2">
            <a:extLst>
              <a:ext uri="{FF2B5EF4-FFF2-40B4-BE49-F238E27FC236}">
                <a16:creationId xmlns:a16="http://schemas.microsoft.com/office/drawing/2014/main" id="{D78588B0-99B0-EF04-B633-76AF21C46DB3}"/>
              </a:ext>
            </a:extLst>
          </p:cNvPr>
          <p:cNvSpPr>
            <a:spLocks noGrp="1"/>
          </p:cNvSpPr>
          <p:nvPr>
            <p:ph type="sldNum" sz="quarter" idx="4294967295"/>
          </p:nvPr>
        </p:nvSpPr>
        <p:spPr>
          <a:xfrm>
            <a:off x="0" y="0"/>
            <a:ext cx="0" cy="0"/>
          </a:xfrm>
        </p:spPr>
        <p:txBody>
          <a:bodyPr/>
          <a:lstStyle/>
          <a:p>
            <a:endParaRPr lang="en-US" dirty="0"/>
          </a:p>
        </p:txBody>
      </p:sp>
      <p:sp>
        <p:nvSpPr>
          <p:cNvPr id="7" name="AutoShape 2">
            <a:extLst>
              <a:ext uri="{FF2B5EF4-FFF2-40B4-BE49-F238E27FC236}">
                <a16:creationId xmlns:a16="http://schemas.microsoft.com/office/drawing/2014/main" id="{389B71DF-F1AC-0788-20BD-7A7E0E0DD54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pic>
        <p:nvPicPr>
          <p:cNvPr id="4" name="Picture 3" descr="A green circuit board with many holes and a few small holes&#10;&#10;AI-generated content may be incorrect.">
            <a:extLst>
              <a:ext uri="{FF2B5EF4-FFF2-40B4-BE49-F238E27FC236}">
                <a16:creationId xmlns:a16="http://schemas.microsoft.com/office/drawing/2014/main" id="{BC956538-D6A8-8B10-53AC-5BCB3C141B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23206" y="299742"/>
            <a:ext cx="5032275" cy="2835187"/>
          </a:xfrm>
          <a:prstGeom prst="rect">
            <a:avLst/>
          </a:prstGeom>
        </p:spPr>
      </p:pic>
      <p:pic>
        <p:nvPicPr>
          <p:cNvPr id="8" name="Picture 7" descr="A diagram of a circuit board&#10;&#10;AI-generated content may be incorrect.">
            <a:extLst>
              <a:ext uri="{FF2B5EF4-FFF2-40B4-BE49-F238E27FC236}">
                <a16:creationId xmlns:a16="http://schemas.microsoft.com/office/drawing/2014/main" id="{F40D6F53-0D53-A4AE-1CE0-FCA77A75CB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3207" y="3429000"/>
            <a:ext cx="5032275" cy="3129258"/>
          </a:xfrm>
          <a:prstGeom prst="rect">
            <a:avLst/>
          </a:prstGeom>
        </p:spPr>
      </p:pic>
    </p:spTree>
    <p:extLst>
      <p:ext uri="{BB962C8B-B14F-4D97-AF65-F5344CB8AC3E}">
        <p14:creationId xmlns:p14="http://schemas.microsoft.com/office/powerpoint/2010/main" val="2959635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091F0-B4FE-A0AC-614B-AF09F73E137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32BE771-5271-2F5C-E0DE-8E28068CF0E5}"/>
              </a:ext>
            </a:extLst>
          </p:cNvPr>
          <p:cNvSpPr>
            <a:spLocks noGrp="1"/>
          </p:cNvSpPr>
          <p:nvPr>
            <p:ph type="title"/>
          </p:nvPr>
        </p:nvSpPr>
        <p:spPr/>
        <p:txBody>
          <a:bodyPr anchor="ctr"/>
          <a:lstStyle/>
          <a:p>
            <a:pPr algn="ctr"/>
            <a:r>
              <a:rPr lang="en-US" dirty="0"/>
              <a:t>Photodetector implementation:</a:t>
            </a:r>
            <a:br>
              <a:rPr lang="en-US" dirty="0"/>
            </a:br>
            <a:r>
              <a:rPr lang="en-US" dirty="0"/>
              <a:t>Version 3</a:t>
            </a:r>
            <a:endParaRPr lang="en-NL" dirty="0"/>
          </a:p>
        </p:txBody>
      </p:sp>
      <p:sp>
        <p:nvSpPr>
          <p:cNvPr id="3" name="Slide Number Placeholder 2">
            <a:extLst>
              <a:ext uri="{FF2B5EF4-FFF2-40B4-BE49-F238E27FC236}">
                <a16:creationId xmlns:a16="http://schemas.microsoft.com/office/drawing/2014/main" id="{E4A575E9-F303-7CBA-47D0-576827A19BF7}"/>
              </a:ext>
            </a:extLst>
          </p:cNvPr>
          <p:cNvSpPr>
            <a:spLocks noGrp="1"/>
          </p:cNvSpPr>
          <p:nvPr>
            <p:ph type="sldNum" sz="quarter" idx="4294967295"/>
          </p:nvPr>
        </p:nvSpPr>
        <p:spPr>
          <a:xfrm>
            <a:off x="0" y="0"/>
            <a:ext cx="0" cy="0"/>
          </a:xfrm>
        </p:spPr>
        <p:txBody>
          <a:bodyPr/>
          <a:lstStyle/>
          <a:p>
            <a:endParaRPr lang="en-US" dirty="0"/>
          </a:p>
        </p:txBody>
      </p:sp>
      <p:sp>
        <p:nvSpPr>
          <p:cNvPr id="7" name="AutoShape 2">
            <a:extLst>
              <a:ext uri="{FF2B5EF4-FFF2-40B4-BE49-F238E27FC236}">
                <a16:creationId xmlns:a16="http://schemas.microsoft.com/office/drawing/2014/main" id="{B91EE2E1-385D-8558-B92B-F1B7E5238F2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pic>
        <p:nvPicPr>
          <p:cNvPr id="4" name="Picture 3">
            <a:extLst>
              <a:ext uri="{FF2B5EF4-FFF2-40B4-BE49-F238E27FC236}">
                <a16:creationId xmlns:a16="http://schemas.microsoft.com/office/drawing/2014/main" id="{A51BA866-2714-B6D4-15B6-9A8B5E8A68E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023206" y="299742"/>
            <a:ext cx="5032275" cy="2835186"/>
          </a:xfrm>
          <a:prstGeom prst="rect">
            <a:avLst/>
          </a:prstGeom>
        </p:spPr>
      </p:pic>
      <p:pic>
        <p:nvPicPr>
          <p:cNvPr id="8" name="Picture 7">
            <a:extLst>
              <a:ext uri="{FF2B5EF4-FFF2-40B4-BE49-F238E27FC236}">
                <a16:creationId xmlns:a16="http://schemas.microsoft.com/office/drawing/2014/main" id="{A8A92030-B69D-8A78-E72D-156D5EF89F2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27703" y="3429000"/>
            <a:ext cx="5023282" cy="3129258"/>
          </a:xfrm>
          <a:prstGeom prst="rect">
            <a:avLst/>
          </a:prstGeom>
        </p:spPr>
      </p:pic>
    </p:spTree>
    <p:extLst>
      <p:ext uri="{BB962C8B-B14F-4D97-AF65-F5344CB8AC3E}">
        <p14:creationId xmlns:p14="http://schemas.microsoft.com/office/powerpoint/2010/main" val="225696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A6181-8A35-1A36-E1C2-301C5E1CB82D}"/>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8326935F-1103-CA20-5812-47EA8716666A}"/>
              </a:ext>
            </a:extLst>
          </p:cNvPr>
          <p:cNvSpPr>
            <a:spLocks noGrp="1"/>
          </p:cNvSpPr>
          <p:nvPr>
            <p:ph type="title"/>
          </p:nvPr>
        </p:nvSpPr>
        <p:spPr/>
        <p:txBody>
          <a:bodyPr anchor="ctr"/>
          <a:lstStyle/>
          <a:p>
            <a:pPr algn="ctr"/>
            <a:r>
              <a:rPr lang="en-US" dirty="0"/>
              <a:t>Photodetector implementation:</a:t>
            </a:r>
            <a:br>
              <a:rPr lang="en-US" dirty="0"/>
            </a:br>
            <a:r>
              <a:rPr lang="en-US" dirty="0"/>
              <a:t>Version 4</a:t>
            </a:r>
            <a:endParaRPr lang="en-NL" dirty="0"/>
          </a:p>
        </p:txBody>
      </p:sp>
      <p:sp>
        <p:nvSpPr>
          <p:cNvPr id="3" name="Slide Number Placeholder 2">
            <a:extLst>
              <a:ext uri="{FF2B5EF4-FFF2-40B4-BE49-F238E27FC236}">
                <a16:creationId xmlns:a16="http://schemas.microsoft.com/office/drawing/2014/main" id="{FA0F55CF-1D75-A02D-B624-961E2674E506}"/>
              </a:ext>
            </a:extLst>
          </p:cNvPr>
          <p:cNvSpPr>
            <a:spLocks noGrp="1"/>
          </p:cNvSpPr>
          <p:nvPr>
            <p:ph type="sldNum" sz="quarter" idx="4294967295"/>
          </p:nvPr>
        </p:nvSpPr>
        <p:spPr>
          <a:xfrm>
            <a:off x="0" y="0"/>
            <a:ext cx="0" cy="0"/>
          </a:xfrm>
        </p:spPr>
        <p:txBody>
          <a:bodyPr/>
          <a:lstStyle/>
          <a:p>
            <a:endParaRPr lang="en-US" dirty="0"/>
          </a:p>
        </p:txBody>
      </p:sp>
      <p:sp>
        <p:nvSpPr>
          <p:cNvPr id="7" name="AutoShape 2">
            <a:extLst>
              <a:ext uri="{FF2B5EF4-FFF2-40B4-BE49-F238E27FC236}">
                <a16:creationId xmlns:a16="http://schemas.microsoft.com/office/drawing/2014/main" id="{8AB8FD21-2FBD-76DE-DCD0-736A46A1701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pic>
        <p:nvPicPr>
          <p:cNvPr id="4" name="Picture 3">
            <a:extLst>
              <a:ext uri="{FF2B5EF4-FFF2-40B4-BE49-F238E27FC236}">
                <a16:creationId xmlns:a16="http://schemas.microsoft.com/office/drawing/2014/main" id="{3453271A-2802-9BAE-830F-5214868A545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2023206" y="348347"/>
            <a:ext cx="5032275" cy="2737977"/>
          </a:xfrm>
          <a:prstGeom prst="rect">
            <a:avLst/>
          </a:prstGeom>
        </p:spPr>
      </p:pic>
      <p:pic>
        <p:nvPicPr>
          <p:cNvPr id="8" name="Picture 7">
            <a:extLst>
              <a:ext uri="{FF2B5EF4-FFF2-40B4-BE49-F238E27FC236}">
                <a16:creationId xmlns:a16="http://schemas.microsoft.com/office/drawing/2014/main" id="{0FCB0297-6781-AC11-7E91-FA2D827D052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63174" y="3276600"/>
            <a:ext cx="6030694" cy="3099031"/>
          </a:xfrm>
          <a:prstGeom prst="rect">
            <a:avLst/>
          </a:prstGeom>
        </p:spPr>
      </p:pic>
    </p:spTree>
    <p:extLst>
      <p:ext uri="{BB962C8B-B14F-4D97-AF65-F5344CB8AC3E}">
        <p14:creationId xmlns:p14="http://schemas.microsoft.com/office/powerpoint/2010/main" val="2417047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31E976B-A781-5F40-9D1C-FA5C385BE7E9}"/>
              </a:ext>
            </a:extLst>
          </p:cNvPr>
          <p:cNvSpPr txBox="1">
            <a:spLocks/>
          </p:cNvSpPr>
          <p:nvPr/>
        </p:nvSpPr>
        <p:spPr>
          <a:xfrm>
            <a:off x="1524000" y="2235200"/>
            <a:ext cx="9144000" cy="2387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1"/>
                </a:solidFill>
                <a:latin typeface="Avenir Next LT Pro" panose="020B0504020202020204" pitchFamily="34" charset="0"/>
              </a:rPr>
              <a:t>Integration test: </a:t>
            </a:r>
          </a:p>
          <a:p>
            <a:pPr algn="ctr"/>
            <a:r>
              <a:rPr lang="en-US" dirty="0">
                <a:solidFill>
                  <a:schemeClr val="bg1"/>
                </a:solidFill>
                <a:latin typeface="Avenir Next LT Pro" panose="020B0504020202020204" pitchFamily="34" charset="0"/>
              </a:rPr>
              <a:t>Version 1</a:t>
            </a:r>
          </a:p>
        </p:txBody>
      </p:sp>
    </p:spTree>
    <p:extLst>
      <p:ext uri="{BB962C8B-B14F-4D97-AF65-F5344CB8AC3E}">
        <p14:creationId xmlns:p14="http://schemas.microsoft.com/office/powerpoint/2010/main" val="2186358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867F2-FB0A-C27A-1A0C-46CBDE552AF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6800A8-78D8-DFFD-8F1F-4CB6D1BA4CDF}"/>
              </a:ext>
            </a:extLst>
          </p:cNvPr>
          <p:cNvSpPr>
            <a:spLocks noGrp="1"/>
          </p:cNvSpPr>
          <p:nvPr>
            <p:ph type="sldNum" sz="quarter" idx="4294967295"/>
          </p:nvPr>
        </p:nvSpPr>
        <p:spPr>
          <a:xfrm>
            <a:off x="0" y="0"/>
            <a:ext cx="0" cy="0"/>
          </a:xfrm>
        </p:spPr>
        <p:txBody>
          <a:bodyPr anchor="ctr">
            <a:normAutofit fontScale="25000" lnSpcReduction="20000"/>
          </a:bodyPr>
          <a:lstStyle/>
          <a:p>
            <a:pPr>
              <a:spcAft>
                <a:spcPts val="600"/>
              </a:spcAft>
            </a:pPr>
            <a:fld id="{3A98EE3D-8CD1-4C3F-BD1C-C98C9596463C}" type="slidenum">
              <a:rPr lang="en-US" smtClean="0"/>
              <a:pPr>
                <a:spcAft>
                  <a:spcPts val="600"/>
                </a:spcAft>
              </a:pPr>
              <a:t>10</a:t>
            </a:fld>
            <a:endParaRPr lang="en-US" dirty="0"/>
          </a:p>
        </p:txBody>
      </p:sp>
      <p:pic>
        <p:nvPicPr>
          <p:cNvPr id="7" name="Picture 6" descr="A screen shot of a computer&#10;&#10;AI-generated content may be incorrect.">
            <a:extLst>
              <a:ext uri="{FF2B5EF4-FFF2-40B4-BE49-F238E27FC236}">
                <a16:creationId xmlns:a16="http://schemas.microsoft.com/office/drawing/2014/main" id="{F813EEF7-771C-C5B7-170A-B7F0AC1BBB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966" y="52557"/>
            <a:ext cx="5479278" cy="3287567"/>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FDE1A58B-F383-2839-B366-7AE41EE4F4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9504" y="52557"/>
            <a:ext cx="5479279" cy="3287567"/>
          </a:xfrm>
          <a:prstGeom prst="rect">
            <a:avLst/>
          </a:prstGeom>
        </p:spPr>
      </p:pic>
      <p:pic>
        <p:nvPicPr>
          <p:cNvPr id="11" name="Picture 10" descr="A screen shot of a computer&#10;&#10;AI-generated content may be incorrect.">
            <a:extLst>
              <a:ext uri="{FF2B5EF4-FFF2-40B4-BE49-F238E27FC236}">
                <a16:creationId xmlns:a16="http://schemas.microsoft.com/office/drawing/2014/main" id="{B6C678B7-42DF-D048-3FF5-1BCC8F2932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966" y="3465428"/>
            <a:ext cx="5479278" cy="3287567"/>
          </a:xfrm>
          <a:prstGeom prst="rect">
            <a:avLst/>
          </a:prstGeom>
        </p:spPr>
      </p:pic>
      <p:pic>
        <p:nvPicPr>
          <p:cNvPr id="13" name="Picture 12" descr="A screen shot of a computer&#10;&#10;AI-generated content may be incorrect.">
            <a:extLst>
              <a:ext uri="{FF2B5EF4-FFF2-40B4-BE49-F238E27FC236}">
                <a16:creationId xmlns:a16="http://schemas.microsoft.com/office/drawing/2014/main" id="{EE3186EA-BD4A-58A0-A0F7-8E918D2615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79505" y="3465428"/>
            <a:ext cx="5479278" cy="3287567"/>
          </a:xfrm>
          <a:prstGeom prst="rect">
            <a:avLst/>
          </a:prstGeom>
        </p:spPr>
      </p:pic>
    </p:spTree>
    <p:extLst>
      <p:ext uri="{BB962C8B-B14F-4D97-AF65-F5344CB8AC3E}">
        <p14:creationId xmlns:p14="http://schemas.microsoft.com/office/powerpoint/2010/main" val="2891566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084D7B8-3ED4-5E7E-CD08-46C0C1E1B3F3}"/>
              </a:ext>
            </a:extLst>
          </p:cNvPr>
          <p:cNvSpPr>
            <a:spLocks noGrp="1"/>
          </p:cNvSpPr>
          <p:nvPr>
            <p:ph type="title"/>
          </p:nvPr>
        </p:nvSpPr>
        <p:spPr>
          <a:xfrm>
            <a:off x="540000" y="504000"/>
            <a:ext cx="11102400" cy="1435507"/>
          </a:xfrm>
        </p:spPr>
        <p:txBody>
          <a:bodyPr/>
          <a:lstStyle/>
          <a:p>
            <a:r>
              <a:rPr lang="en-US" dirty="0"/>
              <a:t>To do</a:t>
            </a:r>
          </a:p>
        </p:txBody>
      </p:sp>
      <p:sp>
        <p:nvSpPr>
          <p:cNvPr id="11" name="Text Placeholder 2">
            <a:extLst>
              <a:ext uri="{FF2B5EF4-FFF2-40B4-BE49-F238E27FC236}">
                <a16:creationId xmlns:a16="http://schemas.microsoft.com/office/drawing/2014/main" id="{2895A74C-9E60-7E2A-0CB6-EFF35830AA08}"/>
              </a:ext>
            </a:extLst>
          </p:cNvPr>
          <p:cNvSpPr>
            <a:spLocks noGrp="1"/>
          </p:cNvSpPr>
          <p:nvPr>
            <p:ph type="body" sz="quarter" idx="10"/>
          </p:nvPr>
        </p:nvSpPr>
        <p:spPr>
          <a:xfrm>
            <a:off x="540000" y="2520000"/>
            <a:ext cx="11080800" cy="3063600"/>
          </a:xfrm>
        </p:spPr>
        <p:txBody>
          <a:bodyPr/>
          <a:lstStyle/>
          <a:p>
            <a:pPr marL="457200" indent="-457200">
              <a:buFont typeface="Arial" panose="020B0604020202020204" pitchFamily="34" charset="0"/>
              <a:buChar char="•"/>
            </a:pPr>
            <a:r>
              <a:rPr lang="en-US" dirty="0"/>
              <a:t>Finish integration tests</a:t>
            </a:r>
          </a:p>
          <a:p>
            <a:pPr marL="457200" indent="-457200">
              <a:buFont typeface="Arial" panose="020B0604020202020204" pitchFamily="34" charset="0"/>
              <a:buChar char="•"/>
            </a:pPr>
            <a:r>
              <a:rPr lang="en-US" dirty="0"/>
              <a:t>Do diode model tests</a:t>
            </a:r>
          </a:p>
          <a:p>
            <a:pPr marL="457200" indent="-457200">
              <a:buFont typeface="Arial" panose="020B0604020202020204" pitchFamily="34" charset="0"/>
              <a:buChar char="•"/>
            </a:pPr>
            <a:r>
              <a:rPr lang="en-US" dirty="0"/>
              <a:t>(if possible) Do S-parameter tests</a:t>
            </a:r>
          </a:p>
        </p:txBody>
      </p:sp>
    </p:spTree>
    <p:extLst>
      <p:ext uri="{BB962C8B-B14F-4D97-AF65-F5344CB8AC3E}">
        <p14:creationId xmlns:p14="http://schemas.microsoft.com/office/powerpoint/2010/main" val="1215134750"/>
      </p:ext>
    </p:extLst>
  </p:cSld>
  <p:clrMapOvr>
    <a:masterClrMapping/>
  </p:clrMapOvr>
</p:sld>
</file>

<file path=ppt/theme/theme1.xml><?xml version="1.0" encoding="utf-8"?>
<a:theme xmlns:a="http://schemas.openxmlformats.org/drawingml/2006/main" name="Kleur.Saxion_Template_INT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A4E98920-4576-4F28-BA0E-1A006DACA787}"/>
    </a:ext>
  </a:extLst>
</a:theme>
</file>

<file path=ppt/theme/theme2.xml><?xml version="1.0" encoding="utf-8"?>
<a:theme xmlns:a="http://schemas.openxmlformats.org/drawingml/2006/main" name="1_Kleur.Saxion_Template_INT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Custom 2">
      <a:majorFont>
        <a:latin typeface="Arial"/>
        <a:ea typeface=""/>
        <a:cs typeface=""/>
      </a:majorFont>
      <a:minorFont>
        <a:latin typeface="Arial"/>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7989E8EF-9E7B-44DC-BCBB-A2E6569D1671}"/>
    </a:ext>
  </a:extLst>
</a:theme>
</file>

<file path=ppt/theme/theme3.xml><?xml version="1.0" encoding="utf-8"?>
<a:theme xmlns:a="http://schemas.openxmlformats.org/drawingml/2006/main" name="Kleur.Saxion_Template_NL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3FBAD2B4-0C63-4149-AD59-92CBFDF49AE1}"/>
    </a:ext>
  </a:extLst>
</a:theme>
</file>

<file path=ppt/theme/theme4.xml><?xml version="1.0" encoding="utf-8"?>
<a:theme xmlns:a="http://schemas.openxmlformats.org/drawingml/2006/main" name="Saxion_16-9-NL">
  <a:themeElements>
    <a:clrScheme name="Saxion">
      <a:dk1>
        <a:sysClr val="windowText" lastClr="000000"/>
      </a:dk1>
      <a:lt1>
        <a:sysClr val="window" lastClr="FFFFFF"/>
      </a:lt1>
      <a:dk2>
        <a:srgbClr val="009C82"/>
      </a:dk2>
      <a:lt2>
        <a:srgbClr val="F2F2F2"/>
      </a:lt2>
      <a:accent1>
        <a:srgbClr val="009C82"/>
      </a:accent1>
      <a:accent2>
        <a:srgbClr val="C6C5BF"/>
      </a:accent2>
      <a:accent3>
        <a:srgbClr val="85CEE4"/>
      </a:accent3>
      <a:accent4>
        <a:srgbClr val="009C82"/>
      </a:accent4>
      <a:accent5>
        <a:srgbClr val="C6C5BF"/>
      </a:accent5>
      <a:accent6>
        <a:srgbClr val="85CEE4"/>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_FinalPresentation.potx" id="{60318440-E8CF-432E-BACE-925EB37B6200}" vid="{DAD69A8D-80F5-4F36-9AE4-BAC031E73EB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_FinalPresentation</Template>
  <TotalTime>472</TotalTime>
  <Words>128</Words>
  <Application>Microsoft Office PowerPoint</Application>
  <PresentationFormat>Widescreen</PresentationFormat>
  <Paragraphs>38</Paragraphs>
  <Slides>11</Slides>
  <Notes>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11</vt:i4>
      </vt:variant>
    </vt:vector>
  </HeadingPairs>
  <TitlesOfParts>
    <vt:vector size="22" baseType="lpstr">
      <vt:lpstr>Aptos</vt:lpstr>
      <vt:lpstr>Arial</vt:lpstr>
      <vt:lpstr>Arial Black</vt:lpstr>
      <vt:lpstr>Avenir Next LT Pro</vt:lpstr>
      <vt:lpstr>Calibri</vt:lpstr>
      <vt:lpstr>Lucida Sans</vt:lpstr>
      <vt:lpstr>Lucida Sans Unicode</vt:lpstr>
      <vt:lpstr>Kleur.Saxion_Template_INT_16-9</vt:lpstr>
      <vt:lpstr>1_Kleur.Saxion_Template_INT_16-9</vt:lpstr>
      <vt:lpstr>Kleur.Saxion_Template_NL_16-9</vt:lpstr>
      <vt:lpstr>Saxion_16-9-NL</vt:lpstr>
      <vt:lpstr>Go/no-go visit presentation</vt:lpstr>
      <vt:lpstr>Agenda</vt:lpstr>
      <vt:lpstr>Quantum sensing setup</vt:lpstr>
      <vt:lpstr>Methodology</vt:lpstr>
      <vt:lpstr>Photodetector design</vt:lpstr>
      <vt:lpstr>Photodetector implementation: Version 2</vt:lpstr>
      <vt:lpstr>Photodetector implementation: Version 3</vt:lpstr>
      <vt:lpstr>Photodetector implementation: Version 4</vt:lpstr>
      <vt:lpstr>PowerPoint Presentation</vt:lpstr>
      <vt:lpstr>PowerPoint Presentation</vt:lpstr>
      <vt:lpstr>To 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Vladislav Serafimov</dc:creator>
  <cp:lastModifiedBy>Vladislav Serafimov</cp:lastModifiedBy>
  <cp:revision>33</cp:revision>
  <dcterms:created xsi:type="dcterms:W3CDTF">2025-12-31T07:30:58Z</dcterms:created>
  <dcterms:modified xsi:type="dcterms:W3CDTF">2026-01-05T13:11:48Z</dcterms:modified>
</cp:coreProperties>
</file>